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svg" ContentType="image/svg+xml"/>
  <Override PartName="/ppt/media/image2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5447" r:id="rId4"/>
  </p:sldMasterIdLst>
  <p:notesMasterIdLst>
    <p:notesMasterId r:id="rId61"/>
  </p:notesMasterIdLst>
  <p:handoutMasterIdLst>
    <p:handoutMasterId r:id="rId62"/>
  </p:handoutMasterIdLst>
  <p:sldIdLst>
    <p:sldId id="256" r:id="rId31"/>
    <p:sldId id="257" r:id="rId32"/>
    <p:sldId id="258" r:id="rId33"/>
    <p:sldId id="259" r:id="rId34"/>
    <p:sldId id="260" r:id="rId35"/>
    <p:sldId id="261" r:id="rId36"/>
    <p:sldId id="262" r:id="rId37"/>
    <p:sldId id="263" r:id="rId38"/>
    <p:sldId id="264" r:id="rId39"/>
    <p:sldId id="265" r:id="rId40"/>
  </p:sldIdLst>
  <p:sldSz cx="12192000" cy="6858000"/>
  <p:notesSz cx="6858000" cy="9144000"/>
  <p:embeddedFontLst>
    <p:embeddedFont>
      <p:font typeface="Consolas" panose="020B0609020204030204" pitchFamily="49" charset="0"/>
      <p:regular r:id="rId63"/>
      <p:bold r:id="rId64"/>
      <p:italic r:id="rId65"/>
      <p:boldItalic r:id="rId66"/>
    </p:embeddedFont>
    <p:embeddedFont>
      <p:font typeface="Segoe Sans Display Semibold" pitchFamily="2" charset="0"/>
      <p:bold r:id="rId67"/>
      <p:boldItalic r:id="rId68"/>
    </p:embeddedFont>
    <p:embeddedFont>
      <p:font typeface="Segoe Sans Display Semilight" pitchFamily="2" charset="0"/>
      <p:regular r:id="rId69"/>
      <p:italic r:id="rId70"/>
    </p:embeddedFont>
    <p:embeddedFont>
      <p:font typeface="Segoe Sans Text" pitchFamily="2" charset="0"/>
      <p:regular r:id="rId71"/>
      <p:bold r:id="rId72"/>
      <p:italic r:id="rId73"/>
      <p:boldItalic r:id="rId74"/>
    </p:embeddedFont>
    <p:embeddedFont>
      <p:font typeface="Segoe UI" panose="020B0502040204020203" pitchFamily="34" charset="0"/>
      <p:regular r:id="rId75"/>
      <p:bold r:id="rId76"/>
      <p:italic r:id="rId77"/>
      <p:boldItalic r:id="rId78"/>
    </p:embeddedFont>
    <p:embeddedFont>
      <p:font typeface="Segoe UI Light" panose="020B0502040204020203" pitchFamily="34" charset="0"/>
      <p:regular r:id="rId79"/>
      <p:italic r:id="rId80"/>
    </p:embeddedFont>
  </p:embeddedFontLst>
  <p:defaultTextStyle>
    <a:defPPr>
      <a:defRPr lang="en-US"/>
    </a:defPPr>
    <a:lvl1pPr marL="0" algn="l" defTabSz="914367" rtl="0" eaLnBrk="1" latinLnBrk="0" hangingPunct="1">
      <a:defRPr sz="1765" kern="1200">
        <a:solidFill>
          <a:schemeClr val="tx1"/>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p:defaultTextStyle>
  <p:extLst>
    <p:ext uri="{521415D9-36F7-43E2-AB2F-B90AF26B5E84}">
      <p14:sectionLst xmlns:p14="http://schemas.microsoft.com/office/powerpoint/2010/main">
        <p14:section name="Walkin" id="{A3DB1FAC-5739-4645-8893-9D7B3E7AD723}">
          <p14:sldIdLst>
            <p14:sldId id="2147479565"/>
            <p14:sldId id="2147479564"/>
          </p14:sldIdLst>
        </p14:section>
        <p14:section name="Title slides" id="{6BEBC51B-B88B-4AE4-8478-0F95EE84F165}">
          <p14:sldIdLst>
            <p14:sldId id="2147479540"/>
            <p14:sldId id="2147479576"/>
            <p14:sldId id="2147479577"/>
            <p14:sldId id="2147479566"/>
          </p14:sldIdLst>
        </p14:section>
        <p14:section name="Alternative title slides" id="{7D42F6A8-E6FE-41DB-BD57-5FF6C1556878}">
          <p14:sldIdLst>
            <p14:sldId id="2147479764"/>
            <p14:sldId id="2147479765"/>
            <p14:sldId id="2147479766"/>
            <p14:sldId id="2147479767"/>
            <p14:sldId id="2147479768"/>
          </p14:sldIdLst>
        </p14:section>
        <p14:section name="Agenda" id="{194114FB-11A9-460A-BA65-6CA85323C1BD}">
          <p14:sldIdLst>
            <p14:sldId id="2051"/>
            <p14:sldId id="2147479551"/>
          </p14:sldIdLst>
        </p14:section>
        <p14:section name="Section slides" id="{1588D2DD-7526-4E2A-805C-721F64D91A8E}">
          <p14:sldIdLst>
            <p14:sldId id="2147479774"/>
            <p14:sldId id="2147479574"/>
            <p14:sldId id="2147479573"/>
            <p14:sldId id="2147479775"/>
          </p14:sldIdLst>
        </p14:section>
        <p14:section name="Alternate section slides" id="{80DBFD64-B498-4BC4-B094-79D0CB308994}">
          <p14:sldIdLst>
            <p14:sldId id="2147479770"/>
            <p14:sldId id="2147479771"/>
            <p14:sldId id="2147479773"/>
            <p14:sldId id="2147479772"/>
            <p14:sldId id="2147479572"/>
            <p14:sldId id="2147479563"/>
          </p14:sldIdLst>
        </p14:section>
        <p14:section name="Demo slide" id="{6329D8B9-48F6-4A4F-9A16-F9437F6216BB}">
          <p14:sldIdLst>
            <p14:sldId id="2147479776"/>
          </p14:sldIdLst>
        </p14:section>
        <p14:section name="Charts" id="{652CA158-AFCA-4ABB-B8C2-E0292554260C}">
          <p14:sldIdLst>
            <p14:sldId id="2147479763"/>
          </p14:sldIdLst>
        </p14:section>
        <p14:section name="Quote slide" id="{B01A77B5-8462-45FD-B993-08F7F3659690}">
          <p14:sldIdLst>
            <p14:sldId id="2147479581"/>
          </p14:sldIdLst>
        </p14:section>
        <p14:section name="Screenshot slides" id="{FEB2164B-F155-42A0-B9E6-18EE0639F466}">
          <p14:sldIdLst>
            <p14:sldId id="2147479554"/>
            <p14:sldId id="2147479555"/>
          </p14:sldIdLst>
        </p14:section>
        <p14:section name="Photo slides" id="{0AF578B1-CD8A-43DA-99D3-79D4DA61F65F}">
          <p14:sldIdLst>
            <p14:sldId id="2147479556"/>
            <p14:sldId id="2147479558"/>
          </p14:sldIdLst>
        </p14:section>
        <p14:section name="Thank you" id="{FAEF7370-9680-4B43-B8CD-8EC3C24CF938}">
          <p14:sldIdLst>
            <p14:sldId id="2147479559"/>
            <p14:sldId id="2147479582"/>
          </p14:sldIdLst>
        </p14:section>
        <p14:section name="Content slides" id="{D30E4385-0D75-4769-9EFE-1FB912F2332F}">
          <p14:sldIdLst>
            <p14:sldId id="1660"/>
            <p14:sldId id="1670"/>
            <p14:sldId id="2076137992"/>
            <p14:sldId id="2076137994"/>
            <p14:sldId id="2076137993"/>
            <p14:sldId id="1716"/>
            <p14:sldId id="1524"/>
            <p14:sldId id="2076138187"/>
            <p14:sldId id="2076138188"/>
            <p14:sldId id="2076138189"/>
            <p14:sldId id="2046"/>
            <p14:sldId id="1995"/>
            <p14:sldId id="2147479486"/>
            <p14:sldId id="2147479480"/>
            <p14:sldId id="2147479538"/>
            <p14:sldId id="1941"/>
            <p14:sldId id="2147479769"/>
            <p14:sldId id="2147479481"/>
            <p14:sldId id="2147479482"/>
            <p14:sldId id="2147479483"/>
            <p14:sldId id="2147479484"/>
            <p14:sldId id="2147479485"/>
            <p14:sldId id="1531"/>
            <p14:sldId id="2147479528"/>
          </p14:sldIdLst>
        </p14:section>
      </p14:sectionLst>
    </p:ex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6C70F48-EA29-A8AF-0370-E97133C3A50E}" name="Claire Delaney (SIMPLICITY CONSULTING INC)" initials="CD" userId="S::v-cladelaney@microsoft.com::aa840f54-9d33-4fca-8be3-b0585cbbedba" providerId="AD"/>
  <p188:author id="{4AC37863-EBE7-7A34-712E-FB0BB869DA91}" name="Chris Munson (RedCloud Consulting Inc)" initials="CM" userId="S::v-chmunson@microsoft.com::2777c279-6c80-42b6-91b4-df95f2ec9602" providerId="AD"/>
  <p188:author id="{22F51FA5-5B60-002D-6EB5-9ABE6E180D4F}" name="Alex Mustacich" initials="" userId="S::amustacich@microsoft.com::65461afc-b023-44b7-ad73-34403476b559" providerId="AD"/>
  <p188:author id="{6AFA61D8-796F-555E-A395-B33F90AAF99E}" name="Monica Lueder" initials="ML" userId="S::monical@microsoft.com::75969e72-ba9c-4e32-a4ac-c8f3aeff9ba2" providerId="AD"/>
  <p188:author id="{FB2220EC-6E9D-66CF-528C-A1FDAC2F85AA}" name="Ben Hermel" initials="BH" userId="S::bhermel@microsoft.com::bf02db1c-aaaa-44a0-870c-3c953b9e4a6e"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0" name="Saku Uchikawa" initials="SU" lastIdx="11" clrIdx="0"/>
  <p:cmAuthor id="1" name="Mary Feil-Jacobs" initials="MFJ" lastIdx="43" clrIdx="1"/>
  <p:cmAuthor id="2" name="Monica Lueder" initials="ML" lastIdx="22" clrIdx="2">
    <p:extLst>
      <p:ext uri="{19B8F6BF-5375-455C-9EA6-DF929625EA0E}">
        <p15:presenceInfo xmlns:p15="http://schemas.microsoft.com/office/powerpoint/2012/main" userId="S-1-5-21-2127521184-1604012920-1887927527-2598260" providerId="AD"/>
      </p:ext>
    </p:extLst>
  </p:cmAuthor>
  <p:cmAuthor id="3" name="Mary Feil-Jacobs" initials="MF" lastIdx="28" clrIdx="3">
    <p:extLst>
      <p:ext uri="{19B8F6BF-5375-455C-9EA6-DF929625EA0E}">
        <p15:presenceInfo xmlns:p15="http://schemas.microsoft.com/office/powerpoint/2012/main" userId="S-1-5-21-2127521184-1604012920-1887927527-65006" providerId="AD"/>
      </p:ext>
    </p:extLst>
  </p:cmAuthor>
  <p:cmAuthor id="4" name="Tracy Tran" initials="TT" lastIdx="9" clrIdx="4">
    <p:extLst>
      <p:ext uri="{19B8F6BF-5375-455C-9EA6-DF929625EA0E}">
        <p15:presenceInfo xmlns:p15="http://schemas.microsoft.com/office/powerpoint/2012/main" userId="S::tracyt@microsoft.com::7b485f56-8fe8-4efc-a1b3-85e720327ac5"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B3"/>
    <a:srgbClr val="1A00E2"/>
    <a:srgbClr val="0D0061"/>
    <a:srgbClr val="E8EDF1"/>
    <a:srgbClr val="C03BC4"/>
    <a:srgbClr val="F4364C"/>
    <a:srgbClr val="E8E6DF"/>
    <a:srgbClr val="F4F3F5"/>
    <a:srgbClr val="0078D4"/>
    <a:srgbClr val="F0F0F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015" autoAdjust="0"/>
    <p:restoredTop sz="94660"/>
  </p:normalViewPr>
  <p:slideViewPr>
    <p:cSldViewPr snapToGrid="0">
      <p:cViewPr>
        <p:scale>
          <a:sx n="140" d="100"/>
          <a:sy n="140" d="100"/>
        </p:scale>
        <p:origin x="-108" y="690"/>
      </p:cViewPr>
      <p:guideLst/>
    </p:cSldViewPr>
  </p:slideViewPr>
  <p:notesTextViewPr>
    <p:cViewPr>
      <p:scale>
        <a:sx n="1" d="1"/>
        <a:sy n="1" d="1"/>
      </p:scale>
      <p:origin x="0" y="0"/>
    </p:cViewPr>
  </p:notesText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31" Type="http://schemas.openxmlformats.org/officeDocument/2006/relationships/slide" Target="slides/slide1.xml"/><Relationship Id="rId32" Type="http://schemas.openxmlformats.org/officeDocument/2006/relationships/slide" Target="slides/slide2.xml"/><Relationship Id="rId33" Type="http://schemas.openxmlformats.org/officeDocument/2006/relationships/slide" Target="slides/slide3.xml"/><Relationship Id="rId34" Type="http://schemas.openxmlformats.org/officeDocument/2006/relationships/slide" Target="slides/slide4.xml"/><Relationship Id="rId35" Type="http://schemas.openxmlformats.org/officeDocument/2006/relationships/slide" Target="slides/slide5.xml"/><Relationship Id="rId36" Type="http://schemas.openxmlformats.org/officeDocument/2006/relationships/slide" Target="slides/slide6.xml"/><Relationship Id="rId37" Type="http://schemas.openxmlformats.org/officeDocument/2006/relationships/slide" Target="slides/slide7.xml"/><Relationship Id="rId38" Type="http://schemas.openxmlformats.org/officeDocument/2006/relationships/slide" Target="slides/slide8.xml"/><Relationship Id="rId39" Type="http://schemas.openxmlformats.org/officeDocument/2006/relationships/slide" Target="slides/slide9.xml"/><Relationship Id="rId40" Type="http://schemas.openxmlformats.org/officeDocument/2006/relationships/slide" Target="slides/slide10.xml"/><Relationship Id="rId61" Type="http://schemas.openxmlformats.org/officeDocument/2006/relationships/notesMaster" Target="notesMasters/notesMaster1.xml"/><Relationship Id="rId62" Type="http://schemas.openxmlformats.org/officeDocument/2006/relationships/handoutMaster" Target="handoutMasters/handoutMaster1.xml"/><Relationship Id="rId63" Type="http://schemas.openxmlformats.org/officeDocument/2006/relationships/font" Target="fonts/font1.fntdata"/><Relationship Id="rId64" Type="http://schemas.openxmlformats.org/officeDocument/2006/relationships/font" Target="fonts/font2.fntdata"/><Relationship Id="rId65" Type="http://schemas.openxmlformats.org/officeDocument/2006/relationships/font" Target="fonts/font3.fntdata"/><Relationship Id="rId66" Type="http://schemas.openxmlformats.org/officeDocument/2006/relationships/font" Target="fonts/font4.fntdata"/><Relationship Id="rId67" Type="http://schemas.openxmlformats.org/officeDocument/2006/relationships/font" Target="fonts/font5.fntdata"/><Relationship Id="rId68" Type="http://schemas.openxmlformats.org/officeDocument/2006/relationships/font" Target="fonts/font6.fntdata"/><Relationship Id="rId69" Type="http://schemas.openxmlformats.org/officeDocument/2006/relationships/font" Target="fonts/font7.fntdata"/><Relationship Id="rId70" Type="http://schemas.openxmlformats.org/officeDocument/2006/relationships/font" Target="fonts/font8.fntdata"/><Relationship Id="rId71" Type="http://schemas.openxmlformats.org/officeDocument/2006/relationships/font" Target="fonts/font9.fntdata"/><Relationship Id="rId72" Type="http://schemas.openxmlformats.org/officeDocument/2006/relationships/font" Target="fonts/font10.fntdata"/><Relationship Id="rId73" Type="http://schemas.openxmlformats.org/officeDocument/2006/relationships/font" Target="fonts/font11.fntdata"/><Relationship Id="rId74" Type="http://schemas.openxmlformats.org/officeDocument/2006/relationships/font" Target="fonts/font12.fntdata"/><Relationship Id="rId75" Type="http://schemas.openxmlformats.org/officeDocument/2006/relationships/font" Target="fonts/font13.fntdata"/><Relationship Id="rId76" Type="http://schemas.openxmlformats.org/officeDocument/2006/relationships/font" Target="fonts/font14.fntdata"/><Relationship Id="rId77" Type="http://schemas.openxmlformats.org/officeDocument/2006/relationships/font" Target="fonts/font15.fntdata"/><Relationship Id="rId78" Type="http://schemas.openxmlformats.org/officeDocument/2006/relationships/font" Target="fonts/font16.fntdata"/><Relationship Id="rId79" Type="http://schemas.openxmlformats.org/officeDocument/2006/relationships/font" Target="fonts/font17.fntdata"/><Relationship Id="rId80" Type="http://schemas.openxmlformats.org/officeDocument/2006/relationships/font" Target="fonts/font18.fntdata"/><Relationship Id="rId81" Type="http://schemas.openxmlformats.org/officeDocument/2006/relationships/commentAuthors" Target="commentAuthors.xml"/><Relationship Id="rId82" Type="http://schemas.openxmlformats.org/officeDocument/2006/relationships/presProps" Target="presProps.xml"/><Relationship Id="rId83" Type="http://schemas.openxmlformats.org/officeDocument/2006/relationships/viewProps" Target="viewProps.xml"/><Relationship Id="rId84" Type="http://schemas.openxmlformats.org/officeDocument/2006/relationships/theme" Target="theme/theme1.xml"/><Relationship Id="rId85" Type="http://schemas.openxmlformats.org/officeDocument/2006/relationships/tableStyles" Target="tableStyles.xml"/><Relationship Id="rId86" Type="http://schemas.microsoft.com/office/2018/10/relationships/authors" Targe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Header Placeholder 5"/>
          <p:cNvSpPr>
            <a:spLocks noGrp="1"/>
          </p:cNvSpPr>
          <p:nvPr>
            <p:ph type="hdr" sz="quarter"/>
          </p:nvPr>
        </p:nvSpPr>
        <p:spPr>
          <a:xfrm>
            <a:off x="0" y="-11574"/>
            <a:ext cx="2971800" cy="457200"/>
          </a:xfrm>
          <a:prstGeom prst="rect">
            <a:avLst/>
          </a:prstGeom>
        </p:spPr>
        <p:txBody>
          <a:bodyPr vert="horz" lIns="91440" tIns="45720" rIns="91440" bIns="45720" rtlCol="0"/>
          <a:lstStyle>
            <a:lvl1pPr algn="l">
              <a:defRPr sz="1200"/>
            </a:lvl1pPr>
          </a:lstStyle>
          <a:p>
            <a:endParaRPr lang="en-US">
              <a:latin typeface="Segoe UI" panose="020B0502040204020203" pitchFamily="34" charset="0"/>
            </a:endParaRPr>
          </a:p>
        </p:txBody>
      </p:sp>
      <p:sp>
        <p:nvSpPr>
          <p:cNvPr id="7" name="Date Placeholder 6"/>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460F9EC6-89FF-47E1-8594-1A32E3B45134}" type="datetime8">
              <a:rPr lang="en-US" smtClean="0">
                <a:latin typeface="Segoe UI" panose="020B0502040204020203" pitchFamily="34" charset="0"/>
              </a:rPr>
              <a:t>4/3/2026 11:53 AM</a:t>
            </a:fld>
            <a:endParaRPr lang="en-US">
              <a:latin typeface="Segoe UI" panose="020B0502040204020203" pitchFamily="34" charset="0"/>
            </a:endParaRPr>
          </a:p>
        </p:txBody>
      </p:sp>
      <p:sp>
        <p:nvSpPr>
          <p:cNvPr id="8" name="Footer Placeholder 7"/>
          <p:cNvSpPr>
            <a:spLocks noGrp="1"/>
          </p:cNvSpPr>
          <p:nvPr>
            <p:ph type="ftr" sz="quarter" idx="2"/>
          </p:nvPr>
        </p:nvSpPr>
        <p:spPr>
          <a:xfrm>
            <a:off x="0" y="8685213"/>
            <a:ext cx="5795010" cy="332434"/>
          </a:xfrm>
          <a:prstGeom prst="rect">
            <a:avLst/>
          </a:prstGeom>
        </p:spPr>
        <p:txBody>
          <a:bodyPr vert="horz" lIns="91440" tIns="45720" rIns="91440" bIns="45720" rtlCol="0" anchor="b"/>
          <a:lstStyle>
            <a:lvl1pPr algn="l">
              <a:defRPr sz="1200"/>
            </a:lvl1pPr>
          </a:lstStyle>
          <a:p>
            <a:pPr marL="398463" defTabSz="914099" eaLnBrk="0" hangingPunct="0"/>
            <a:r>
              <a:rPr lang="en-US" sz="400">
                <a:gradFill>
                  <a:gsLst>
                    <a:gs pos="0">
                      <a:schemeClr val="tx1"/>
                    </a:gs>
                    <a:gs pos="100000">
                      <a:schemeClr val="tx1"/>
                    </a:gs>
                  </a:gsLst>
                  <a:lin ang="5400000" scaled="0"/>
                </a:gradFill>
                <a:latin typeface="Segoe UI" panose="020B0502040204020203" pitchFamily="34" charset="0"/>
                <a:ea typeface="Segoe UI" pitchFamily="34" charset="0"/>
                <a:cs typeface="Segoe UI" panose="020B0502040204020203" pitchFamily="34" charset="0"/>
              </a:rPr>
              <a:t>© Microsoft Corporation. All rights reserved. MICROSOFT MAKES NO WARRANTIES, EXPRESS, IMPLIED OR STATUTORY, AS TO THE INFORMATION IN THIS PRESENTATION.</a:t>
            </a:r>
          </a:p>
        </p:txBody>
      </p:sp>
      <p:sp>
        <p:nvSpPr>
          <p:cNvPr id="9" name="Slide Number Placeholder 8"/>
          <p:cNvSpPr>
            <a:spLocks noGrp="1"/>
          </p:cNvSpPr>
          <p:nvPr>
            <p:ph type="sldNum" sz="quarter" idx="3"/>
          </p:nvPr>
        </p:nvSpPr>
        <p:spPr>
          <a:xfrm>
            <a:off x="5783579" y="8685213"/>
            <a:ext cx="1072833" cy="457200"/>
          </a:xfrm>
          <a:prstGeom prst="rect">
            <a:avLst/>
          </a:prstGeom>
        </p:spPr>
        <p:txBody>
          <a:bodyPr vert="horz" lIns="91440" tIns="45720" rIns="91440" bIns="45720" rtlCol="0" anchor="b"/>
          <a:lstStyle>
            <a:lvl1pPr algn="r">
              <a:defRPr sz="1200"/>
            </a:lvl1pPr>
          </a:lstStyle>
          <a:p>
            <a:fld id="{0EC9E9D6-92A0-482B-A603-C9BA7FFB8190}" type="slidenum">
              <a:rPr lang="en-US" smtClean="0">
                <a:latin typeface="Segoe UI" panose="020B0502040204020203" pitchFamily="34" charset="0"/>
              </a:rPr>
              <a:t>‹#›</a:t>
            </a:fld>
            <a:endParaRPr lang="en-US">
              <a:latin typeface="Segoe UI" panose="020B0502040204020203" pitchFamily="34" charset="0"/>
            </a:endParaRPr>
          </a:p>
        </p:txBody>
      </p:sp>
    </p:spTree>
    <p:extLst>
      <p:ext uri="{BB962C8B-B14F-4D97-AF65-F5344CB8AC3E}">
        <p14:creationId xmlns:p14="http://schemas.microsoft.com/office/powerpoint/2010/main" val="3904595630"/>
      </p:ext>
    </p:extLst>
  </p:cSld>
  <p:clrMap bg1="lt1" tx1="dk1" bg2="lt2" tx2="dk2" accent1="accent1" accent2="accent2" accent3="accent3" accent4="accent4" accent5="accent5" accent6="accent6" hlink="hlink" folHlink="folHlink"/>
  <p:hf/>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Header Placeholder 7"/>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anose="020B0502040204020203" pitchFamily="34" charset="0"/>
              </a:defRPr>
            </a:lvl1pPr>
          </a:lstStyle>
          <a:p>
            <a:endParaRPr lang="en-US"/>
          </a:p>
        </p:txBody>
      </p:sp>
      <p:sp>
        <p:nvSpPr>
          <p:cNvPr id="9" name="Slide Image Placeholder 8"/>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10" name="Footer Placeholder 9"/>
          <p:cNvSpPr>
            <a:spLocks noGrp="1"/>
          </p:cNvSpPr>
          <p:nvPr>
            <p:ph type="ftr" sz="quarter" idx="4"/>
          </p:nvPr>
        </p:nvSpPr>
        <p:spPr>
          <a:xfrm>
            <a:off x="0" y="8686800"/>
            <a:ext cx="5920740" cy="355964"/>
          </a:xfrm>
          <a:prstGeom prst="rect">
            <a:avLst/>
          </a:prstGeom>
        </p:spPr>
        <p:txBody>
          <a:bodyPr vert="horz" lIns="91440" tIns="45720" rIns="91440" bIns="45720" rtlCol="0" anchor="b"/>
          <a:lstStyle>
            <a:lvl1pPr marL="571500" indent="0" algn="l">
              <a:defRPr sz="1200">
                <a:latin typeface="Segoe UI" panose="020B0502040204020203" pitchFamily="34" charset="0"/>
                <a:cs typeface="Segoe UI" panose="020B0502040204020203" pitchFamily="34" charset="0"/>
              </a:defRPr>
            </a:lvl1pPr>
          </a:lstStyle>
          <a:p>
            <a:pPr defTabSz="914099" eaLnBrk="0" hangingPunct="0"/>
            <a:r>
              <a:rPr lang="en-US" sz="400">
                <a:gradFill>
                  <a:gsLst>
                    <a:gs pos="0">
                      <a:prstClr val="black"/>
                    </a:gs>
                    <a:gs pos="100000">
                      <a:prstClr val="black"/>
                    </a:gs>
                  </a:gsLst>
                  <a:lin ang="5400000" scaled="0"/>
                </a:gradFill>
                <a:ea typeface="Segoe UI" pitchFamily="34" charset="0"/>
              </a:rPr>
              <a:t>© Microsoft Corporation. All rights reserved. MICROSOFT MAKES NO WARRANTIES, EXPRESS, IMPLIED OR STATUTORY, AS TO THE INFORMATION IN THIS PRESENTATION.</a:t>
            </a:r>
          </a:p>
        </p:txBody>
      </p:sp>
      <p:sp>
        <p:nvSpPr>
          <p:cNvPr id="11" name="Date Placeholder 10"/>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anose="020B0502040204020203" pitchFamily="34" charset="0"/>
              </a:defRPr>
            </a:lvl1pPr>
          </a:lstStyle>
          <a:p>
            <a:fld id="{386CE63F-9E7F-4C04-9D0D-FCA25A8E9E86}" type="datetime8">
              <a:rPr lang="en-US" smtClean="0"/>
              <a:pPr/>
              <a:t>4/3/2026 11:53 AM</a:t>
            </a:fld>
            <a:endParaRPr lang="en-US"/>
          </a:p>
        </p:txBody>
      </p:sp>
      <p:sp>
        <p:nvSpPr>
          <p:cNvPr id="12" name="Notes Placeholder 11"/>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12"/>
          <p:cNvSpPr>
            <a:spLocks noGrp="1"/>
          </p:cNvSpPr>
          <p:nvPr>
            <p:ph type="sldNum" sz="quarter" idx="5"/>
          </p:nvPr>
        </p:nvSpPr>
        <p:spPr>
          <a:xfrm>
            <a:off x="5909309" y="8685213"/>
            <a:ext cx="947103" cy="457200"/>
          </a:xfrm>
          <a:prstGeom prst="rect">
            <a:avLst/>
          </a:prstGeom>
        </p:spPr>
        <p:txBody>
          <a:bodyPr vert="horz" lIns="91440" tIns="45720" rIns="91440" bIns="45720" rtlCol="0" anchor="b"/>
          <a:lstStyle>
            <a:lvl1pPr algn="r">
              <a:defRPr sz="1200">
                <a:latin typeface="Segoe UI" panose="020B0502040204020203" pitchFamily="34" charset="0"/>
              </a:defRPr>
            </a:lvl1pPr>
          </a:lstStyle>
          <a:p>
            <a:fld id="{B4008EB6-D09E-4580-8CD6-DDB14511944F}" type="slidenum">
              <a:rPr lang="en-US" smtClean="0"/>
              <a:pPr/>
              <a:t>‹#›</a:t>
            </a:fld>
            <a:endParaRPr lang="en-US"/>
          </a:p>
        </p:txBody>
      </p:sp>
    </p:spTree>
    <p:extLst>
      <p:ext uri="{BB962C8B-B14F-4D97-AF65-F5344CB8AC3E}">
        <p14:creationId xmlns:p14="http://schemas.microsoft.com/office/powerpoint/2010/main" val="2624648265"/>
      </p:ext>
    </p:extLst>
  </p:cSld>
  <p:clrMap bg1="lt1" tx1="dk1" bg2="lt2" tx2="dk2" accent1="accent1" accent2="accent2" accent3="accent3" accent4="accent4" accent5="accent5" accent6="accent6" hlink="hlink" folHlink="folHlink"/>
  <p:hf/>
  <p:notesStyle>
    <a:lvl1pPr marL="0" algn="l" defTabSz="914367" rtl="0" eaLnBrk="1" latinLnBrk="0" hangingPunct="1">
      <a:lnSpc>
        <a:spcPct val="90000"/>
      </a:lnSpc>
      <a:spcAft>
        <a:spcPts val="333"/>
      </a:spcAft>
      <a:defRPr sz="882" kern="1200">
        <a:solidFill>
          <a:schemeClr val="tx1"/>
        </a:solidFill>
        <a:latin typeface="Segoe UI" panose="020B0502040204020203" pitchFamily="34" charset="0"/>
        <a:ea typeface="+mn-ea"/>
        <a:cs typeface="+mn-cs"/>
      </a:defRPr>
    </a:lvl1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Fifteen minutes, two ideas.</a:t>
            </a:r>
          </a:p>
          <a:p/>
          <a:p>
            <a:r>
              <a:t>First: what actually makes a repository a place a coding agent can do useful work. Everyone's written an instructions file by now. That is table stakes, not the finish line.</a:t>
            </a:r>
          </a:p>
          <a:p/>
          <a:p>
            <a:r>
              <a:t>Second: how work moves through that repo end to end, from an issue to a merged PR, and exactly where you as an engineer stay in control.</a:t>
            </a:r>
          </a:p>
          <a:p/>
          <a:p>
            <a:r>
              <a:t>I'm going to be concrete and GitHub-specific, because vague advice about 'good hygiene' is useless. But the principles hold for whatever agent you end up using.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reframe I want you to leave with.</a:t>
            </a:r>
          </a:p>
          <a:p/>
          <a:p>
            <a:r>
              <a:t>When a new engineer joins your team, they read the README, they run the setup, they break something, and then they ask a teammate what actually happened. That last step is where most of the real knowledge transfers.</a:t>
            </a:r>
          </a:p>
          <a:p/>
          <a:p>
            <a:r>
              <a:t>An agent doesn't get that step. It gets exactly what's in the repo, and nothing else. So the gap between what's written down and what your team actually knows is now a performance ceiling on the agent.</a:t>
            </a:r>
          </a:p>
          <a:p/>
          <a:p>
            <a:r>
              <a:t>The good news: everything that makes a repo agent-ready also makes it better for the humans. Nothing on the next slides is wasted effort if you decide agents aren't for you.</a:t>
            </a:r>
          </a:p>
          <a:p/>
          <a:p>
            <a:r>
              <a:t>(About 60 seconds here, then move.)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things. The first one is the one everybody already does, and the other four are where the actual leverage is.</a:t>
            </a:r>
          </a:p>
          <a:p/>
          <a:p>
            <a:r>
              <a:t>Instructions: your AGENTS.md and Copilot instructions files.</a:t>
            </a:r>
          </a:p>
          <a:p>
            <a:r>
              <a:t>Environment: can the agent get to a working setup without a human?</a:t>
            </a:r>
          </a:p>
          <a:p>
            <a:r>
              <a:t>Tests: how does it know when it's done?</a:t>
            </a:r>
          </a:p>
          <a:p>
            <a:r>
              <a:t>CI signal: when it fails, does the failure tell it anything?</a:t>
            </a:r>
          </a:p>
          <a:p>
            <a:r>
              <a:t>Docs: does the why exist anywhere it can find?</a:t>
            </a:r>
          </a:p>
          <a:p/>
          <a:p>
            <a:r>
              <a:t>Notice four of the five are about feedback, not instruction. That's the point. You are not going to prompt your way to quality. You get quality by giving the agent a tight loop it can run itself.</a:t>
            </a:r>
          </a:p>
          <a:p/>
          <a:p>
            <a:r>
              <a:t>(Roughly 90 seconds. This is the spine of the first half.)</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tour of where instructions live, then the part that matters.</a:t>
            </a:r>
          </a:p>
          <a:p/>
          <a:p>
            <a:r>
              <a:t>AGENTS.md at the repo root is the open convention, and Copilot reads it. copilot-instructions.md is the GitHub-specific one. And path-scoped instruction files let you say 'when touching anything under services/payments, here are the extra rules' using an applyTo glob. That scoping matters in a monorepo, because a wall of global rules is mostly irrelevant on any given task.</a:t>
            </a:r>
          </a:p>
          <a:p/>
          <a:p>
            <a:r>
              <a:t>Now the part people get wrong. The failure mode I see is a beautifully written 3,000-word instructions file where half the commands are stale. The agent trusts it, runs a command that doesn't exist anymore, and burns three iterations recovering.</a:t>
            </a:r>
          </a:p>
          <a:p/>
          <a:p>
            <a:r>
              <a:t>So: paste every command in that file into a clean shell before you commit it. Treat it like code, because it is. If your setup changes and the file doesn't, you've built a liability.</a:t>
            </a:r>
          </a:p>
          <a:p/>
          <a:p>
            <a:r>
              <a:t>(90 seconds.)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halves of the same problem: can the agent get to a working state, and can it tell whether it succeeded.</a:t>
            </a:r>
          </a:p>
          <a:p/>
          <a:p>
            <a:r>
              <a:t>On environment. Copilot's coding agent runs in an ephemeral GitHub Actions container. If your setup takes twenty minutes of undocumented steps, that's twenty minutes of the agent guessing. There's a workflow file, copilot-setup-steps.yml, whose entire job is to preinstall your dependencies before the agent ever starts working. If you do one infrastructure thing after this talk, do that one.</a:t>
            </a:r>
          </a:p>
          <a:p/>
          <a:p>
            <a:r>
              <a:t>On tests. This is the single biggest quality lever, and it's not close. An agent with a working test suite can check itself, fix itself, and iterate. An agent without one writes plausible code and hands it to you to validate, which means you did not save any time. You just moved the work to review.</a:t>
            </a:r>
          </a:p>
          <a:p/>
          <a:p>
            <a:r>
              <a:t>Speed matters more than you think. A forty minute suite means the agent gets one or two shots. A four minute suite means it gets ten.</a:t>
            </a:r>
          </a:p>
          <a:p/>
          <a:p>
            <a:r>
              <a:t>(90 seconds. This is the most important slide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Faster version of the same idea, applied to CI and docs.</a:t>
            </a:r>
          </a:p>
          <a:p/>
          <a:p>
            <a:r>
              <a:t>CI is the agent's second feedback loop, after tests. Same rule applies: the quality of the signal determines the quality of the response. 'Build failed' with eight hundred lines of log is not a signal. A file, a line, and a message is.</a:t>
            </a:r>
          </a:p>
          <a:p/>
          <a:p>
            <a:r>
              <a:t>Flaky tests deserve a special mention. A human learns to shrug and hit rerun. An agent takes the failure at face value and starts 'fixing' code that was never broken. Every flaky test in your suite is actively making agent output worse.</a:t>
            </a:r>
          </a:p>
          <a:p/>
          <a:p>
            <a:r>
              <a:t>On docs. ADRs are underrated here. When an agent doesn't know why you chose something, it will happily propose the thing you already rejected two years ago. Write the why down once.</a:t>
            </a:r>
          </a:p>
          <a:p/>
          <a:p>
            <a:r>
              <a:t>And prune. A stale doc is confidently wrong context, which is worse than a gap. A gap makes the agent look; wrong context makes it act.</a:t>
            </a:r>
          </a:p>
          <a:p/>
          <a:p>
            <a:r>
              <a:t>(75 seconds. Compress this one if you're running long.)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half. Here's the whole loop on one slide.</a:t>
            </a:r>
          </a:p>
          <a:p/>
          <a:p>
            <a:r>
              <a:t>Issue: describe the problem and the constraints, not your guess at the implementation. If you already know the exact diff, just write it yourself.</a:t>
            </a:r>
          </a:p>
          <a:p/>
          <a:p>
            <a:r>
              <a:t>Spec: acceptance criteria specific enough that something automated can check them. 'Make search faster' is not a spec. 'p95 under 200ms on this query, with a test that fails today' is.</a:t>
            </a:r>
          </a:p>
          <a:p/>
          <a:p>
            <a:r>
              <a:t>Agent: you assign the issue to Copilot. It runs in Actions, in its own container, on its own branch.</a:t>
            </a:r>
          </a:p>
          <a:p/>
          <a:p>
            <a:r>
              <a:t>PR: it opens a draft PR and publishes its session logs. You can read what it tried, what failed, and why it chose what it chose. Read those logs, especially early on. They tell you exactly which part of your repo is confusing.</a:t>
            </a:r>
          </a:p>
          <a:p/>
          <a:p>
            <a:r>
              <a:t>Review and merge: normal PR flow. Your branch protections, required checks, and CODEOWNERS all still apply. Nothing about this bypasses your existing controls.</a:t>
            </a:r>
          </a:p>
          <a:p/>
          <a:p>
            <a:r>
              <a:t>And the line at the bottom is the part most teams skip. When you leave a review comment correcting the agent, that correction belongs in AGENTS.md, not just in the PR thread. Otherwise you will type it again next week.</a:t>
            </a:r>
          </a:p>
          <a:p/>
          <a:p>
            <a:r>
              <a:t>(About 2 minutes. This is the anchor slide for the second half.)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control points. None of these are optional, and none of them are new.</a:t>
            </a:r>
          </a:p>
          <a:p/>
          <a:p>
            <a:r>
              <a:t>Writing the spec is where you have the most leverage and where teams invest the least. Ten minutes of precision here saves an hour of review.</a:t>
            </a:r>
          </a:p>
          <a:p/>
          <a:p>
            <a:r>
              <a:t>Approving the run is a real gate, not a formality. GitHub deliberately will not run your workflows on a Copilot-authored PR until a human with write access approves it. That exists so an agent can't write a workflow that exfiltrates your secrets. Do not reflexively click approve.</a:t>
            </a:r>
          </a:p>
          <a:p/>
          <a:p>
            <a:r>
              <a:t>Reviewing the diff is where the job actually changes. You are not proofreading anymore. You're asking: is this solving the right problem, does it touch more than it should, and does it match how we do things here. Delegate the mechanical checks to CI so your attention goes to judgment.</a:t>
            </a:r>
          </a:p>
          <a:p/>
          <a:p>
            <a:r>
              <a:t>And ownership doesn't move. If you merge it, it's yours. That's the same contract as reviewing a teammate's PR, and it's the reason none of this is scary.</a:t>
            </a:r>
          </a:p>
          <a:p/>
          <a:p>
            <a:r>
              <a:t>(90 seconds.)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things, in order, and the order matters.</a:t>
            </a:r>
          </a:p>
          <a:p/>
          <a:p>
            <a:r>
              <a:t>One: write the instructions file. It's an afternoon. The rule is that you paste every command into a clean shell and confirm it works before you commit.</a:t>
            </a:r>
          </a:p>
          <a:p/>
          <a:p>
            <a:r>
              <a:t>Two: find your slowest feedback loop and fix it. Long test suite, flaky integration job, a setup that needs a VPN and a favor from platform. Whatever makes you sigh. You hit that loop a few times a day; an agent hits it a few times a task.</a:t>
            </a:r>
          </a:p>
          <a:p/>
          <a:p>
            <a:r>
              <a:t>Three, and this is the one people skip: run one real issue all the way through. Not a demo, not a toy. Something small and boring from your actual backlog. You will learn more from one honest end-to-end run than from any deck, including this one.</a:t>
            </a:r>
          </a:p>
          <a:p/>
          <a:p>
            <a:r>
              <a:t>The teams that get value here aren't the ones with the best prompts. They're the ones whose repos were already in decent shape, and who closed the loop when they found gaps.</a:t>
            </a:r>
          </a:p>
          <a:p/>
          <a:p>
            <a:r>
              <a:t>(60 seconds, then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a:t>
            </a:r>
          </a:p>
          <a:p/>
          <a:p>
            <a:r>
              <a:t>Likely ones, and short answers:</a:t>
            </a:r>
          </a:p>
          <a:p/>
          <a:p>
            <a:r>
              <a:t>“Does it work on our legacy service?” Usually less well, and the reason is diagnostic. Weak tests and undocumented setup hurt agents in exactly the places they already hurt onboarding.</a:t>
            </a:r>
          </a:p>
          <a:p/>
          <a:p>
            <a:r>
              <a:t>“How do we stop it merging something bad?” You don't have to build anything new. Branch protections, required checks, and CODEOWNERS already cover it. The agent opens PRs; it doesn't merge them.</a:t>
            </a:r>
          </a:p>
          <a:p/>
          <a:p>
            <a:r>
              <a:t>“Isn't writing the spec as much work as writing the code?” Sometimes, and when it is, write the code. This is for the well-defined, tedious middle of your backlog, not the hard design problems.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5.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5.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jpe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jpe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jpe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jpeg"/><Relationship Id="rId3" Type="http://schemas.openxmlformats.org/officeDocument/2006/relationships/image" Target="../media/image17.jpe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jpeg"/><Relationship Id="rId3" Type="http://schemas.openxmlformats.org/officeDocument/2006/relationships/image" Target="../media/image19.jpeg"/><Relationship Id="rId4" Type="http://schemas.openxmlformats.org/officeDocument/2006/relationships/image" Target="../media/image20.jpe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sv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 Id="rId3" Type="http://schemas.openxmlformats.org/officeDocument/2006/relationships/image" Target="../media/image37.jpe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png"/><Relationship Id="rId3" Type="http://schemas.openxmlformats.org/officeDocument/2006/relationships/image" Target="../media/image39.jpe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0.png"/><Relationship Id="rId3" Type="http://schemas.openxmlformats.org/officeDocument/2006/relationships/image" Target="../media/image41.jpe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jpe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3.jpe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4.png"/><Relationship Id="rId3" Type="http://schemas.openxmlformats.org/officeDocument/2006/relationships/image" Target="../media/image3.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5.png"/><Relationship Id="rId3" Type="http://schemas.openxmlformats.org/officeDocument/2006/relationships/image" Target="../media/image5.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Walkin 1">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3B4BC62-442D-D07F-D062-B23F459AF590}"/>
              </a:ext>
            </a:extLst>
          </p:cNvPr>
          <p:cNvSpPr txBox="1"/>
          <p:nvPr userDrawn="1"/>
        </p:nvSpPr>
        <p:spPr>
          <a:xfrm>
            <a:off x="584200" y="2427667"/>
            <a:ext cx="3790950" cy="1495794"/>
          </a:xfrm>
          <a:prstGeom prst="rect">
            <a:avLst/>
          </a:prstGeom>
          <a:noFill/>
        </p:spPr>
        <p:txBody>
          <a:bodyPr wrap="square" lIns="0" tIns="0" rIns="0" bIns="0" rtlCol="0">
            <a:spAutoFit/>
          </a:bodyPr>
          <a:lstStyle/>
          <a:p>
            <a:pPr algn="l">
              <a:lnSpc>
                <a:spcPct val="90000"/>
              </a:lnSpc>
            </a:pPr>
            <a:r>
              <a:rPr lang="en-US" sz="5400" b="0" i="0" spc="-150">
                <a:solidFill>
                  <a:schemeClr val="tx1"/>
                </a:solidFill>
                <a:latin typeface="+mj-lt"/>
                <a:cs typeface="Segoe UI" panose="020B0502040204020203" pitchFamily="34" charset="0"/>
              </a:rPr>
              <a:t>Microsoft Azure</a:t>
            </a:r>
          </a:p>
        </p:txBody>
      </p:sp>
      <p:pic>
        <p:nvPicPr>
          <p:cNvPr id="4" name="Picture 3" descr="Microsoft Azure logo">
            <a:extLst>
              <a:ext uri="{FF2B5EF4-FFF2-40B4-BE49-F238E27FC236}">
                <a16:creationId xmlns:a16="http://schemas.microsoft.com/office/drawing/2014/main" id="{B92E3A10-69AE-68A3-B512-FC086263F478}"/>
              </a:ext>
            </a:extLst>
          </p:cNvPr>
          <p:cNvPicPr>
            <a:picLocks noChangeAspect="1"/>
          </p:cNvPicPr>
          <p:nvPr userDrawn="1"/>
        </p:nvPicPr>
        <p:blipFill>
          <a:blip r:embed="rId3"/>
          <a:stretch>
            <a:fillRect/>
          </a:stretch>
        </p:blipFill>
        <p:spPr>
          <a:xfrm>
            <a:off x="294223" y="296181"/>
            <a:ext cx="2623905" cy="867878"/>
          </a:xfrm>
          <a:prstGeom prst="rect">
            <a:avLst/>
          </a:prstGeom>
        </p:spPr>
      </p:pic>
    </p:spTree>
    <p:extLst>
      <p:ext uri="{BB962C8B-B14F-4D97-AF65-F5344CB8AC3E}">
        <p14:creationId xmlns:p14="http://schemas.microsoft.com/office/powerpoint/2010/main" val="1913746246"/>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Walkin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3B4BC62-442D-D07F-D062-B23F459AF590}"/>
              </a:ext>
            </a:extLst>
          </p:cNvPr>
          <p:cNvSpPr txBox="1"/>
          <p:nvPr userDrawn="1"/>
        </p:nvSpPr>
        <p:spPr>
          <a:xfrm>
            <a:off x="584200" y="2427667"/>
            <a:ext cx="3790950" cy="1495794"/>
          </a:xfrm>
          <a:prstGeom prst="rect">
            <a:avLst/>
          </a:prstGeom>
          <a:noFill/>
        </p:spPr>
        <p:txBody>
          <a:bodyPr wrap="square" lIns="0" tIns="0" rIns="0" bIns="0" rtlCol="0">
            <a:spAutoFit/>
          </a:bodyPr>
          <a:lstStyle/>
          <a:p>
            <a:pPr algn="l">
              <a:lnSpc>
                <a:spcPct val="90000"/>
              </a:lnSpc>
            </a:pPr>
            <a:r>
              <a:rPr lang="en-US" sz="5400" b="0" i="0" spc="-150">
                <a:solidFill>
                  <a:schemeClr val="bg1"/>
                </a:solidFill>
                <a:latin typeface="+mj-lt"/>
                <a:cs typeface="Segoe UI" panose="020B0502040204020203" pitchFamily="34" charset="0"/>
              </a:rPr>
              <a:t>Microsoft Azure</a:t>
            </a:r>
          </a:p>
        </p:txBody>
      </p:sp>
      <p:pic>
        <p:nvPicPr>
          <p:cNvPr id="2" name="Picture 1" descr="Microsoft Azure logo">
            <a:extLst>
              <a:ext uri="{FF2B5EF4-FFF2-40B4-BE49-F238E27FC236}">
                <a16:creationId xmlns:a16="http://schemas.microsoft.com/office/drawing/2014/main" id="{01FEAF95-BADD-9F33-545F-EF09602EDEB3}"/>
              </a:ext>
            </a:extLst>
          </p:cNvPr>
          <p:cNvPicPr>
            <a:picLocks noChangeAspect="1"/>
          </p:cNvPicPr>
          <p:nvPr userDrawn="1"/>
        </p:nvPicPr>
        <p:blipFill>
          <a:blip r:embed="rId3"/>
          <a:srcRect/>
          <a:stretch/>
        </p:blipFill>
        <p:spPr>
          <a:xfrm>
            <a:off x="294223" y="296181"/>
            <a:ext cx="2623905" cy="867877"/>
          </a:xfrm>
          <a:prstGeom prst="rect">
            <a:avLst/>
          </a:prstGeom>
        </p:spPr>
      </p:pic>
    </p:spTree>
    <p:extLst>
      <p:ext uri="{BB962C8B-B14F-4D97-AF65-F5344CB8AC3E}">
        <p14:creationId xmlns:p14="http://schemas.microsoft.com/office/powerpoint/2010/main" val="115799712"/>
      </p:ext>
    </p:extLst>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Slide 1">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302670"/>
            <a:ext cx="4978400" cy="1231106"/>
          </a:xfrm>
          <a:noFill/>
        </p:spPr>
        <p:txBody>
          <a:bodyPr wrap="square" lIns="0" tIns="0" rIns="0" bIns="0" anchor="b" anchorCtr="0">
            <a:spAutoFit/>
          </a:bodyPr>
          <a:lstStyle>
            <a:lvl1pPr>
              <a:defRPr sz="4000" b="0" i="0" spc="-150" baseline="0">
                <a:solidFill>
                  <a:schemeClr val="accent5"/>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4978400" cy="246221"/>
          </a:xfrm>
          <a:noFill/>
        </p:spPr>
        <p:txBody>
          <a:bodyPr wrap="square" lIns="0" tIns="0" rIns="0" bIns="0">
            <a:spAutoFit/>
          </a:bodyPr>
          <a:lstStyle>
            <a:lvl1pPr marL="0" indent="0">
              <a:spcBef>
                <a:spcPts val="0"/>
              </a:spcBef>
              <a:buNone/>
              <a:defRPr sz="1600" b="0" i="0" spc="0" baseline="0">
                <a:solidFill>
                  <a:schemeClr val="accent5"/>
                </a:solidFill>
                <a:latin typeface="+mn-lt"/>
                <a:cs typeface="Segoe UI" panose="020B0502040204020203" pitchFamily="34" charset="0"/>
              </a:defRPr>
            </a:lvl1pPr>
          </a:lstStyle>
          <a:p>
            <a:pPr lvl="0"/>
            <a:r>
              <a:rPr lang="en-US"/>
              <a:t>Speaker name or subtitle text</a:t>
            </a:r>
          </a:p>
        </p:txBody>
      </p:sp>
      <p:pic>
        <p:nvPicPr>
          <p:cNvPr id="2" name="Picture 1" descr="Microsoft Azure logo">
            <a:extLst>
              <a:ext uri="{FF2B5EF4-FFF2-40B4-BE49-F238E27FC236}">
                <a16:creationId xmlns:a16="http://schemas.microsoft.com/office/drawing/2014/main" id="{67D9173D-5201-E09B-CAD7-1B9251C6A730}"/>
              </a:ext>
            </a:extLst>
          </p:cNvPr>
          <p:cNvPicPr>
            <a:picLocks noChangeAspect="1"/>
          </p:cNvPicPr>
          <p:nvPr userDrawn="1"/>
        </p:nvPicPr>
        <p:blipFill>
          <a:blip r:embed="rId3"/>
          <a:stretch>
            <a:fillRect/>
          </a:stretch>
        </p:blipFill>
        <p:spPr>
          <a:xfrm>
            <a:off x="294223" y="296181"/>
            <a:ext cx="2623905" cy="867878"/>
          </a:xfrm>
          <a:prstGeom prst="rect">
            <a:avLst/>
          </a:prstGeom>
        </p:spPr>
      </p:pic>
    </p:spTree>
    <p:extLst>
      <p:ext uri="{BB962C8B-B14F-4D97-AF65-F5344CB8AC3E}">
        <p14:creationId xmlns:p14="http://schemas.microsoft.com/office/powerpoint/2010/main" val="365611275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32" userDrawn="1">
          <p15:clr>
            <a:srgbClr val="5ACBF0"/>
          </p15:clr>
        </p15:guide>
        <p15:guide id="2" orient="horz" pos="2520" userDrawn="1">
          <p15:clr>
            <a:srgbClr val="5ACBF0"/>
          </p15:clr>
        </p15:guide>
        <p15:guide id="3" pos="6144">
          <p15:clr>
            <a:srgbClr val="5ACBF0"/>
          </p15:clr>
        </p15:guide>
        <p15:guide id="4" orient="horz" pos="216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Slide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302670"/>
            <a:ext cx="4978400" cy="1231106"/>
          </a:xfrm>
          <a:noFill/>
        </p:spPr>
        <p:txBody>
          <a:bodyPr wrap="square" lIns="0" tIns="0" rIns="0" bIns="0" anchor="b" anchorCtr="0">
            <a:spAutoFit/>
          </a:bodyPr>
          <a:lstStyle>
            <a:lvl1pPr>
              <a:defRPr lang="en-US" sz="4000" b="0" i="0" kern="1200" cap="none" spc="-150" baseline="0" dirty="0">
                <a:ln w="3175">
                  <a:noFill/>
                </a:ln>
                <a:solidFill>
                  <a:schemeClr val="accent5"/>
                </a:solidFill>
                <a:effectLst/>
                <a:latin typeface="+mj-lt"/>
                <a:ea typeface="+mn-ea"/>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4978400" cy="246221"/>
          </a:xfrm>
          <a:noFill/>
        </p:spPr>
        <p:txBody>
          <a:bodyPr wrap="square" lIns="0" tIns="0" rIns="0" bIns="0">
            <a:spAutoFit/>
          </a:bodyPr>
          <a:lstStyle>
            <a:lvl1pPr marL="0" indent="0">
              <a:spcBef>
                <a:spcPts val="0"/>
              </a:spcBef>
              <a:buNone/>
              <a:defRPr sz="1600" b="0" i="0" spc="0" baseline="0">
                <a:solidFill>
                  <a:schemeClr val="accent5"/>
                </a:solidFill>
                <a:latin typeface="+mn-lt"/>
                <a:cs typeface="Segoe UI" panose="020B0502040204020203" pitchFamily="34" charset="0"/>
              </a:defRPr>
            </a:lvl1pPr>
          </a:lstStyle>
          <a:p>
            <a:pPr lvl="0"/>
            <a:r>
              <a:rPr lang="en-US"/>
              <a:t>Speaker name or subtitle text</a:t>
            </a:r>
          </a:p>
        </p:txBody>
      </p:sp>
      <p:pic>
        <p:nvPicPr>
          <p:cNvPr id="2" name="Picture 1" descr="Microsoft Azure logo">
            <a:extLst>
              <a:ext uri="{FF2B5EF4-FFF2-40B4-BE49-F238E27FC236}">
                <a16:creationId xmlns:a16="http://schemas.microsoft.com/office/drawing/2014/main" id="{653053D8-653F-FBDE-970C-D4605EBBD5D6}"/>
              </a:ext>
            </a:extLst>
          </p:cNvPr>
          <p:cNvPicPr>
            <a:picLocks noChangeAspect="1"/>
          </p:cNvPicPr>
          <p:nvPr userDrawn="1"/>
        </p:nvPicPr>
        <p:blipFill>
          <a:blip r:embed="rId3"/>
          <a:stretch>
            <a:fillRect/>
          </a:stretch>
        </p:blipFill>
        <p:spPr>
          <a:xfrm>
            <a:off x="294223" y="296181"/>
            <a:ext cx="2623905" cy="867878"/>
          </a:xfrm>
          <a:prstGeom prst="rect">
            <a:avLst/>
          </a:prstGeom>
        </p:spPr>
      </p:pic>
    </p:spTree>
    <p:extLst>
      <p:ext uri="{BB962C8B-B14F-4D97-AF65-F5344CB8AC3E}">
        <p14:creationId xmlns:p14="http://schemas.microsoft.com/office/powerpoint/2010/main" val="4225474830"/>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32" userDrawn="1">
          <p15:clr>
            <a:srgbClr val="5ACBF0"/>
          </p15:clr>
        </p15:guide>
        <p15:guide id="2" orient="horz" pos="2520" userDrawn="1">
          <p15:clr>
            <a:srgbClr val="5ACBF0"/>
          </p15:clr>
        </p15:guide>
        <p15:guide id="3" pos="6144">
          <p15:clr>
            <a:srgbClr val="5ACBF0"/>
          </p15:clr>
        </p15:guide>
        <p15:guide id="4" orient="horz" pos="216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le Slide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302670"/>
            <a:ext cx="4978400" cy="1231106"/>
          </a:xfrm>
          <a:noFill/>
        </p:spPr>
        <p:txBody>
          <a:bodyPr wrap="square" lIns="0" tIns="0" rIns="0" bIns="0" anchor="b" anchorCtr="0">
            <a:spAutoFit/>
          </a:bodyPr>
          <a:lstStyle>
            <a:lvl1pPr>
              <a:defRPr sz="4000" b="0" i="0" spc="-150" baseline="0">
                <a:solidFill>
                  <a:schemeClr val="bg1"/>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4978400" cy="246221"/>
          </a:xfrm>
          <a:noFill/>
        </p:spPr>
        <p:txBody>
          <a:bodyPr wrap="square" lIns="0" tIns="0" rIns="0" bIns="0">
            <a:spAutoFit/>
          </a:bodyPr>
          <a:lstStyle>
            <a:lvl1pPr marL="0" indent="0">
              <a:spcBef>
                <a:spcPts val="0"/>
              </a:spcBef>
              <a:buNone/>
              <a:defRPr sz="1600" b="0" i="0" spc="0" baseline="0">
                <a:solidFill>
                  <a:schemeClr val="bg1"/>
                </a:solidFill>
                <a:latin typeface="+mn-lt"/>
                <a:cs typeface="Segoe UI" panose="020B0502040204020203" pitchFamily="34" charset="0"/>
              </a:defRPr>
            </a:lvl1pPr>
          </a:lstStyle>
          <a:p>
            <a:pPr lvl="0"/>
            <a:r>
              <a:rPr lang="en-US"/>
              <a:t>Speaker name or subtitle text</a:t>
            </a:r>
          </a:p>
        </p:txBody>
      </p:sp>
      <p:pic>
        <p:nvPicPr>
          <p:cNvPr id="2" name="Picture 1" descr="Microsoft Azure logo">
            <a:extLst>
              <a:ext uri="{FF2B5EF4-FFF2-40B4-BE49-F238E27FC236}">
                <a16:creationId xmlns:a16="http://schemas.microsoft.com/office/drawing/2014/main" id="{9B3177C6-DD9F-C15E-26BC-514D96E9555D}"/>
              </a:ext>
            </a:extLst>
          </p:cNvPr>
          <p:cNvPicPr>
            <a:picLocks noChangeAspect="1"/>
          </p:cNvPicPr>
          <p:nvPr userDrawn="1"/>
        </p:nvPicPr>
        <p:blipFill>
          <a:blip r:embed="rId3"/>
          <a:srcRect/>
          <a:stretch/>
        </p:blipFill>
        <p:spPr>
          <a:xfrm>
            <a:off x="294223" y="296181"/>
            <a:ext cx="2623905" cy="867877"/>
          </a:xfrm>
          <a:prstGeom prst="rect">
            <a:avLst/>
          </a:prstGeom>
        </p:spPr>
      </p:pic>
    </p:spTree>
    <p:extLst>
      <p:ext uri="{BB962C8B-B14F-4D97-AF65-F5344CB8AC3E}">
        <p14:creationId xmlns:p14="http://schemas.microsoft.com/office/powerpoint/2010/main" val="1984294039"/>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32" userDrawn="1">
          <p15:clr>
            <a:srgbClr val="5ACBF0"/>
          </p15:clr>
        </p15:guide>
        <p15:guide id="2" orient="horz" pos="2520" userDrawn="1">
          <p15:clr>
            <a:srgbClr val="5ACBF0"/>
          </p15:clr>
        </p15:guide>
        <p15:guide id="3" pos="6144">
          <p15:clr>
            <a:srgbClr val="5ACBF0"/>
          </p15:clr>
        </p15:guide>
        <p15:guide id="4" orient="horz" pos="2160"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itle Slide 4">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302670"/>
            <a:ext cx="4978400" cy="1231106"/>
          </a:xfrm>
          <a:noFill/>
        </p:spPr>
        <p:txBody>
          <a:bodyPr wrap="square" lIns="0" tIns="0" rIns="0" bIns="0" anchor="b" anchorCtr="0">
            <a:spAutoFit/>
          </a:bodyPr>
          <a:lstStyle>
            <a:lvl1pPr>
              <a:defRPr sz="4000" b="0" i="0" spc="-150" baseline="0">
                <a:solidFill>
                  <a:schemeClr val="bg1"/>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4978400" cy="246221"/>
          </a:xfrm>
          <a:noFill/>
        </p:spPr>
        <p:txBody>
          <a:bodyPr wrap="square" lIns="0" tIns="0" rIns="0" bIns="0">
            <a:spAutoFit/>
          </a:bodyPr>
          <a:lstStyle>
            <a:lvl1pPr marL="0" indent="0">
              <a:spcBef>
                <a:spcPts val="0"/>
              </a:spcBef>
              <a:buNone/>
              <a:defRPr sz="1600" b="0" i="0" spc="0" baseline="0">
                <a:solidFill>
                  <a:schemeClr val="bg1"/>
                </a:solidFill>
                <a:latin typeface="+mn-lt"/>
                <a:cs typeface="Segoe UI" panose="020B0502040204020203" pitchFamily="34" charset="0"/>
              </a:defRPr>
            </a:lvl1pPr>
          </a:lstStyle>
          <a:p>
            <a:pPr lvl="0"/>
            <a:r>
              <a:rPr lang="en-US"/>
              <a:t>Speaker name or subtitle text</a:t>
            </a:r>
          </a:p>
        </p:txBody>
      </p:sp>
      <p:pic>
        <p:nvPicPr>
          <p:cNvPr id="2" name="Picture 1" descr="Microsoft Azure logo">
            <a:extLst>
              <a:ext uri="{FF2B5EF4-FFF2-40B4-BE49-F238E27FC236}">
                <a16:creationId xmlns:a16="http://schemas.microsoft.com/office/drawing/2014/main" id="{0BC4438E-CE4D-08B9-E2F2-C279ADF46CD7}"/>
              </a:ext>
            </a:extLst>
          </p:cNvPr>
          <p:cNvPicPr>
            <a:picLocks noChangeAspect="1"/>
          </p:cNvPicPr>
          <p:nvPr userDrawn="1"/>
        </p:nvPicPr>
        <p:blipFill>
          <a:blip r:embed="rId3"/>
          <a:srcRect/>
          <a:stretch/>
        </p:blipFill>
        <p:spPr>
          <a:xfrm>
            <a:off x="294223" y="296181"/>
            <a:ext cx="2623905" cy="867877"/>
          </a:xfrm>
          <a:prstGeom prst="rect">
            <a:avLst/>
          </a:prstGeom>
        </p:spPr>
      </p:pic>
    </p:spTree>
    <p:extLst>
      <p:ext uri="{BB962C8B-B14F-4D97-AF65-F5344CB8AC3E}">
        <p14:creationId xmlns:p14="http://schemas.microsoft.com/office/powerpoint/2010/main" val="2375136826"/>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32" userDrawn="1">
          <p15:clr>
            <a:srgbClr val="5ACBF0"/>
          </p15:clr>
        </p15:guide>
        <p15:guide id="2" orient="horz" pos="2520" userDrawn="1">
          <p15:clr>
            <a:srgbClr val="5ACBF0"/>
          </p15:clr>
        </p15:guide>
        <p15:guide id="3" pos="6144">
          <p15:clr>
            <a:srgbClr val="5ACBF0"/>
          </p15:clr>
        </p15:guide>
        <p15:guide id="4" orient="horz" pos="2160"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econdary Title Slide 1">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302670"/>
            <a:ext cx="4978400" cy="1231106"/>
          </a:xfrm>
          <a:noFill/>
        </p:spPr>
        <p:txBody>
          <a:bodyPr wrap="square" lIns="0" tIns="0" rIns="0" bIns="0" anchor="b" anchorCtr="0">
            <a:spAutoFit/>
          </a:bodyPr>
          <a:lstStyle>
            <a:lvl1pPr>
              <a:defRPr sz="4000" b="0" i="0" spc="-150" baseline="0">
                <a:solidFill>
                  <a:schemeClr val="bg1"/>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4978400" cy="246221"/>
          </a:xfrm>
          <a:noFill/>
        </p:spPr>
        <p:txBody>
          <a:bodyPr wrap="square" lIns="0" tIns="0" rIns="0" bIns="0">
            <a:spAutoFit/>
          </a:bodyPr>
          <a:lstStyle>
            <a:lvl1pPr marL="0" indent="0">
              <a:spcBef>
                <a:spcPts val="0"/>
              </a:spcBef>
              <a:buNone/>
              <a:defRPr sz="1600" b="0" i="0" spc="0" baseline="0">
                <a:solidFill>
                  <a:schemeClr val="bg1"/>
                </a:solidFill>
                <a:latin typeface="+mn-lt"/>
                <a:cs typeface="Segoe UI" panose="020B0502040204020203" pitchFamily="34" charset="0"/>
              </a:defRPr>
            </a:lvl1pPr>
          </a:lstStyle>
          <a:p>
            <a:pPr lvl="0"/>
            <a:r>
              <a:rPr lang="en-US"/>
              <a:t>Speaker name or subtitle text</a:t>
            </a:r>
          </a:p>
        </p:txBody>
      </p:sp>
      <p:pic>
        <p:nvPicPr>
          <p:cNvPr id="2" name="Picture 1" descr="Microsoft Azure logo">
            <a:extLst>
              <a:ext uri="{FF2B5EF4-FFF2-40B4-BE49-F238E27FC236}">
                <a16:creationId xmlns:a16="http://schemas.microsoft.com/office/drawing/2014/main" id="{69F709E8-1811-1B40-C29C-D0B3067652FD}"/>
              </a:ext>
            </a:extLst>
          </p:cNvPr>
          <p:cNvPicPr>
            <a:picLocks noChangeAspect="1"/>
          </p:cNvPicPr>
          <p:nvPr userDrawn="1"/>
        </p:nvPicPr>
        <p:blipFill>
          <a:blip r:embed="rId3"/>
          <a:srcRect/>
          <a:stretch/>
        </p:blipFill>
        <p:spPr>
          <a:xfrm>
            <a:off x="294223" y="296181"/>
            <a:ext cx="2623905" cy="867877"/>
          </a:xfrm>
          <a:prstGeom prst="rect">
            <a:avLst/>
          </a:prstGeom>
        </p:spPr>
      </p:pic>
    </p:spTree>
    <p:extLst>
      <p:ext uri="{BB962C8B-B14F-4D97-AF65-F5344CB8AC3E}">
        <p14:creationId xmlns:p14="http://schemas.microsoft.com/office/powerpoint/2010/main" val="68719181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520" userDrawn="1">
          <p15:clr>
            <a:srgbClr val="5ACBF0"/>
          </p15:clr>
        </p15:guide>
        <p15:guide id="3" pos="6144">
          <p15:clr>
            <a:srgbClr val="5ACBF0"/>
          </p15:clr>
        </p15:guide>
        <p15:guide id="4" orient="horz" pos="216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econdary Title Slide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302670"/>
            <a:ext cx="4978400" cy="1231106"/>
          </a:xfrm>
          <a:noFill/>
        </p:spPr>
        <p:txBody>
          <a:bodyPr wrap="square" lIns="0" tIns="0" rIns="0" bIns="0" anchor="b" anchorCtr="0">
            <a:spAutoFit/>
          </a:bodyPr>
          <a:lstStyle>
            <a:lvl1pPr>
              <a:defRPr sz="4000" b="0" i="0" spc="-150" baseline="0">
                <a:solidFill>
                  <a:schemeClr val="bg1"/>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4978400" cy="246221"/>
          </a:xfrm>
          <a:noFill/>
        </p:spPr>
        <p:txBody>
          <a:bodyPr wrap="square" lIns="0" tIns="0" rIns="0" bIns="0">
            <a:spAutoFit/>
          </a:bodyPr>
          <a:lstStyle>
            <a:lvl1pPr marL="0" indent="0">
              <a:spcBef>
                <a:spcPts val="0"/>
              </a:spcBef>
              <a:buNone/>
              <a:defRPr sz="1600" b="0" i="0" spc="0" baseline="0">
                <a:solidFill>
                  <a:schemeClr val="bg1"/>
                </a:solidFill>
                <a:latin typeface="+mn-lt"/>
                <a:cs typeface="Segoe UI" panose="020B0502040204020203" pitchFamily="34" charset="0"/>
              </a:defRPr>
            </a:lvl1pPr>
          </a:lstStyle>
          <a:p>
            <a:pPr lvl="0"/>
            <a:r>
              <a:rPr lang="en-US"/>
              <a:t>Speaker name or subtitle text</a:t>
            </a:r>
          </a:p>
        </p:txBody>
      </p:sp>
      <p:pic>
        <p:nvPicPr>
          <p:cNvPr id="2" name="Picture 1" descr="Microsoft Azure logo">
            <a:extLst>
              <a:ext uri="{FF2B5EF4-FFF2-40B4-BE49-F238E27FC236}">
                <a16:creationId xmlns:a16="http://schemas.microsoft.com/office/drawing/2014/main" id="{B6AD3664-A35C-72BB-FE02-7D7E84655C26}"/>
              </a:ext>
            </a:extLst>
          </p:cNvPr>
          <p:cNvPicPr>
            <a:picLocks noChangeAspect="1"/>
          </p:cNvPicPr>
          <p:nvPr userDrawn="1"/>
        </p:nvPicPr>
        <p:blipFill>
          <a:blip r:embed="rId3"/>
          <a:srcRect/>
          <a:stretch/>
        </p:blipFill>
        <p:spPr>
          <a:xfrm>
            <a:off x="294223" y="296181"/>
            <a:ext cx="2623905" cy="867877"/>
          </a:xfrm>
          <a:prstGeom prst="rect">
            <a:avLst/>
          </a:prstGeom>
        </p:spPr>
      </p:pic>
    </p:spTree>
    <p:extLst>
      <p:ext uri="{BB962C8B-B14F-4D97-AF65-F5344CB8AC3E}">
        <p14:creationId xmlns:p14="http://schemas.microsoft.com/office/powerpoint/2010/main" val="3168943536"/>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520" userDrawn="1">
          <p15:clr>
            <a:srgbClr val="5ACBF0"/>
          </p15:clr>
        </p15:guide>
        <p15:guide id="3" pos="6144">
          <p15:clr>
            <a:srgbClr val="5ACBF0"/>
          </p15:clr>
        </p15:guide>
        <p15:guide id="4" orient="horz" pos="216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econdary Title Slide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302670"/>
            <a:ext cx="4978400" cy="1231106"/>
          </a:xfrm>
          <a:noFill/>
        </p:spPr>
        <p:txBody>
          <a:bodyPr wrap="square" lIns="0" tIns="0" rIns="0" bIns="0" anchor="b" anchorCtr="0">
            <a:spAutoFit/>
          </a:bodyPr>
          <a:lstStyle>
            <a:lvl1pPr>
              <a:defRPr sz="4000" b="0" i="0" spc="-150" baseline="0">
                <a:solidFill>
                  <a:schemeClr val="accent5"/>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4978400" cy="246221"/>
          </a:xfrm>
          <a:noFill/>
        </p:spPr>
        <p:txBody>
          <a:bodyPr wrap="square" lIns="0" tIns="0" rIns="0" bIns="0">
            <a:spAutoFit/>
          </a:bodyPr>
          <a:lstStyle>
            <a:lvl1pPr marL="0" indent="0">
              <a:spcBef>
                <a:spcPts val="0"/>
              </a:spcBef>
              <a:buNone/>
              <a:defRPr sz="1600" b="0" i="0" spc="0" baseline="0">
                <a:solidFill>
                  <a:schemeClr val="accent5"/>
                </a:solidFill>
                <a:latin typeface="+mn-lt"/>
                <a:cs typeface="Segoe UI" panose="020B0502040204020203" pitchFamily="34" charset="0"/>
              </a:defRPr>
            </a:lvl1pPr>
          </a:lstStyle>
          <a:p>
            <a:pPr lvl="0"/>
            <a:r>
              <a:rPr lang="en-US"/>
              <a:t>Speaker name or subtitle text</a:t>
            </a:r>
          </a:p>
        </p:txBody>
      </p:sp>
      <p:pic>
        <p:nvPicPr>
          <p:cNvPr id="2" name="Picture 1" descr="Microsoft Azure logo">
            <a:extLst>
              <a:ext uri="{FF2B5EF4-FFF2-40B4-BE49-F238E27FC236}">
                <a16:creationId xmlns:a16="http://schemas.microsoft.com/office/drawing/2014/main" id="{AE09D156-5C8F-7398-CFAF-149A8FA88605}"/>
              </a:ext>
            </a:extLst>
          </p:cNvPr>
          <p:cNvPicPr>
            <a:picLocks noChangeAspect="1"/>
          </p:cNvPicPr>
          <p:nvPr userDrawn="1"/>
        </p:nvPicPr>
        <p:blipFill>
          <a:blip r:embed="rId3"/>
          <a:stretch>
            <a:fillRect/>
          </a:stretch>
        </p:blipFill>
        <p:spPr>
          <a:xfrm>
            <a:off x="294223" y="296181"/>
            <a:ext cx="2623905" cy="867878"/>
          </a:xfrm>
          <a:prstGeom prst="rect">
            <a:avLst/>
          </a:prstGeom>
        </p:spPr>
      </p:pic>
    </p:spTree>
    <p:extLst>
      <p:ext uri="{BB962C8B-B14F-4D97-AF65-F5344CB8AC3E}">
        <p14:creationId xmlns:p14="http://schemas.microsoft.com/office/powerpoint/2010/main" val="1606020420"/>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520">
          <p15:clr>
            <a:srgbClr val="5ACBF0"/>
          </p15:clr>
        </p15:guide>
        <p15:guide id="3" pos="6144">
          <p15:clr>
            <a:srgbClr val="5ACBF0"/>
          </p15:clr>
        </p15:guide>
        <p15:guide id="4" orient="horz" pos="216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econdary Title Slide 4">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302670"/>
            <a:ext cx="4978400" cy="1231106"/>
          </a:xfrm>
          <a:noFill/>
        </p:spPr>
        <p:txBody>
          <a:bodyPr wrap="square" lIns="0" tIns="0" rIns="0" bIns="0" anchor="b" anchorCtr="0">
            <a:spAutoFit/>
          </a:bodyPr>
          <a:lstStyle>
            <a:lvl1pPr>
              <a:defRPr sz="4000" b="0" i="0" spc="-150" baseline="0">
                <a:solidFill>
                  <a:schemeClr val="accent5"/>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4978400" cy="246221"/>
          </a:xfrm>
          <a:noFill/>
        </p:spPr>
        <p:txBody>
          <a:bodyPr wrap="square" lIns="0" tIns="0" rIns="0" bIns="0">
            <a:spAutoFit/>
          </a:bodyPr>
          <a:lstStyle>
            <a:lvl1pPr marL="0" indent="0">
              <a:spcBef>
                <a:spcPts val="0"/>
              </a:spcBef>
              <a:buNone/>
              <a:defRPr sz="1600" b="0" i="0" spc="0" baseline="0">
                <a:solidFill>
                  <a:schemeClr val="accent5"/>
                </a:solidFill>
                <a:latin typeface="+mn-lt"/>
                <a:cs typeface="Segoe UI" panose="020B0502040204020203" pitchFamily="34" charset="0"/>
              </a:defRPr>
            </a:lvl1pPr>
          </a:lstStyle>
          <a:p>
            <a:pPr lvl="0"/>
            <a:r>
              <a:rPr lang="en-US"/>
              <a:t>Speaker name or subtitle text</a:t>
            </a:r>
          </a:p>
        </p:txBody>
      </p:sp>
      <p:pic>
        <p:nvPicPr>
          <p:cNvPr id="3" name="Picture 2" descr="Microsoft Azure logo">
            <a:extLst>
              <a:ext uri="{FF2B5EF4-FFF2-40B4-BE49-F238E27FC236}">
                <a16:creationId xmlns:a16="http://schemas.microsoft.com/office/drawing/2014/main" id="{BD59DF4D-F197-453D-5788-E7C5CE3BF40E}"/>
              </a:ext>
            </a:extLst>
          </p:cNvPr>
          <p:cNvPicPr>
            <a:picLocks noChangeAspect="1"/>
          </p:cNvPicPr>
          <p:nvPr userDrawn="1"/>
        </p:nvPicPr>
        <p:blipFill>
          <a:blip r:embed="rId3"/>
          <a:stretch>
            <a:fillRect/>
          </a:stretch>
        </p:blipFill>
        <p:spPr>
          <a:xfrm>
            <a:off x="294223" y="296181"/>
            <a:ext cx="2623905" cy="867878"/>
          </a:xfrm>
          <a:prstGeom prst="rect">
            <a:avLst/>
          </a:prstGeom>
        </p:spPr>
      </p:pic>
    </p:spTree>
    <p:extLst>
      <p:ext uri="{BB962C8B-B14F-4D97-AF65-F5344CB8AC3E}">
        <p14:creationId xmlns:p14="http://schemas.microsoft.com/office/powerpoint/2010/main" val="3745652767"/>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520">
          <p15:clr>
            <a:srgbClr val="5ACBF0"/>
          </p15:clr>
        </p15:guide>
        <p15:guide id="3" pos="6144">
          <p15:clr>
            <a:srgbClr val="5ACBF0"/>
          </p15:clr>
        </p15:guide>
        <p15:guide id="4" orient="horz" pos="216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econdary Title Slide 5">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918223"/>
            <a:ext cx="9144000" cy="615553"/>
          </a:xfrm>
          <a:noFill/>
        </p:spPr>
        <p:txBody>
          <a:bodyPr lIns="0" tIns="0" rIns="0" bIns="0" anchor="b" anchorCtr="0">
            <a:spAutoFit/>
          </a:bodyPr>
          <a:lstStyle>
            <a:lvl1pPr>
              <a:defRPr sz="4000" b="0" i="0" spc="-150" baseline="0">
                <a:solidFill>
                  <a:srgbClr val="1A00E2"/>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9144000" cy="246221"/>
          </a:xfrm>
          <a:noFill/>
        </p:spPr>
        <p:txBody>
          <a:bodyPr wrap="square" lIns="0" tIns="0" rIns="0" bIns="0">
            <a:spAutoFit/>
          </a:bodyPr>
          <a:lstStyle>
            <a:lvl1pPr marL="0" indent="0">
              <a:spcBef>
                <a:spcPts val="0"/>
              </a:spcBef>
              <a:buNone/>
              <a:defRPr sz="1600" b="0" i="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2" name="Picture 1" descr="Microsoft Azure logo">
            <a:extLst>
              <a:ext uri="{FF2B5EF4-FFF2-40B4-BE49-F238E27FC236}">
                <a16:creationId xmlns:a16="http://schemas.microsoft.com/office/drawing/2014/main" id="{713A1BFA-9304-9AFB-199A-70D66765FCC2}"/>
              </a:ext>
            </a:extLst>
          </p:cNvPr>
          <p:cNvPicPr>
            <a:picLocks noChangeAspect="1"/>
          </p:cNvPicPr>
          <p:nvPr userDrawn="1"/>
        </p:nvPicPr>
        <p:blipFill>
          <a:blip r:embed="rId2"/>
          <a:stretch>
            <a:fillRect/>
          </a:stretch>
        </p:blipFill>
        <p:spPr>
          <a:xfrm>
            <a:off x="294223" y="296181"/>
            <a:ext cx="2623905" cy="867878"/>
          </a:xfrm>
          <a:prstGeom prst="rect">
            <a:avLst/>
          </a:prstGeom>
        </p:spPr>
      </p:pic>
    </p:spTree>
    <p:extLst>
      <p:ext uri="{BB962C8B-B14F-4D97-AF65-F5344CB8AC3E}">
        <p14:creationId xmlns:p14="http://schemas.microsoft.com/office/powerpoint/2010/main" val="534397086"/>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08CE50-46CE-0973-AC08-7477BEAD00F3}"/>
              </a:ext>
            </a:extLst>
          </p:cNvPr>
          <p:cNvSpPr>
            <a:spLocks noGrp="1"/>
          </p:cNvSpPr>
          <p:nvPr>
            <p:ph type="title"/>
          </p:nvPr>
        </p:nvSpPr>
        <p:spPr/>
        <p:txBody>
          <a:bodyPr/>
          <a:lstStyle>
            <a:lvl1pPr>
              <a:defRPr>
                <a:solidFill>
                  <a:schemeClr val="tx2"/>
                </a:solidFill>
                <a:latin typeface="+mj-lt"/>
              </a:defRPr>
            </a:lvl1pPr>
          </a:lstStyle>
          <a:p>
            <a:r>
              <a:rPr lang="en-US"/>
              <a:t>Click to edit Master title style</a:t>
            </a:r>
          </a:p>
        </p:txBody>
      </p:sp>
      <p:sp>
        <p:nvSpPr>
          <p:cNvPr id="3" name="Text Placeholder 11">
            <a:extLst>
              <a:ext uri="{FF2B5EF4-FFF2-40B4-BE49-F238E27FC236}">
                <a16:creationId xmlns:a16="http://schemas.microsoft.com/office/drawing/2014/main" id="{03424D10-01E7-37F9-6091-2C95487D9F73}"/>
              </a:ext>
            </a:extLst>
          </p:cNvPr>
          <p:cNvSpPr>
            <a:spLocks noGrp="1"/>
          </p:cNvSpPr>
          <p:nvPr>
            <p:ph type="body" sz="quarter" idx="16"/>
          </p:nvPr>
        </p:nvSpPr>
        <p:spPr>
          <a:xfrm>
            <a:off x="584200" y="1438275"/>
            <a:ext cx="2532063" cy="615553"/>
          </a:xfrm>
        </p:spPr>
        <p:txBody>
          <a:bodyPr anchor="t"/>
          <a:lstStyle>
            <a:lvl1pPr marL="0" indent="0">
              <a:spcBef>
                <a:spcPts val="0"/>
              </a:spcBef>
              <a:buNone/>
              <a:defRPr sz="2000" b="0" i="0">
                <a:solidFill>
                  <a:schemeClr val="tx2"/>
                </a:solidFill>
                <a:latin typeface="+mj-lt"/>
              </a:defRPr>
            </a:lvl1pPr>
          </a:lstStyle>
          <a:p>
            <a:pPr lvl="0"/>
            <a:r>
              <a:rPr lang="en-US"/>
              <a:t>Click to edit Master text styles</a:t>
            </a:r>
          </a:p>
        </p:txBody>
      </p:sp>
      <p:sp>
        <p:nvSpPr>
          <p:cNvPr id="4" name="Text Placeholder 7">
            <a:extLst>
              <a:ext uri="{FF2B5EF4-FFF2-40B4-BE49-F238E27FC236}">
                <a16:creationId xmlns:a16="http://schemas.microsoft.com/office/drawing/2014/main" id="{FDFE8ED1-0EC9-B339-1813-0B4260A0A2DA}"/>
              </a:ext>
            </a:extLst>
          </p:cNvPr>
          <p:cNvSpPr>
            <a:spLocks noGrp="1"/>
          </p:cNvSpPr>
          <p:nvPr>
            <p:ph type="body" sz="quarter" idx="14"/>
          </p:nvPr>
        </p:nvSpPr>
        <p:spPr>
          <a:xfrm>
            <a:off x="584200" y="2283115"/>
            <a:ext cx="2532063" cy="1600438"/>
          </a:xfrm>
        </p:spPr>
        <p:txBody>
          <a:bodyPr vert="horz" wrap="square" lIns="0" tIns="0" rIns="0" bIns="0" rtlCol="0">
            <a:spAutoFit/>
          </a:bodyPr>
          <a:lstStyle>
            <a:lvl1pPr>
              <a:defRPr lang="en-US" sz="1600" dirty="0">
                <a:latin typeface="+mn-lt"/>
              </a:defRPr>
            </a:lvl1pPr>
            <a:lvl2pPr>
              <a:defRPr lang="en-US" sz="1600" dirty="0">
                <a:latin typeface="+mn-lt"/>
              </a:defRPr>
            </a:lvl2pPr>
            <a:lvl3pPr>
              <a:defRPr lang="en-US" sz="1600" dirty="0">
                <a:latin typeface="+mn-lt"/>
              </a:defRPr>
            </a:lvl3pPr>
            <a:lvl4pPr>
              <a:defRPr lang="en-US" sz="1400" dirty="0">
                <a:latin typeface="+mn-lt"/>
              </a:defRPr>
            </a:lvl4pPr>
            <a:lvl5pPr>
              <a:defRPr lang="en-US" sz="1400" dirty="0">
                <a:latin typeface="+mn-lt"/>
              </a:defRPr>
            </a:lvl5pPr>
          </a:lstStyle>
          <a:p>
            <a:pPr marL="141288" lvl="0" indent="-141288"/>
            <a:r>
              <a:rPr lang="en-US"/>
              <a:t>Click to edit Master text styles</a:t>
            </a:r>
          </a:p>
          <a:p>
            <a:pPr marL="141288" lvl="1" indent="-141288"/>
            <a:r>
              <a:rPr lang="en-US"/>
              <a:t>Second level</a:t>
            </a:r>
          </a:p>
          <a:p>
            <a:pPr marL="141288" lvl="2" indent="-141288"/>
            <a:r>
              <a:rPr lang="en-US"/>
              <a:t>Third level</a:t>
            </a:r>
          </a:p>
          <a:p>
            <a:pPr marL="141288" lvl="3" indent="-141288"/>
            <a:r>
              <a:rPr lang="en-US"/>
              <a:t>Fourth level</a:t>
            </a:r>
          </a:p>
          <a:p>
            <a:pPr marL="141288" lvl="4" indent="-141288"/>
            <a:r>
              <a:rPr lang="en-US"/>
              <a:t>Fifth level</a:t>
            </a:r>
          </a:p>
        </p:txBody>
      </p:sp>
      <p:sp>
        <p:nvSpPr>
          <p:cNvPr id="5" name="Text Placeholder 11">
            <a:extLst>
              <a:ext uri="{FF2B5EF4-FFF2-40B4-BE49-F238E27FC236}">
                <a16:creationId xmlns:a16="http://schemas.microsoft.com/office/drawing/2014/main" id="{823006D8-810A-DCBB-7E79-17F6322E2FFC}"/>
              </a:ext>
            </a:extLst>
          </p:cNvPr>
          <p:cNvSpPr>
            <a:spLocks noGrp="1"/>
          </p:cNvSpPr>
          <p:nvPr>
            <p:ph type="body" sz="quarter" idx="17"/>
          </p:nvPr>
        </p:nvSpPr>
        <p:spPr>
          <a:xfrm>
            <a:off x="3413125" y="1438275"/>
            <a:ext cx="2533650" cy="615553"/>
          </a:xfrm>
        </p:spPr>
        <p:txBody>
          <a:bodyPr anchor="t"/>
          <a:lstStyle>
            <a:lvl1pPr marL="0" indent="0">
              <a:spcBef>
                <a:spcPts val="0"/>
              </a:spcBef>
              <a:buNone/>
              <a:defRPr lang="en-US" sz="2000" b="0" i="0" kern="1200" spc="0" baseline="0" dirty="0">
                <a:solidFill>
                  <a:schemeClr val="tx2"/>
                </a:solidFill>
                <a:latin typeface="+mj-lt"/>
                <a:ea typeface="+mn-ea"/>
                <a:cs typeface="Segoe UI" panose="020B0502040204020203" pitchFamily="34" charset="0"/>
              </a:defRPr>
            </a:lvl1pPr>
          </a:lstStyle>
          <a:p>
            <a:pPr marL="0" marR="0" lvl="0" indent="0" algn="l"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Master text styles</a:t>
            </a:r>
          </a:p>
        </p:txBody>
      </p:sp>
      <p:sp>
        <p:nvSpPr>
          <p:cNvPr id="6" name="Text Placeholder 9">
            <a:extLst>
              <a:ext uri="{FF2B5EF4-FFF2-40B4-BE49-F238E27FC236}">
                <a16:creationId xmlns:a16="http://schemas.microsoft.com/office/drawing/2014/main" id="{ADAAB847-57CB-2458-2ADA-6D7770794074}"/>
              </a:ext>
            </a:extLst>
          </p:cNvPr>
          <p:cNvSpPr>
            <a:spLocks noGrp="1"/>
          </p:cNvSpPr>
          <p:nvPr>
            <p:ph type="body" sz="quarter" idx="15"/>
          </p:nvPr>
        </p:nvSpPr>
        <p:spPr>
          <a:xfrm>
            <a:off x="3413125" y="2276475"/>
            <a:ext cx="2532063" cy="1600438"/>
          </a:xfrm>
        </p:spPr>
        <p:txBody>
          <a:bodyPr vert="horz" wrap="square" lIns="0" tIns="0" rIns="0" bIns="0" rtlCol="0">
            <a:spAutoFit/>
          </a:bodyPr>
          <a:lstStyle>
            <a:lvl1pPr>
              <a:defRPr lang="en-US" sz="1600" dirty="0">
                <a:latin typeface="+mn-lt"/>
              </a:defRPr>
            </a:lvl1pPr>
            <a:lvl2pPr>
              <a:defRPr lang="en-US" sz="1600" dirty="0">
                <a:latin typeface="+mn-lt"/>
              </a:defRPr>
            </a:lvl2pPr>
            <a:lvl3pPr>
              <a:defRPr lang="en-US" sz="1600" dirty="0">
                <a:latin typeface="+mn-lt"/>
              </a:defRPr>
            </a:lvl3pPr>
            <a:lvl4pPr>
              <a:defRPr lang="en-US" sz="1400" dirty="0">
                <a:latin typeface="+mn-lt"/>
              </a:defRPr>
            </a:lvl4pPr>
            <a:lvl5pPr>
              <a:defRPr lang="en-US" sz="1400" dirty="0">
                <a:latin typeface="+mn-lt"/>
              </a:defRPr>
            </a:lvl5pPr>
          </a:lstStyle>
          <a:p>
            <a:pPr marL="141288" lvl="0" indent="-141288"/>
            <a:r>
              <a:rPr lang="en-US"/>
              <a:t>Click to edit Master text styles</a:t>
            </a:r>
          </a:p>
          <a:p>
            <a:pPr marL="141288" lvl="1" indent="-141288"/>
            <a:r>
              <a:rPr lang="en-US"/>
              <a:t>Second level</a:t>
            </a:r>
          </a:p>
          <a:p>
            <a:pPr marL="141288" lvl="2" indent="-141288"/>
            <a:r>
              <a:rPr lang="en-US"/>
              <a:t>Third level</a:t>
            </a:r>
          </a:p>
          <a:p>
            <a:pPr marL="141288" lvl="3" indent="-141288"/>
            <a:r>
              <a:rPr lang="en-US"/>
              <a:t>Fourth level</a:t>
            </a:r>
          </a:p>
          <a:p>
            <a:pPr marL="141288" lvl="4" indent="-141288"/>
            <a:r>
              <a:rPr lang="en-US"/>
              <a:t>Fifth level</a:t>
            </a:r>
          </a:p>
        </p:txBody>
      </p:sp>
      <p:sp>
        <p:nvSpPr>
          <p:cNvPr id="7" name="Text Placeholder 11">
            <a:extLst>
              <a:ext uri="{FF2B5EF4-FFF2-40B4-BE49-F238E27FC236}">
                <a16:creationId xmlns:a16="http://schemas.microsoft.com/office/drawing/2014/main" id="{6B655A31-FF73-73EA-1EA8-00F13891AB94}"/>
              </a:ext>
            </a:extLst>
          </p:cNvPr>
          <p:cNvSpPr>
            <a:spLocks noGrp="1"/>
          </p:cNvSpPr>
          <p:nvPr>
            <p:ph type="body" sz="quarter" idx="18"/>
          </p:nvPr>
        </p:nvSpPr>
        <p:spPr>
          <a:xfrm>
            <a:off x="6244208" y="1438275"/>
            <a:ext cx="2532063" cy="615553"/>
          </a:xfrm>
        </p:spPr>
        <p:txBody>
          <a:bodyPr anchor="t"/>
          <a:lstStyle>
            <a:lvl1pPr marL="0" indent="0">
              <a:spcBef>
                <a:spcPts val="0"/>
              </a:spcBef>
              <a:buNone/>
              <a:defRPr lang="en-US" sz="2000" b="0" i="0" kern="1200" spc="0" baseline="0" dirty="0">
                <a:solidFill>
                  <a:schemeClr val="tx2"/>
                </a:solidFill>
                <a:latin typeface="+mj-lt"/>
                <a:ea typeface="+mn-ea"/>
                <a:cs typeface="Segoe UI" panose="020B0502040204020203" pitchFamily="34" charset="0"/>
              </a:defRPr>
            </a:lvl1pPr>
          </a:lstStyle>
          <a:p>
            <a:pPr marL="0" marR="0" lvl="0" indent="0" algn="l"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Master text styles</a:t>
            </a:r>
          </a:p>
        </p:txBody>
      </p:sp>
      <p:sp>
        <p:nvSpPr>
          <p:cNvPr id="8" name="Text Placeholder 7">
            <a:extLst>
              <a:ext uri="{FF2B5EF4-FFF2-40B4-BE49-F238E27FC236}">
                <a16:creationId xmlns:a16="http://schemas.microsoft.com/office/drawing/2014/main" id="{E819634A-80BB-C620-3C16-1EA80A7B1C18}"/>
              </a:ext>
            </a:extLst>
          </p:cNvPr>
          <p:cNvSpPr>
            <a:spLocks noGrp="1"/>
          </p:cNvSpPr>
          <p:nvPr>
            <p:ph type="body" sz="quarter" idx="19"/>
          </p:nvPr>
        </p:nvSpPr>
        <p:spPr>
          <a:xfrm>
            <a:off x="6244208" y="2283115"/>
            <a:ext cx="2532063" cy="1600438"/>
          </a:xfrm>
        </p:spPr>
        <p:txBody>
          <a:bodyPr vert="horz" wrap="square" lIns="0" tIns="0" rIns="0" bIns="0" rtlCol="0">
            <a:spAutoFit/>
          </a:bodyPr>
          <a:lstStyle>
            <a:lvl1pPr>
              <a:defRPr lang="en-US" sz="1600" dirty="0">
                <a:latin typeface="+mn-lt"/>
              </a:defRPr>
            </a:lvl1pPr>
            <a:lvl2pPr>
              <a:defRPr lang="en-US" sz="1600" dirty="0">
                <a:latin typeface="+mn-lt"/>
              </a:defRPr>
            </a:lvl2pPr>
            <a:lvl3pPr>
              <a:defRPr lang="en-US" sz="1600" dirty="0">
                <a:latin typeface="+mn-lt"/>
              </a:defRPr>
            </a:lvl3pPr>
            <a:lvl4pPr>
              <a:defRPr lang="en-US" sz="1400" dirty="0">
                <a:latin typeface="+mn-lt"/>
              </a:defRPr>
            </a:lvl4pPr>
            <a:lvl5pPr>
              <a:defRPr lang="en-US" sz="1400" dirty="0">
                <a:latin typeface="+mn-lt"/>
              </a:defRPr>
            </a:lvl5pPr>
          </a:lstStyle>
          <a:p>
            <a:pPr marL="141288" lvl="0" indent="-141288"/>
            <a:r>
              <a:rPr lang="en-US"/>
              <a:t>Click to edit Master text styles</a:t>
            </a:r>
          </a:p>
          <a:p>
            <a:pPr marL="141288" lvl="1" indent="-141288"/>
            <a:r>
              <a:rPr lang="en-US"/>
              <a:t>Second level</a:t>
            </a:r>
          </a:p>
          <a:p>
            <a:pPr marL="141288" lvl="2" indent="-141288"/>
            <a:r>
              <a:rPr lang="en-US"/>
              <a:t>Third level</a:t>
            </a:r>
          </a:p>
          <a:p>
            <a:pPr marL="141288" lvl="3" indent="-141288"/>
            <a:r>
              <a:rPr lang="en-US"/>
              <a:t>Fourth level</a:t>
            </a:r>
          </a:p>
          <a:p>
            <a:pPr marL="141288" lvl="4" indent="-141288"/>
            <a:r>
              <a:rPr lang="en-US"/>
              <a:t>Fifth level</a:t>
            </a:r>
          </a:p>
        </p:txBody>
      </p:sp>
      <p:sp>
        <p:nvSpPr>
          <p:cNvPr id="9" name="Text Placeholder 11">
            <a:extLst>
              <a:ext uri="{FF2B5EF4-FFF2-40B4-BE49-F238E27FC236}">
                <a16:creationId xmlns:a16="http://schemas.microsoft.com/office/drawing/2014/main" id="{05E7CC6D-40F5-C58C-FC44-793B1A98AC5D}"/>
              </a:ext>
            </a:extLst>
          </p:cNvPr>
          <p:cNvSpPr>
            <a:spLocks noGrp="1"/>
          </p:cNvSpPr>
          <p:nvPr>
            <p:ph type="body" sz="quarter" idx="20"/>
          </p:nvPr>
        </p:nvSpPr>
        <p:spPr>
          <a:xfrm>
            <a:off x="9073133" y="1438275"/>
            <a:ext cx="2533650" cy="615553"/>
          </a:xfrm>
        </p:spPr>
        <p:txBody>
          <a:bodyPr anchor="t"/>
          <a:lstStyle>
            <a:lvl1pPr marL="0" indent="0">
              <a:spcBef>
                <a:spcPts val="0"/>
              </a:spcBef>
              <a:buNone/>
              <a:defRPr lang="en-US" sz="2000" b="0" i="0" kern="1200" spc="0" baseline="0" dirty="0">
                <a:solidFill>
                  <a:schemeClr val="tx2"/>
                </a:solidFill>
                <a:latin typeface="+mj-lt"/>
                <a:ea typeface="+mn-ea"/>
                <a:cs typeface="Segoe UI" panose="020B0502040204020203" pitchFamily="34" charset="0"/>
              </a:defRPr>
            </a:lvl1pPr>
          </a:lstStyle>
          <a:p>
            <a:pPr marL="0" marR="0" lvl="0" indent="0" algn="l"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Master text styles</a:t>
            </a:r>
          </a:p>
        </p:txBody>
      </p:sp>
      <p:sp>
        <p:nvSpPr>
          <p:cNvPr id="10" name="Text Placeholder 9">
            <a:extLst>
              <a:ext uri="{FF2B5EF4-FFF2-40B4-BE49-F238E27FC236}">
                <a16:creationId xmlns:a16="http://schemas.microsoft.com/office/drawing/2014/main" id="{E6B93ED5-5CA7-C983-373E-E42D7424C7CB}"/>
              </a:ext>
            </a:extLst>
          </p:cNvPr>
          <p:cNvSpPr>
            <a:spLocks noGrp="1"/>
          </p:cNvSpPr>
          <p:nvPr>
            <p:ph type="body" sz="quarter" idx="21"/>
          </p:nvPr>
        </p:nvSpPr>
        <p:spPr>
          <a:xfrm>
            <a:off x="9073133" y="2276475"/>
            <a:ext cx="2532063" cy="1600438"/>
          </a:xfrm>
        </p:spPr>
        <p:txBody>
          <a:bodyPr vert="horz" wrap="square" lIns="0" tIns="0" rIns="0" bIns="0" rtlCol="0">
            <a:spAutoFit/>
          </a:bodyPr>
          <a:lstStyle>
            <a:lvl1pPr>
              <a:defRPr lang="en-US" sz="1600">
                <a:latin typeface="+mn-lt"/>
              </a:defRPr>
            </a:lvl1pPr>
            <a:lvl2pPr>
              <a:defRPr lang="en-US" sz="1600">
                <a:latin typeface="+mn-lt"/>
              </a:defRPr>
            </a:lvl2pPr>
            <a:lvl3pPr>
              <a:defRPr lang="en-US" sz="1600">
                <a:latin typeface="+mn-lt"/>
              </a:defRPr>
            </a:lvl3pPr>
            <a:lvl4pPr>
              <a:defRPr lang="en-US" sz="1400">
                <a:latin typeface="+mn-lt"/>
              </a:defRPr>
            </a:lvl4pPr>
            <a:lvl5pPr>
              <a:defRPr lang="en-US" sz="1400" dirty="0">
                <a:latin typeface="+mn-lt"/>
              </a:defRPr>
            </a:lvl5pPr>
          </a:lstStyle>
          <a:p>
            <a:pPr marL="141288" lvl="0" indent="-141288"/>
            <a:r>
              <a:rPr lang="en-US"/>
              <a:t>Click to edit Master text styles</a:t>
            </a:r>
          </a:p>
          <a:p>
            <a:pPr marL="141288" lvl="1" indent="-141288"/>
            <a:r>
              <a:rPr lang="en-US"/>
              <a:t>Second level</a:t>
            </a:r>
          </a:p>
          <a:p>
            <a:pPr marL="141288" lvl="2" indent="-141288"/>
            <a:r>
              <a:rPr lang="en-US"/>
              <a:t>Third level</a:t>
            </a:r>
          </a:p>
          <a:p>
            <a:pPr marL="141288" lvl="3" indent="-141288"/>
            <a:r>
              <a:rPr lang="en-US"/>
              <a:t>Fourth level</a:t>
            </a:r>
          </a:p>
          <a:p>
            <a:pPr marL="141288" lvl="4" indent="-141288"/>
            <a:r>
              <a:rPr lang="en-US"/>
              <a:t>Fifth level</a:t>
            </a:r>
          </a:p>
        </p:txBody>
      </p:sp>
    </p:spTree>
    <p:extLst>
      <p:ext uri="{BB962C8B-B14F-4D97-AF65-F5344CB8AC3E}">
        <p14:creationId xmlns:p14="http://schemas.microsoft.com/office/powerpoint/2010/main" val="2801096839"/>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p:txBody>
          <a:bodyPr/>
          <a:lstStyle>
            <a:lvl1pPr>
              <a:defRPr>
                <a:solidFill>
                  <a:schemeClr val="tx2"/>
                </a:solidFill>
                <a:latin typeface="+mj-lt"/>
              </a:defRPr>
            </a:lvl1pPr>
          </a:lstStyle>
          <a:p>
            <a:r>
              <a:rPr lang="en-US"/>
              <a:t>Click to edit Master title style</a:t>
            </a:r>
          </a:p>
        </p:txBody>
      </p:sp>
      <p:sp>
        <p:nvSpPr>
          <p:cNvPr id="4" name="Content Placeholder 3">
            <a:extLst>
              <a:ext uri="{FF2B5EF4-FFF2-40B4-BE49-F238E27FC236}">
                <a16:creationId xmlns:a16="http://schemas.microsoft.com/office/drawing/2014/main" id="{58A212C2-8B30-4835-8711-AA981B6CFBE1}"/>
              </a:ext>
            </a:extLst>
          </p:cNvPr>
          <p:cNvSpPr>
            <a:spLocks noGrp="1"/>
          </p:cNvSpPr>
          <p:nvPr>
            <p:ph sz="quarter" idx="10"/>
          </p:nvPr>
        </p:nvSpPr>
        <p:spPr>
          <a:xfrm>
            <a:off x="584200" y="1435100"/>
            <a:ext cx="11018838" cy="4618228"/>
          </a:xfr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4F9662A5-6E2F-47B0-9B6E-E87983D3753C}"/>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b="0" i="0">
                <a:solidFill>
                  <a:srgbClr val="A3A3A3"/>
                </a:solidFill>
                <a:latin typeface="Segoe UI" panose="020B0502040204020203" pitchFamily="34" charset="0"/>
              </a:rPr>
              <a:t>ELT layout</a:t>
            </a:r>
          </a:p>
        </p:txBody>
      </p:sp>
    </p:spTree>
    <p:extLst>
      <p:ext uri="{BB962C8B-B14F-4D97-AF65-F5344CB8AC3E}">
        <p14:creationId xmlns:p14="http://schemas.microsoft.com/office/powerpoint/2010/main" val="3224827369"/>
      </p:ext>
    </p:extLst>
  </p:cSld>
  <p:clrMapOvr>
    <a:masterClrMapping/>
  </p:clrMapOvr>
  <p:transition>
    <p:fade/>
  </p:transition>
  <p:extLst>
    <p:ext uri="{DCECCB84-F9BA-43D5-87BE-67443E8EF086}">
      <p15:sldGuideLst xmlns:p15="http://schemas.microsoft.com/office/powerpoint/2012/main">
        <p15:guide id="2" orient="horz" pos="1272">
          <p15:clr>
            <a:srgbClr val="5ACBF0"/>
          </p15:clr>
        </p15:guide>
        <p15:guide id="3" orient="horz" pos="288">
          <p15:clr>
            <a:srgbClr val="5ACBF0"/>
          </p15:clr>
        </p15:guide>
        <p15:guide id="5" orient="horz" pos="904">
          <p15:clr>
            <a:srgbClr val="5ACBF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itle &amp; Non-bulleted tex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34B655BA-10A4-4A57-89DB-CFFBE1CA1E33}"/>
              </a:ext>
            </a:extLst>
          </p:cNvPr>
          <p:cNvSpPr>
            <a:spLocks noGrp="1"/>
          </p:cNvSpPr>
          <p:nvPr>
            <p:ph type="title"/>
          </p:nvPr>
        </p:nvSpPr>
        <p:spPr/>
        <p:txBody>
          <a:bodyPr/>
          <a:lstStyle>
            <a:lvl1pPr>
              <a:defRPr>
                <a:latin typeface="+mj-lt"/>
              </a:defRPr>
            </a:lvl1pPr>
          </a:lstStyle>
          <a:p>
            <a:r>
              <a:rPr lang="en-US"/>
              <a:t>Click to edit Master title style</a:t>
            </a:r>
          </a:p>
        </p:txBody>
      </p:sp>
      <p:sp>
        <p:nvSpPr>
          <p:cNvPr id="4" name="Text Placeholder 3"/>
          <p:cNvSpPr>
            <a:spLocks noGrp="1"/>
          </p:cNvSpPr>
          <p:nvPr>
            <p:ph type="body" sz="quarter" idx="10"/>
          </p:nvPr>
        </p:nvSpPr>
        <p:spPr>
          <a:xfrm>
            <a:off x="586390" y="1434370"/>
            <a:ext cx="11018520" cy="1612749"/>
          </a:xfrm>
        </p:spPr>
        <p:txBody>
          <a:bodyPr wrap="square">
            <a:spAutoFit/>
          </a:bodyPr>
          <a:lstStyle>
            <a:lvl1pPr marL="0" indent="0">
              <a:buNone/>
              <a:defRPr>
                <a:latin typeface="+mn-lt"/>
              </a:defRPr>
            </a:lvl1pPr>
            <a:lvl2pPr marL="228600" indent="0">
              <a:buNone/>
              <a:defRPr>
                <a:latin typeface="+mn-lt"/>
              </a:defRPr>
            </a:lvl2pPr>
            <a:lvl3pPr marL="457200" indent="0">
              <a:buNone/>
              <a:defRPr>
                <a:latin typeface="+mn-lt"/>
              </a:defRPr>
            </a:lvl3pPr>
            <a:lvl4pPr marL="685800" indent="0">
              <a:buNone/>
              <a:defRPr>
                <a:latin typeface="+mn-lt"/>
              </a:defRPr>
            </a:lvl4pPr>
            <a:lvl5pPr marL="914400" indent="0">
              <a:buNone/>
              <a:defRPr>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796579812"/>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905">
          <p15:clr>
            <a:srgbClr val="5ACBF0"/>
          </p15:clr>
        </p15:guide>
        <p15:guide id="4" orient="horz" pos="1272">
          <p15:clr>
            <a:srgbClr val="5ACBF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wo Column Bullet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BE2550-DA43-453C-A328-33C740E65403}"/>
              </a:ext>
            </a:extLst>
          </p:cNvPr>
          <p:cNvSpPr>
            <a:spLocks noGrp="1"/>
          </p:cNvSpPr>
          <p:nvPr>
            <p:ph type="title"/>
          </p:nvPr>
        </p:nvSpPr>
        <p:spPr/>
        <p:txBody>
          <a:bodyPr/>
          <a:lstStyle>
            <a:lvl1pPr>
              <a:defRPr>
                <a:solidFill>
                  <a:schemeClr val="tx2"/>
                </a:solidFill>
                <a:latin typeface="+mj-lt"/>
              </a:defRPr>
            </a:lvl1pPr>
          </a:lstStyle>
          <a:p>
            <a:r>
              <a:rPr lang="en-US"/>
              <a:t>Click to edit Master title style</a:t>
            </a:r>
          </a:p>
        </p:txBody>
      </p:sp>
      <p:sp>
        <p:nvSpPr>
          <p:cNvPr id="5" name="Content Placeholder 4">
            <a:extLst>
              <a:ext uri="{FF2B5EF4-FFF2-40B4-BE49-F238E27FC236}">
                <a16:creationId xmlns:a16="http://schemas.microsoft.com/office/drawing/2014/main" id="{14B7A288-CDAC-4184-9F73-137C95F5E643}"/>
              </a:ext>
            </a:extLst>
          </p:cNvPr>
          <p:cNvSpPr>
            <a:spLocks noGrp="1"/>
          </p:cNvSpPr>
          <p:nvPr>
            <p:ph sz="quarter" idx="12"/>
          </p:nvPr>
        </p:nvSpPr>
        <p:spPr>
          <a:xfrm>
            <a:off x="584200" y="1435100"/>
            <a:ext cx="5211763" cy="4499356"/>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8">
            <a:extLst>
              <a:ext uri="{FF2B5EF4-FFF2-40B4-BE49-F238E27FC236}">
                <a16:creationId xmlns:a16="http://schemas.microsoft.com/office/drawing/2014/main" id="{CEC22105-78D6-4753-94FA-3DA949361A95}"/>
              </a:ext>
            </a:extLst>
          </p:cNvPr>
          <p:cNvSpPr>
            <a:spLocks noGrp="1"/>
          </p:cNvSpPr>
          <p:nvPr>
            <p:ph sz="quarter" idx="13"/>
          </p:nvPr>
        </p:nvSpPr>
        <p:spPr>
          <a:xfrm>
            <a:off x="6389688" y="1435100"/>
            <a:ext cx="5219700" cy="4499356"/>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5F6A123D-3A27-499F-9210-3E0D7CED39C6}"/>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b="0" i="0">
                <a:solidFill>
                  <a:srgbClr val="A3A3A3"/>
                </a:solidFill>
                <a:latin typeface="Segoe UI" panose="020B0502040204020203" pitchFamily="34" charset="0"/>
              </a:rPr>
              <a:t>ELT layout</a:t>
            </a:r>
          </a:p>
        </p:txBody>
      </p:sp>
    </p:spTree>
    <p:extLst>
      <p:ext uri="{BB962C8B-B14F-4D97-AF65-F5344CB8AC3E}">
        <p14:creationId xmlns:p14="http://schemas.microsoft.com/office/powerpoint/2010/main" val="1630914654"/>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276">
          <p15:clr>
            <a:srgbClr val="5ACBF0"/>
          </p15:clr>
        </p15:guide>
        <p15:guide id="3" orient="horz" pos="904">
          <p15:clr>
            <a:srgbClr val="5ACBF0"/>
          </p15:clr>
        </p15:guide>
        <p15:guide id="4" pos="3660">
          <p15:clr>
            <a:srgbClr val="5ACBF0"/>
          </p15:clr>
        </p15:guide>
        <p15:guide id="5" pos="4024">
          <p15:clr>
            <a:srgbClr val="5ACBF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Two Column Non-bullete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lstStyle>
            <a:lvl1pPr>
              <a:defRPr>
                <a:solidFill>
                  <a:schemeClr val="tx2"/>
                </a:solidFill>
                <a:latin typeface="+mj-lt"/>
              </a:defRPr>
            </a:lvl1pPr>
          </a:lstStyle>
          <a:p>
            <a:r>
              <a:rPr lang="en-US"/>
              <a:t>Click to edit Master title style</a:t>
            </a:r>
          </a:p>
        </p:txBody>
      </p:sp>
      <p:sp>
        <p:nvSpPr>
          <p:cNvPr id="4" name="Text Placeholder 3"/>
          <p:cNvSpPr>
            <a:spLocks noGrp="1"/>
          </p:cNvSpPr>
          <p:nvPr>
            <p:ph type="body" sz="quarter" idx="10"/>
          </p:nvPr>
        </p:nvSpPr>
        <p:spPr>
          <a:xfrm>
            <a:off x="584200" y="1435100"/>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mn-lt"/>
                <a:cs typeface="Segoe UI" panose="020B0502040204020203" pitchFamily="34" charset="0"/>
              </a:defRPr>
            </a:lvl1pPr>
            <a:lvl2pPr marL="255588" indent="0">
              <a:buFont typeface="Wingdings" panose="05000000000000000000" pitchFamily="2" charset="2"/>
              <a:buNone/>
              <a:defRPr sz="2000" b="0">
                <a:latin typeface="+mn-lt"/>
              </a:defRPr>
            </a:lvl2pPr>
            <a:lvl3pPr marL="450850" indent="0">
              <a:buFont typeface="Wingdings" panose="05000000000000000000" pitchFamily="2" charset="2"/>
              <a:buNone/>
              <a:tabLst/>
              <a:defRPr sz="1600" b="0">
                <a:latin typeface="+mn-lt"/>
              </a:defRPr>
            </a:lvl3pPr>
            <a:lvl4pPr marL="652462" indent="0">
              <a:buFont typeface="Wingdings" panose="05000000000000000000" pitchFamily="2" charset="2"/>
              <a:buNone/>
              <a:defRPr sz="1400" b="0">
                <a:latin typeface="+mn-lt"/>
              </a:defRPr>
            </a:lvl4pPr>
            <a:lvl5pPr marL="854075" indent="0">
              <a:buFont typeface="Wingdings" panose="05000000000000000000" pitchFamily="2" charset="2"/>
              <a:buNone/>
              <a:tabLst/>
              <a:defRPr sz="1400" b="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 Placeholder 3">
            <a:extLst>
              <a:ext uri="{FF2B5EF4-FFF2-40B4-BE49-F238E27FC236}">
                <a16:creationId xmlns:a16="http://schemas.microsoft.com/office/drawing/2014/main" id="{8E9CDCB4-03E1-4763-B83E-A1334BCDB0C0}"/>
              </a:ext>
            </a:extLst>
          </p:cNvPr>
          <p:cNvSpPr>
            <a:spLocks noGrp="1"/>
          </p:cNvSpPr>
          <p:nvPr>
            <p:ph type="body" sz="quarter" idx="12"/>
          </p:nvPr>
        </p:nvSpPr>
        <p:spPr>
          <a:xfrm>
            <a:off x="6397171" y="1435100"/>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mn-lt"/>
                <a:cs typeface="Segoe UI" panose="020B0502040204020203" pitchFamily="34" charset="0"/>
              </a:defRPr>
            </a:lvl1pPr>
            <a:lvl2pPr marL="255588" indent="0">
              <a:buFont typeface="Wingdings" panose="05000000000000000000" pitchFamily="2" charset="2"/>
              <a:buNone/>
              <a:defRPr sz="2000" b="0">
                <a:latin typeface="+mn-lt"/>
              </a:defRPr>
            </a:lvl2pPr>
            <a:lvl3pPr marL="450850" indent="0">
              <a:buFont typeface="Wingdings" panose="05000000000000000000" pitchFamily="2" charset="2"/>
              <a:buNone/>
              <a:tabLst/>
              <a:defRPr sz="1600" b="0">
                <a:latin typeface="+mn-lt"/>
              </a:defRPr>
            </a:lvl3pPr>
            <a:lvl4pPr marL="652462" indent="0">
              <a:buFont typeface="Wingdings" panose="05000000000000000000" pitchFamily="2" charset="2"/>
              <a:buNone/>
              <a:defRPr sz="1400" b="0">
                <a:latin typeface="+mn-lt"/>
              </a:defRPr>
            </a:lvl4pPr>
            <a:lvl5pPr marL="854075" indent="0">
              <a:buFont typeface="Wingdings" panose="05000000000000000000" pitchFamily="2" charset="2"/>
              <a:buNone/>
              <a:tabLst/>
              <a:defRPr sz="1400" b="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676242141"/>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272">
          <p15:clr>
            <a:srgbClr val="5ACBF0"/>
          </p15:clr>
        </p15:guide>
        <p15:guide id="3" orient="horz" pos="904">
          <p15:clr>
            <a:srgbClr val="5ACBF0"/>
          </p15:clr>
        </p15:guide>
        <p15:guide id="4" pos="3656">
          <p15:clr>
            <a:srgbClr val="5ACBF0"/>
          </p15:clr>
        </p15:guide>
        <p15:guide id="5" pos="4024">
          <p15:clr>
            <a:srgbClr val="5ACBF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Two Column Bullet with Subhead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spAutoFit/>
          </a:bodyPr>
          <a:lstStyle>
            <a:lvl1pPr>
              <a:defRPr>
                <a:solidFill>
                  <a:schemeClr val="tx2"/>
                </a:solidFill>
                <a:latin typeface="+mj-lt"/>
              </a:defRPr>
            </a:lvl1pPr>
          </a:lstStyle>
          <a:p>
            <a:r>
              <a:rPr lang="en-US"/>
              <a:t>Click to edit Master title style</a:t>
            </a:r>
          </a:p>
        </p:txBody>
      </p:sp>
      <p:sp>
        <p:nvSpPr>
          <p:cNvPr id="12" name="Text Placeholder 11">
            <a:extLst>
              <a:ext uri="{FF2B5EF4-FFF2-40B4-BE49-F238E27FC236}">
                <a16:creationId xmlns:a16="http://schemas.microsoft.com/office/drawing/2014/main" id="{DD525736-DEE8-4391-8135-23DE0640053A}"/>
              </a:ext>
            </a:extLst>
          </p:cNvPr>
          <p:cNvSpPr>
            <a:spLocks noGrp="1"/>
          </p:cNvSpPr>
          <p:nvPr>
            <p:ph type="body" sz="quarter" idx="16"/>
          </p:nvPr>
        </p:nvSpPr>
        <p:spPr>
          <a:xfrm>
            <a:off x="584200" y="1436688"/>
            <a:ext cx="5219700" cy="430887"/>
          </a:xfrm>
        </p:spPr>
        <p:txBody>
          <a:bodyPr anchor="t"/>
          <a:lstStyle>
            <a:lvl1pPr marL="0" indent="0">
              <a:spcBef>
                <a:spcPts val="0"/>
              </a:spcBef>
              <a:buNone/>
              <a:defRPr sz="2800" b="0" i="0">
                <a:solidFill>
                  <a:schemeClr val="tx2"/>
                </a:solidFill>
                <a:latin typeface="+mj-lt"/>
              </a:defRPr>
            </a:lvl1pPr>
          </a:lstStyle>
          <a:p>
            <a:pPr lvl="0"/>
            <a:r>
              <a:rPr lang="en-US"/>
              <a:t>Click to edit Master text styles</a:t>
            </a:r>
          </a:p>
        </p:txBody>
      </p:sp>
      <p:sp>
        <p:nvSpPr>
          <p:cNvPr id="8" name="Text Placeholder 7">
            <a:extLst>
              <a:ext uri="{FF2B5EF4-FFF2-40B4-BE49-F238E27FC236}">
                <a16:creationId xmlns:a16="http://schemas.microsoft.com/office/drawing/2014/main" id="{98E90344-0294-48E2-AAF0-601BB99500E7}"/>
              </a:ext>
            </a:extLst>
          </p:cNvPr>
          <p:cNvSpPr>
            <a:spLocks noGrp="1"/>
          </p:cNvSpPr>
          <p:nvPr>
            <p:ph type="body" sz="quarter" idx="14"/>
          </p:nvPr>
        </p:nvSpPr>
        <p:spPr>
          <a:xfrm>
            <a:off x="584200" y="2084388"/>
            <a:ext cx="5219700" cy="1612749"/>
          </a:xfrm>
        </p:spPr>
        <p:txBody>
          <a:bodyPr>
            <a:spAutoFit/>
          </a:bodyPr>
          <a:lstStyle>
            <a:lvl1pPr marL="171450" indent="-171450">
              <a:defRPr lang="en-US" sz="2400" dirty="0">
                <a:latin typeface="+mn-lt"/>
              </a:defRPr>
            </a:lvl1pPr>
            <a:lvl2pPr marL="342900" indent="-171450">
              <a:defRPr lang="en-US" dirty="0">
                <a:latin typeface="+mn-lt"/>
              </a:defRPr>
            </a:lvl2pPr>
            <a:lvl3pPr marL="514350" indent="-171450">
              <a:defRPr lang="en-US" dirty="0">
                <a:latin typeface="+mn-lt"/>
              </a:defRPr>
            </a:lvl3pPr>
            <a:lvl4pPr marL="666750" indent="-152400">
              <a:defRPr lang="en-US" dirty="0">
                <a:latin typeface="+mn-lt"/>
              </a:defRPr>
            </a:lvl4pPr>
            <a:lvl5pPr marL="793750" indent="-120650">
              <a:defRPr lang="en-US" dirty="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11">
            <a:extLst>
              <a:ext uri="{FF2B5EF4-FFF2-40B4-BE49-F238E27FC236}">
                <a16:creationId xmlns:a16="http://schemas.microsoft.com/office/drawing/2014/main" id="{B4F729D4-B1F1-45F2-A06A-40234B19C883}"/>
              </a:ext>
            </a:extLst>
          </p:cNvPr>
          <p:cNvSpPr>
            <a:spLocks noGrp="1"/>
          </p:cNvSpPr>
          <p:nvPr>
            <p:ph type="body" sz="quarter" idx="17"/>
          </p:nvPr>
        </p:nvSpPr>
        <p:spPr>
          <a:xfrm>
            <a:off x="6397625" y="1436688"/>
            <a:ext cx="5219700" cy="430887"/>
          </a:xfrm>
        </p:spPr>
        <p:txBody>
          <a:bodyPr anchor="t"/>
          <a:lstStyle>
            <a:lvl1pPr marL="0" indent="0">
              <a:spcBef>
                <a:spcPts val="0"/>
              </a:spcBef>
              <a:buNone/>
              <a:defRPr lang="en-US" sz="2800" b="0" i="0" kern="1200" spc="0" baseline="0" dirty="0">
                <a:solidFill>
                  <a:schemeClr val="tx2"/>
                </a:solidFill>
                <a:latin typeface="+mj-lt"/>
                <a:ea typeface="+mn-ea"/>
                <a:cs typeface="Segoe UI" panose="020B0502040204020203" pitchFamily="34" charset="0"/>
              </a:defRPr>
            </a:lvl1pPr>
          </a:lstStyle>
          <a:p>
            <a:pPr marL="0" marR="0" lvl="0" indent="0" algn="l"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Master text styles</a:t>
            </a:r>
          </a:p>
        </p:txBody>
      </p:sp>
      <p:sp>
        <p:nvSpPr>
          <p:cNvPr id="10" name="Text Placeholder 9">
            <a:extLst>
              <a:ext uri="{FF2B5EF4-FFF2-40B4-BE49-F238E27FC236}">
                <a16:creationId xmlns:a16="http://schemas.microsoft.com/office/drawing/2014/main" id="{D1F896FB-325C-4849-B372-8DF0D6C0562C}"/>
              </a:ext>
            </a:extLst>
          </p:cNvPr>
          <p:cNvSpPr>
            <a:spLocks noGrp="1"/>
          </p:cNvSpPr>
          <p:nvPr>
            <p:ph type="body" sz="quarter" idx="15"/>
          </p:nvPr>
        </p:nvSpPr>
        <p:spPr>
          <a:xfrm>
            <a:off x="6397625" y="2084388"/>
            <a:ext cx="5219700" cy="1612749"/>
          </a:xfrm>
        </p:spPr>
        <p:txBody>
          <a:bodyPr>
            <a:spAutoFit/>
          </a:bodyPr>
          <a:lstStyle>
            <a:lvl1pPr marL="171450" indent="-171450">
              <a:defRPr lang="en-US" sz="2400" dirty="0">
                <a:latin typeface="+mn-lt"/>
              </a:defRPr>
            </a:lvl1pPr>
            <a:lvl2pPr marL="342900" indent="-171450">
              <a:defRPr lang="en-US" dirty="0">
                <a:latin typeface="+mn-lt"/>
              </a:defRPr>
            </a:lvl2pPr>
            <a:lvl3pPr marL="514350" indent="-171450">
              <a:defRPr lang="en-US" dirty="0">
                <a:latin typeface="+mn-lt"/>
              </a:defRPr>
            </a:lvl3pPr>
            <a:lvl4pPr marL="685800" indent="-136525">
              <a:defRPr lang="en-US" dirty="0">
                <a:latin typeface="+mn-lt"/>
              </a:defRPr>
            </a:lvl4pPr>
            <a:lvl5pPr marL="793750" indent="-120650">
              <a:defRPr lang="en-US" dirty="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886131084"/>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311">
          <p15:clr>
            <a:srgbClr val="5ACBF0"/>
          </p15:clr>
        </p15:guide>
        <p15:guide id="4" pos="3656">
          <p15:clr>
            <a:srgbClr val="5ACBF0"/>
          </p15:clr>
        </p15:guide>
        <p15:guide id="5" pos="4024">
          <p15:clr>
            <a:srgbClr val="5ACBF0"/>
          </p15:clr>
        </p15:guide>
        <p15:guide id="7" orient="horz" pos="905">
          <p15:clr>
            <a:srgbClr val="5ACBF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Two Column Content with Subhead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spAutoFit/>
          </a:bodyPr>
          <a:lstStyle>
            <a:lvl1pPr>
              <a:defRPr>
                <a:solidFill>
                  <a:schemeClr val="tx2"/>
                </a:solidFill>
                <a:latin typeface="+mj-lt"/>
              </a:defRPr>
            </a:lvl1pPr>
          </a:lstStyle>
          <a:p>
            <a:r>
              <a:rPr lang="en-US"/>
              <a:t>Click to edit Master title style</a:t>
            </a:r>
          </a:p>
        </p:txBody>
      </p:sp>
      <p:sp>
        <p:nvSpPr>
          <p:cNvPr id="18" name="Text Placeholder 11">
            <a:extLst>
              <a:ext uri="{FF2B5EF4-FFF2-40B4-BE49-F238E27FC236}">
                <a16:creationId xmlns:a16="http://schemas.microsoft.com/office/drawing/2014/main" id="{C2759870-0BEA-44DC-A414-1C70D04E35CC}"/>
              </a:ext>
            </a:extLst>
          </p:cNvPr>
          <p:cNvSpPr>
            <a:spLocks noGrp="1"/>
          </p:cNvSpPr>
          <p:nvPr>
            <p:ph type="body" sz="quarter" idx="16"/>
          </p:nvPr>
        </p:nvSpPr>
        <p:spPr>
          <a:xfrm>
            <a:off x="584200" y="1436688"/>
            <a:ext cx="5219700" cy="430887"/>
          </a:xfrm>
        </p:spPr>
        <p:txBody>
          <a:bodyPr anchor="t"/>
          <a:lstStyle>
            <a:lvl1pPr marL="0" indent="0">
              <a:spcBef>
                <a:spcPts val="0"/>
              </a:spcBef>
              <a:buNone/>
              <a:defRPr sz="2800" b="0" i="0">
                <a:solidFill>
                  <a:schemeClr val="tx2"/>
                </a:solidFill>
                <a:latin typeface="+mj-lt"/>
              </a:defRPr>
            </a:lvl1pPr>
          </a:lstStyle>
          <a:p>
            <a:pPr lvl="0"/>
            <a:r>
              <a:rPr lang="en-US"/>
              <a:t>Click to edit Master text styles</a:t>
            </a:r>
          </a:p>
        </p:txBody>
      </p:sp>
      <p:sp>
        <p:nvSpPr>
          <p:cNvPr id="15" name="Content Placeholder 14">
            <a:extLst>
              <a:ext uri="{FF2B5EF4-FFF2-40B4-BE49-F238E27FC236}">
                <a16:creationId xmlns:a16="http://schemas.microsoft.com/office/drawing/2014/main" id="{BFEF95FA-F121-4653-B60A-0D068C345462}"/>
              </a:ext>
            </a:extLst>
          </p:cNvPr>
          <p:cNvSpPr>
            <a:spLocks noGrp="1"/>
          </p:cNvSpPr>
          <p:nvPr>
            <p:ph sz="quarter" idx="11"/>
          </p:nvPr>
        </p:nvSpPr>
        <p:spPr>
          <a:xfrm>
            <a:off x="588963" y="2081212"/>
            <a:ext cx="5214937" cy="3972116"/>
          </a:xfrm>
        </p:spPr>
        <p:txBody>
          <a:bodyPr/>
          <a:lstStyle>
            <a:lvl1pPr>
              <a:defRPr sz="2400">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11">
            <a:extLst>
              <a:ext uri="{FF2B5EF4-FFF2-40B4-BE49-F238E27FC236}">
                <a16:creationId xmlns:a16="http://schemas.microsoft.com/office/drawing/2014/main" id="{C327262A-D327-4189-AD22-BAD67CF4AB79}"/>
              </a:ext>
            </a:extLst>
          </p:cNvPr>
          <p:cNvSpPr>
            <a:spLocks noGrp="1"/>
          </p:cNvSpPr>
          <p:nvPr>
            <p:ph type="body" sz="quarter" idx="17"/>
          </p:nvPr>
        </p:nvSpPr>
        <p:spPr>
          <a:xfrm>
            <a:off x="6397625" y="1436688"/>
            <a:ext cx="5219700" cy="430887"/>
          </a:xfrm>
        </p:spPr>
        <p:txBody>
          <a:bodyPr anchor="t"/>
          <a:lstStyle>
            <a:lvl1pPr marL="0" indent="0">
              <a:spcBef>
                <a:spcPts val="0"/>
              </a:spcBef>
              <a:buNone/>
              <a:defRPr lang="en-US" sz="2800" b="0" i="0" kern="1200" spc="0" baseline="0" dirty="0">
                <a:solidFill>
                  <a:schemeClr val="tx2"/>
                </a:solidFill>
                <a:latin typeface="+mj-lt"/>
                <a:ea typeface="+mn-ea"/>
                <a:cs typeface="Segoe UI" panose="020B0502040204020203" pitchFamily="34" charset="0"/>
              </a:defRPr>
            </a:lvl1pPr>
          </a:lstStyle>
          <a:p>
            <a:pPr marL="0" marR="0" lvl="0" indent="0" algn="l"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Master text styles</a:t>
            </a:r>
          </a:p>
        </p:txBody>
      </p:sp>
      <p:sp>
        <p:nvSpPr>
          <p:cNvPr id="17" name="Content Placeholder 14">
            <a:extLst>
              <a:ext uri="{FF2B5EF4-FFF2-40B4-BE49-F238E27FC236}">
                <a16:creationId xmlns:a16="http://schemas.microsoft.com/office/drawing/2014/main" id="{47F8EAA9-0E64-4589-A234-BC31685BE7D3}"/>
              </a:ext>
            </a:extLst>
          </p:cNvPr>
          <p:cNvSpPr>
            <a:spLocks noGrp="1"/>
          </p:cNvSpPr>
          <p:nvPr>
            <p:ph sz="quarter" idx="13"/>
          </p:nvPr>
        </p:nvSpPr>
        <p:spPr>
          <a:xfrm>
            <a:off x="6394451" y="2081212"/>
            <a:ext cx="5214937" cy="3972116"/>
          </a:xfrm>
        </p:spPr>
        <p:txBody>
          <a:bodyPr/>
          <a:lstStyle>
            <a:lvl1pPr>
              <a:defRPr sz="2400">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TextBox 2">
            <a:extLst>
              <a:ext uri="{FF2B5EF4-FFF2-40B4-BE49-F238E27FC236}">
                <a16:creationId xmlns:a16="http://schemas.microsoft.com/office/drawing/2014/main" id="{CFADFBB8-E1C1-D5AB-8154-CBA2D9EFB6B9}"/>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b="0" i="0">
                <a:solidFill>
                  <a:srgbClr val="A3A3A3"/>
                </a:solidFill>
                <a:latin typeface="Segoe UI" panose="020B0502040204020203" pitchFamily="34" charset="0"/>
              </a:rPr>
              <a:t>ELT layout</a:t>
            </a:r>
          </a:p>
        </p:txBody>
      </p:sp>
    </p:spTree>
    <p:extLst>
      <p:ext uri="{BB962C8B-B14F-4D97-AF65-F5344CB8AC3E}">
        <p14:creationId xmlns:p14="http://schemas.microsoft.com/office/powerpoint/2010/main" val="1656897228"/>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311">
          <p15:clr>
            <a:srgbClr val="5ACBF0"/>
          </p15:clr>
        </p15:guide>
        <p15:guide id="4" pos="3656">
          <p15:clr>
            <a:srgbClr val="5ACBF0"/>
          </p15:clr>
        </p15:guide>
        <p15:guide id="5" pos="4024">
          <p15:clr>
            <a:srgbClr val="5ACBF0"/>
          </p15:clr>
        </p15:guide>
        <p15:guide id="7" orient="horz" pos="905">
          <p15:clr>
            <a:srgbClr val="5ACBF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Three Column Bullet with Subtitle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260F77E-464D-46F7-A8F8-6F281DAB0C7A}"/>
              </a:ext>
            </a:extLst>
          </p:cNvPr>
          <p:cNvSpPr>
            <a:spLocks noGrp="1"/>
          </p:cNvSpPr>
          <p:nvPr>
            <p:ph type="title"/>
          </p:nvPr>
        </p:nvSpPr>
        <p:spPr>
          <a:xfrm>
            <a:off x="588263" y="457200"/>
            <a:ext cx="11018520" cy="553998"/>
          </a:xfrm>
        </p:spPr>
        <p:txBody>
          <a:bodyPr>
            <a:spAutoFit/>
          </a:bodyPr>
          <a:lstStyle>
            <a:lvl1pPr>
              <a:defRPr>
                <a:solidFill>
                  <a:schemeClr val="tx2"/>
                </a:solidFill>
                <a:latin typeface="+mj-lt"/>
              </a:defRPr>
            </a:lvl1pPr>
          </a:lstStyle>
          <a:p>
            <a:r>
              <a:rPr lang="en-US"/>
              <a:t>Click to edit Master title style</a:t>
            </a:r>
          </a:p>
        </p:txBody>
      </p:sp>
      <p:sp>
        <p:nvSpPr>
          <p:cNvPr id="19" name="Text Placeholder 11">
            <a:extLst>
              <a:ext uri="{FF2B5EF4-FFF2-40B4-BE49-F238E27FC236}">
                <a16:creationId xmlns:a16="http://schemas.microsoft.com/office/drawing/2014/main" id="{CB20F198-3776-433D-85A8-C2B6AC6235FF}"/>
              </a:ext>
            </a:extLst>
          </p:cNvPr>
          <p:cNvSpPr>
            <a:spLocks noGrp="1"/>
          </p:cNvSpPr>
          <p:nvPr>
            <p:ph type="body" sz="quarter" idx="16"/>
          </p:nvPr>
        </p:nvSpPr>
        <p:spPr>
          <a:xfrm>
            <a:off x="585217" y="1438275"/>
            <a:ext cx="3264408" cy="677108"/>
          </a:xfrm>
        </p:spPr>
        <p:txBody>
          <a:bodyPr anchor="t"/>
          <a:lstStyle>
            <a:lvl1pPr marL="0" indent="0">
              <a:spcBef>
                <a:spcPts val="0"/>
              </a:spcBef>
              <a:buNone/>
              <a:defRPr sz="2200" b="0" i="0">
                <a:solidFill>
                  <a:schemeClr val="tx2"/>
                </a:solidFill>
                <a:latin typeface="+mj-lt"/>
              </a:defRPr>
            </a:lvl1pPr>
          </a:lstStyle>
          <a:p>
            <a:pPr lvl="0"/>
            <a:r>
              <a:rPr lang="en-US"/>
              <a:t>Click to edit Master text styles</a:t>
            </a:r>
          </a:p>
        </p:txBody>
      </p:sp>
      <p:sp>
        <p:nvSpPr>
          <p:cNvPr id="20" name="Text Placeholder 7">
            <a:extLst>
              <a:ext uri="{FF2B5EF4-FFF2-40B4-BE49-F238E27FC236}">
                <a16:creationId xmlns:a16="http://schemas.microsoft.com/office/drawing/2014/main" id="{97BC59AA-6CF8-4091-8008-21AA9AD8E8B5}"/>
              </a:ext>
            </a:extLst>
          </p:cNvPr>
          <p:cNvSpPr>
            <a:spLocks noGrp="1"/>
          </p:cNvSpPr>
          <p:nvPr>
            <p:ph type="body" sz="quarter" idx="14"/>
          </p:nvPr>
        </p:nvSpPr>
        <p:spPr>
          <a:xfrm>
            <a:off x="585217" y="2390775"/>
            <a:ext cx="3264408" cy="1760482"/>
          </a:xfrm>
        </p:spPr>
        <p:txBody>
          <a:bodyPr wrap="square">
            <a:spAutoFit/>
          </a:bodyPr>
          <a:lstStyle>
            <a:lvl1pPr marL="176213" indent="-176213">
              <a:defRPr lang="en-US" sz="2000" dirty="0">
                <a:latin typeface="+mn-lt"/>
              </a:defRPr>
            </a:lvl1pPr>
            <a:lvl2pPr marL="322263" indent="-150813">
              <a:defRPr lang="en-US" sz="1800" dirty="0">
                <a:latin typeface="+mn-lt"/>
              </a:defRPr>
            </a:lvl2pPr>
            <a:lvl3pPr marL="466725" indent="-138113">
              <a:defRPr lang="en-US" dirty="0">
                <a:latin typeface="+mn-lt"/>
              </a:defRPr>
            </a:lvl3pPr>
            <a:lvl4pPr marL="595313" indent="-128588">
              <a:defRPr lang="en-US" dirty="0">
                <a:latin typeface="+mn-lt"/>
              </a:defRPr>
            </a:lvl4pPr>
            <a:lvl5pPr marL="731838" indent="-122238">
              <a:defRPr lang="en-US" dirty="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11">
            <a:extLst>
              <a:ext uri="{FF2B5EF4-FFF2-40B4-BE49-F238E27FC236}">
                <a16:creationId xmlns:a16="http://schemas.microsoft.com/office/drawing/2014/main" id="{BECED387-BA3E-49B2-8F1E-0E371E09E0A4}"/>
              </a:ext>
            </a:extLst>
          </p:cNvPr>
          <p:cNvSpPr>
            <a:spLocks noGrp="1"/>
          </p:cNvSpPr>
          <p:nvPr>
            <p:ph type="body" sz="quarter" idx="17"/>
          </p:nvPr>
        </p:nvSpPr>
        <p:spPr>
          <a:xfrm>
            <a:off x="4463796" y="1438275"/>
            <a:ext cx="3264408" cy="677108"/>
          </a:xfrm>
        </p:spPr>
        <p:txBody>
          <a:bodyPr anchor="t"/>
          <a:lstStyle>
            <a:lvl1pPr marL="0" indent="0">
              <a:spcBef>
                <a:spcPts val="0"/>
              </a:spcBef>
              <a:buNone/>
              <a:defRPr lang="en-US" sz="2200" b="0" i="0" kern="1200" spc="0" baseline="0" dirty="0">
                <a:solidFill>
                  <a:schemeClr val="tx2"/>
                </a:solidFill>
                <a:latin typeface="+mj-lt"/>
                <a:ea typeface="+mn-ea"/>
                <a:cs typeface="Segoe UI" panose="020B0502040204020203" pitchFamily="34" charset="0"/>
              </a:defRPr>
            </a:lvl1pPr>
          </a:lstStyle>
          <a:p>
            <a:pPr marL="0" marR="0" lvl="0" indent="0" algn="l"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Master text styles</a:t>
            </a:r>
          </a:p>
        </p:txBody>
      </p:sp>
      <p:sp>
        <p:nvSpPr>
          <p:cNvPr id="22" name="Text Placeholder 9">
            <a:extLst>
              <a:ext uri="{FF2B5EF4-FFF2-40B4-BE49-F238E27FC236}">
                <a16:creationId xmlns:a16="http://schemas.microsoft.com/office/drawing/2014/main" id="{6B26A1CD-81F9-4C2F-896F-E69757C6658C}"/>
              </a:ext>
            </a:extLst>
          </p:cNvPr>
          <p:cNvSpPr>
            <a:spLocks noGrp="1"/>
          </p:cNvSpPr>
          <p:nvPr>
            <p:ph type="body" sz="quarter" idx="15"/>
          </p:nvPr>
        </p:nvSpPr>
        <p:spPr>
          <a:xfrm>
            <a:off x="4463796" y="2384135"/>
            <a:ext cx="3264408" cy="1760482"/>
          </a:xfrm>
        </p:spPr>
        <p:txBody>
          <a:bodyPr wrap="square">
            <a:spAutoFit/>
          </a:bodyPr>
          <a:lstStyle>
            <a:lvl1pPr marL="176213" indent="-176213">
              <a:defRPr lang="en-US" sz="2000" dirty="0">
                <a:latin typeface="+mn-lt"/>
              </a:defRPr>
            </a:lvl1pPr>
            <a:lvl2pPr marL="398463" indent="-169863">
              <a:defRPr lang="en-US" sz="1800" dirty="0">
                <a:latin typeface="+mn-lt"/>
              </a:defRPr>
            </a:lvl2pPr>
            <a:lvl3pPr marL="555625" indent="-157163">
              <a:defRPr lang="en-US" dirty="0">
                <a:latin typeface="+mn-lt"/>
              </a:defRPr>
            </a:lvl3pPr>
            <a:lvl4pPr marL="685800" indent="-136525">
              <a:defRPr lang="en-US" dirty="0">
                <a:latin typeface="+mn-lt"/>
              </a:defRPr>
            </a:lvl4pPr>
            <a:lvl5pPr marL="800100" indent="-111125">
              <a:defRPr lang="en-US" dirty="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Text Placeholder 11">
            <a:extLst>
              <a:ext uri="{FF2B5EF4-FFF2-40B4-BE49-F238E27FC236}">
                <a16:creationId xmlns:a16="http://schemas.microsoft.com/office/drawing/2014/main" id="{79263A4B-A9A8-4CE5-96A8-6F6EC365E512}"/>
              </a:ext>
            </a:extLst>
          </p:cNvPr>
          <p:cNvSpPr>
            <a:spLocks noGrp="1"/>
          </p:cNvSpPr>
          <p:nvPr>
            <p:ph type="body" sz="quarter" idx="18"/>
          </p:nvPr>
        </p:nvSpPr>
        <p:spPr>
          <a:xfrm>
            <a:off x="8342375" y="1438275"/>
            <a:ext cx="3264408" cy="677108"/>
          </a:xfrm>
        </p:spPr>
        <p:txBody>
          <a:bodyPr anchor="t"/>
          <a:lstStyle>
            <a:lvl1pPr marL="0" indent="0">
              <a:spcBef>
                <a:spcPts val="0"/>
              </a:spcBef>
              <a:buNone/>
              <a:defRPr lang="en-US" sz="2200" b="0" i="0" kern="1200" spc="0" baseline="0" dirty="0">
                <a:solidFill>
                  <a:schemeClr val="tx2"/>
                </a:solidFill>
                <a:latin typeface="+mj-lt"/>
                <a:ea typeface="+mn-ea"/>
                <a:cs typeface="Segoe UI" panose="020B0502040204020203" pitchFamily="34" charset="0"/>
              </a:defRPr>
            </a:lvl1pPr>
          </a:lstStyle>
          <a:p>
            <a:pPr marL="0" marR="0" lvl="0" indent="0" algn="l"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Master text styles</a:t>
            </a:r>
          </a:p>
        </p:txBody>
      </p:sp>
      <p:sp>
        <p:nvSpPr>
          <p:cNvPr id="24" name="Text Placeholder 7">
            <a:extLst>
              <a:ext uri="{FF2B5EF4-FFF2-40B4-BE49-F238E27FC236}">
                <a16:creationId xmlns:a16="http://schemas.microsoft.com/office/drawing/2014/main" id="{2205743D-F71A-4647-9BE4-2900BDA2582B}"/>
              </a:ext>
            </a:extLst>
          </p:cNvPr>
          <p:cNvSpPr>
            <a:spLocks noGrp="1"/>
          </p:cNvSpPr>
          <p:nvPr>
            <p:ph type="body" sz="quarter" idx="19"/>
          </p:nvPr>
        </p:nvSpPr>
        <p:spPr>
          <a:xfrm>
            <a:off x="8342375" y="2390775"/>
            <a:ext cx="3264408" cy="1760482"/>
          </a:xfrm>
        </p:spPr>
        <p:txBody>
          <a:bodyPr wrap="square">
            <a:spAutoFit/>
          </a:bodyPr>
          <a:lstStyle>
            <a:lvl1pPr marL="176213" indent="-176213">
              <a:defRPr lang="en-US" sz="2000" dirty="0">
                <a:latin typeface="+mn-lt"/>
              </a:defRPr>
            </a:lvl1pPr>
            <a:lvl2pPr marL="398463" indent="-169863">
              <a:defRPr lang="en-US" sz="1800" dirty="0">
                <a:latin typeface="+mn-lt"/>
              </a:defRPr>
            </a:lvl2pPr>
            <a:lvl3pPr marL="555625" indent="-157163">
              <a:defRPr lang="en-US" dirty="0">
                <a:latin typeface="+mn-lt"/>
              </a:defRPr>
            </a:lvl3pPr>
            <a:lvl4pPr marL="685800" indent="-136525">
              <a:defRPr lang="en-US" dirty="0">
                <a:latin typeface="+mn-lt"/>
              </a:defRPr>
            </a:lvl4pPr>
            <a:lvl5pPr marL="800100" indent="-111125">
              <a:defRPr lang="en-US" dirty="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77113435"/>
      </p:ext>
    </p:extLst>
  </p:cSld>
  <p:clrMapOvr>
    <a:masterClrMapping/>
  </p:clrMapOvr>
  <p:transition>
    <p:fade/>
  </p:transition>
  <p:extLst>
    <p:ext uri="{DCECCB84-F9BA-43D5-87BE-67443E8EF086}">
      <p15:sldGuideLst xmlns:p15="http://schemas.microsoft.com/office/powerpoint/2012/main">
        <p15:guide id="3" orient="horz" pos="1506">
          <p15:clr>
            <a:srgbClr val="5ACBF0"/>
          </p15:clr>
        </p15:guide>
        <p15:guide id="4" orient="horz" pos="906">
          <p15:clr>
            <a:srgbClr val="5ACBF0"/>
          </p15:clr>
        </p15:guide>
        <p15:guide id="5" orient="horz" pos="288">
          <p15:clr>
            <a:srgbClr val="5ACBF0"/>
          </p15:clr>
        </p15:guide>
        <p15:guide id="6" pos="2430">
          <p15:clr>
            <a:srgbClr val="5ACBF0"/>
          </p15:clr>
        </p15:guide>
        <p15:guide id="7" pos="2832" userDrawn="1">
          <p15:clr>
            <a:srgbClr val="5ACBF0"/>
          </p15:clr>
        </p15:guide>
        <p15:guide id="8" pos="4871">
          <p15:clr>
            <a:srgbClr val="5ACBF0"/>
          </p15:clr>
        </p15:guide>
        <p15:guide id="9" pos="5251">
          <p15:clr>
            <a:srgbClr val="5ACBF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Four Column Bullet with Subtitle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7A434B7-D4B9-4D45-A31C-F0CC4D227945}"/>
              </a:ext>
            </a:extLst>
          </p:cNvPr>
          <p:cNvSpPr>
            <a:spLocks noGrp="1"/>
          </p:cNvSpPr>
          <p:nvPr>
            <p:ph type="title"/>
          </p:nvPr>
        </p:nvSpPr>
        <p:spPr>
          <a:xfrm>
            <a:off x="588263" y="457200"/>
            <a:ext cx="11018520" cy="553998"/>
          </a:xfrm>
        </p:spPr>
        <p:txBody>
          <a:bodyPr>
            <a:spAutoFit/>
          </a:bodyPr>
          <a:lstStyle>
            <a:lvl1pPr>
              <a:defRPr>
                <a:solidFill>
                  <a:schemeClr val="tx2"/>
                </a:solidFill>
                <a:latin typeface="+mj-lt"/>
              </a:defRPr>
            </a:lvl1pPr>
          </a:lstStyle>
          <a:p>
            <a:r>
              <a:rPr lang="en-US"/>
              <a:t>Click to edit Master title style</a:t>
            </a:r>
          </a:p>
        </p:txBody>
      </p:sp>
      <p:sp>
        <p:nvSpPr>
          <p:cNvPr id="22" name="Text Placeholder 11">
            <a:extLst>
              <a:ext uri="{FF2B5EF4-FFF2-40B4-BE49-F238E27FC236}">
                <a16:creationId xmlns:a16="http://schemas.microsoft.com/office/drawing/2014/main" id="{92783506-927E-48F7-8EFC-36257F3E2812}"/>
              </a:ext>
            </a:extLst>
          </p:cNvPr>
          <p:cNvSpPr>
            <a:spLocks noGrp="1"/>
          </p:cNvSpPr>
          <p:nvPr>
            <p:ph type="body" sz="quarter" idx="16"/>
          </p:nvPr>
        </p:nvSpPr>
        <p:spPr>
          <a:xfrm>
            <a:off x="584200" y="1438275"/>
            <a:ext cx="2532063" cy="553998"/>
          </a:xfrm>
        </p:spPr>
        <p:txBody>
          <a:bodyPr anchor="t"/>
          <a:lstStyle>
            <a:lvl1pPr marL="0" indent="0">
              <a:spcBef>
                <a:spcPts val="0"/>
              </a:spcBef>
              <a:buNone/>
              <a:defRPr sz="1800" b="0" i="0">
                <a:solidFill>
                  <a:schemeClr val="tx2"/>
                </a:solidFill>
                <a:latin typeface="+mj-lt"/>
              </a:defRPr>
            </a:lvl1pPr>
          </a:lstStyle>
          <a:p>
            <a:pPr lvl="0"/>
            <a:r>
              <a:rPr lang="en-US"/>
              <a:t>Click to edit Master text styles</a:t>
            </a:r>
          </a:p>
        </p:txBody>
      </p:sp>
      <p:sp>
        <p:nvSpPr>
          <p:cNvPr id="23" name="Text Placeholder 7">
            <a:extLst>
              <a:ext uri="{FF2B5EF4-FFF2-40B4-BE49-F238E27FC236}">
                <a16:creationId xmlns:a16="http://schemas.microsoft.com/office/drawing/2014/main" id="{FB6093D3-3EDF-4A80-8450-C5EBB1990775}"/>
              </a:ext>
            </a:extLst>
          </p:cNvPr>
          <p:cNvSpPr>
            <a:spLocks noGrp="1"/>
          </p:cNvSpPr>
          <p:nvPr>
            <p:ph type="body" sz="quarter" idx="14"/>
          </p:nvPr>
        </p:nvSpPr>
        <p:spPr>
          <a:xfrm>
            <a:off x="584200" y="2283115"/>
            <a:ext cx="2532063" cy="1698927"/>
          </a:xfrm>
        </p:spPr>
        <p:txBody>
          <a:bodyPr wrap="square">
            <a:spAutoFit/>
          </a:bodyPr>
          <a:lstStyle>
            <a:lvl1pPr marL="141288" indent="-141288">
              <a:defRPr lang="en-US" sz="1800" dirty="0">
                <a:latin typeface="+mn-lt"/>
              </a:defRPr>
            </a:lvl1pPr>
            <a:lvl2pPr marL="285750" indent="-125413">
              <a:defRPr lang="en-US" sz="1600" dirty="0">
                <a:latin typeface="+mn-lt"/>
              </a:defRPr>
            </a:lvl2pPr>
            <a:lvl3pPr marL="438150" indent="-133350">
              <a:defRPr lang="en-US" dirty="0">
                <a:latin typeface="+mn-lt"/>
              </a:defRPr>
            </a:lvl3pPr>
            <a:lvl4pPr marL="566738" indent="-114300">
              <a:defRPr lang="en-US" dirty="0">
                <a:latin typeface="+mn-lt"/>
              </a:defRPr>
            </a:lvl4pPr>
            <a:lvl5pPr marL="685800" indent="-109538">
              <a:defRPr lang="en-US" dirty="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4" name="Text Placeholder 11">
            <a:extLst>
              <a:ext uri="{FF2B5EF4-FFF2-40B4-BE49-F238E27FC236}">
                <a16:creationId xmlns:a16="http://schemas.microsoft.com/office/drawing/2014/main" id="{438D2C80-6884-451D-8D7D-B69022CCC5C4}"/>
              </a:ext>
            </a:extLst>
          </p:cNvPr>
          <p:cNvSpPr>
            <a:spLocks noGrp="1"/>
          </p:cNvSpPr>
          <p:nvPr>
            <p:ph type="body" sz="quarter" idx="17"/>
          </p:nvPr>
        </p:nvSpPr>
        <p:spPr>
          <a:xfrm>
            <a:off x="3413125" y="1438275"/>
            <a:ext cx="2533650" cy="553998"/>
          </a:xfrm>
        </p:spPr>
        <p:txBody>
          <a:bodyPr vert="horz" wrap="square" lIns="0" tIns="0" rIns="0" bIns="0" rtlCol="0" anchor="t">
            <a:spAutoFit/>
          </a:bodyPr>
          <a:lstStyle>
            <a:lvl1pPr>
              <a:defRPr lang="en-US" sz="1800" b="0" i="0" kern="1200" spc="0" baseline="0" dirty="0">
                <a:solidFill>
                  <a:schemeClr val="tx2"/>
                </a:solidFill>
                <a:latin typeface="+mj-lt"/>
                <a:ea typeface="+mn-ea"/>
                <a:cs typeface="Segoe UI" panose="020B0502040204020203" pitchFamily="34" charset="0"/>
              </a:defRPr>
            </a:lvl1pPr>
          </a:lstStyle>
          <a:p>
            <a:pPr marL="0" marR="0" lvl="0" indent="0" algn="l"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Master text styles</a:t>
            </a:r>
          </a:p>
        </p:txBody>
      </p:sp>
      <p:sp>
        <p:nvSpPr>
          <p:cNvPr id="25" name="Text Placeholder 9">
            <a:extLst>
              <a:ext uri="{FF2B5EF4-FFF2-40B4-BE49-F238E27FC236}">
                <a16:creationId xmlns:a16="http://schemas.microsoft.com/office/drawing/2014/main" id="{7614A884-0AD6-4A85-A432-2B13E7464DA9}"/>
              </a:ext>
            </a:extLst>
          </p:cNvPr>
          <p:cNvSpPr>
            <a:spLocks noGrp="1"/>
          </p:cNvSpPr>
          <p:nvPr>
            <p:ph type="body" sz="quarter" idx="15"/>
          </p:nvPr>
        </p:nvSpPr>
        <p:spPr>
          <a:xfrm>
            <a:off x="3413125" y="2276475"/>
            <a:ext cx="2532063" cy="1698927"/>
          </a:xfrm>
        </p:spPr>
        <p:txBody>
          <a:bodyPr wrap="square">
            <a:spAutoFit/>
          </a:bodyPr>
          <a:lstStyle>
            <a:lvl1pPr marL="141288" indent="-141288">
              <a:defRPr lang="en-US" sz="1800" dirty="0">
                <a:latin typeface="+mn-lt"/>
              </a:defRPr>
            </a:lvl1pPr>
            <a:lvl2pPr marL="285750" indent="-125413">
              <a:defRPr lang="en-US" sz="1600" dirty="0">
                <a:latin typeface="+mn-lt"/>
              </a:defRPr>
            </a:lvl2pPr>
            <a:lvl3pPr marL="438150" indent="-133350">
              <a:defRPr lang="en-US" dirty="0">
                <a:latin typeface="+mn-lt"/>
              </a:defRPr>
            </a:lvl3pPr>
            <a:lvl4pPr marL="566738" indent="-114300">
              <a:defRPr lang="en-US" dirty="0">
                <a:latin typeface="+mn-lt"/>
              </a:defRPr>
            </a:lvl4pPr>
            <a:lvl5pPr marL="685800" indent="-109538">
              <a:defRPr lang="en-US" dirty="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Text Placeholder 11">
            <a:extLst>
              <a:ext uri="{FF2B5EF4-FFF2-40B4-BE49-F238E27FC236}">
                <a16:creationId xmlns:a16="http://schemas.microsoft.com/office/drawing/2014/main" id="{7D8FFDED-9FE5-4D94-8EB0-7D645C10FBFF}"/>
              </a:ext>
            </a:extLst>
          </p:cNvPr>
          <p:cNvSpPr>
            <a:spLocks noGrp="1"/>
          </p:cNvSpPr>
          <p:nvPr>
            <p:ph type="body" sz="quarter" idx="18"/>
          </p:nvPr>
        </p:nvSpPr>
        <p:spPr>
          <a:xfrm>
            <a:off x="6244208" y="1438275"/>
            <a:ext cx="2532063" cy="553998"/>
          </a:xfrm>
        </p:spPr>
        <p:txBody>
          <a:bodyPr vert="horz" wrap="square" lIns="0" tIns="0" rIns="0" bIns="0" rtlCol="0" anchor="t">
            <a:spAutoFit/>
          </a:bodyPr>
          <a:lstStyle>
            <a:lvl1pPr>
              <a:defRPr lang="en-US" sz="1800" b="0" i="0" kern="1200" spc="0" baseline="0" dirty="0">
                <a:solidFill>
                  <a:schemeClr val="tx2"/>
                </a:solidFill>
                <a:latin typeface="+mj-lt"/>
                <a:ea typeface="+mn-ea"/>
                <a:cs typeface="Segoe UI" panose="020B0502040204020203" pitchFamily="34" charset="0"/>
              </a:defRPr>
            </a:lvl1pPr>
          </a:lstStyle>
          <a:p>
            <a:pPr marL="0" marR="0" lvl="0" indent="0" algn="l"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Master text styles</a:t>
            </a:r>
          </a:p>
        </p:txBody>
      </p:sp>
      <p:sp>
        <p:nvSpPr>
          <p:cNvPr id="27" name="Text Placeholder 7">
            <a:extLst>
              <a:ext uri="{FF2B5EF4-FFF2-40B4-BE49-F238E27FC236}">
                <a16:creationId xmlns:a16="http://schemas.microsoft.com/office/drawing/2014/main" id="{D429D954-9297-44FA-B7BD-56586012419C}"/>
              </a:ext>
            </a:extLst>
          </p:cNvPr>
          <p:cNvSpPr>
            <a:spLocks noGrp="1"/>
          </p:cNvSpPr>
          <p:nvPr>
            <p:ph type="body" sz="quarter" idx="19"/>
          </p:nvPr>
        </p:nvSpPr>
        <p:spPr>
          <a:xfrm>
            <a:off x="6244208" y="2283115"/>
            <a:ext cx="2532063" cy="1698927"/>
          </a:xfrm>
        </p:spPr>
        <p:txBody>
          <a:bodyPr wrap="square">
            <a:spAutoFit/>
          </a:bodyPr>
          <a:lstStyle>
            <a:lvl1pPr marL="141288" indent="-141288">
              <a:defRPr lang="en-US" sz="1800" dirty="0">
                <a:latin typeface="+mn-lt"/>
              </a:defRPr>
            </a:lvl1pPr>
            <a:lvl2pPr marL="285750" indent="-125413">
              <a:defRPr lang="en-US" sz="1600" dirty="0">
                <a:latin typeface="+mn-lt"/>
              </a:defRPr>
            </a:lvl2pPr>
            <a:lvl3pPr marL="438150" indent="-133350">
              <a:defRPr lang="en-US" dirty="0">
                <a:latin typeface="+mn-lt"/>
              </a:defRPr>
            </a:lvl3pPr>
            <a:lvl4pPr marL="566738" indent="-114300">
              <a:defRPr lang="en-US" dirty="0">
                <a:latin typeface="+mn-lt"/>
              </a:defRPr>
            </a:lvl4pPr>
            <a:lvl5pPr marL="685800" indent="-109538">
              <a:defRPr lang="en-US" dirty="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11">
            <a:extLst>
              <a:ext uri="{FF2B5EF4-FFF2-40B4-BE49-F238E27FC236}">
                <a16:creationId xmlns:a16="http://schemas.microsoft.com/office/drawing/2014/main" id="{04D43B0D-50F8-4F63-AFA3-34A46F42E816}"/>
              </a:ext>
            </a:extLst>
          </p:cNvPr>
          <p:cNvSpPr>
            <a:spLocks noGrp="1"/>
          </p:cNvSpPr>
          <p:nvPr>
            <p:ph type="body" sz="quarter" idx="20"/>
          </p:nvPr>
        </p:nvSpPr>
        <p:spPr>
          <a:xfrm>
            <a:off x="9073133" y="1438275"/>
            <a:ext cx="2533650" cy="553998"/>
          </a:xfrm>
        </p:spPr>
        <p:txBody>
          <a:bodyPr vert="horz" wrap="square" lIns="0" tIns="0" rIns="0" bIns="0" rtlCol="0" anchor="t">
            <a:spAutoFit/>
          </a:bodyPr>
          <a:lstStyle>
            <a:lvl1pPr>
              <a:defRPr lang="en-US" sz="1800" b="0" i="0" kern="1200" spc="0" baseline="0" dirty="0">
                <a:solidFill>
                  <a:schemeClr val="tx2"/>
                </a:solidFill>
                <a:latin typeface="+mj-lt"/>
                <a:ea typeface="+mn-ea"/>
                <a:cs typeface="Segoe UI" panose="020B0502040204020203" pitchFamily="34" charset="0"/>
              </a:defRPr>
            </a:lvl1pPr>
          </a:lstStyle>
          <a:p>
            <a:pPr marL="0" marR="0" lvl="0" indent="0" algn="l"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Master text styles</a:t>
            </a:r>
          </a:p>
        </p:txBody>
      </p:sp>
      <p:sp>
        <p:nvSpPr>
          <p:cNvPr id="29" name="Text Placeholder 9">
            <a:extLst>
              <a:ext uri="{FF2B5EF4-FFF2-40B4-BE49-F238E27FC236}">
                <a16:creationId xmlns:a16="http://schemas.microsoft.com/office/drawing/2014/main" id="{804CEFDA-6A6F-42D3-B65C-4BE1054C905E}"/>
              </a:ext>
            </a:extLst>
          </p:cNvPr>
          <p:cNvSpPr>
            <a:spLocks noGrp="1"/>
          </p:cNvSpPr>
          <p:nvPr>
            <p:ph type="body" sz="quarter" idx="21"/>
          </p:nvPr>
        </p:nvSpPr>
        <p:spPr>
          <a:xfrm>
            <a:off x="9073133" y="2276475"/>
            <a:ext cx="2532063" cy="1698927"/>
          </a:xfrm>
        </p:spPr>
        <p:txBody>
          <a:bodyPr wrap="square">
            <a:spAutoFit/>
          </a:bodyPr>
          <a:lstStyle>
            <a:lvl1pPr marL="141288" indent="-141288">
              <a:defRPr lang="en-US" sz="1800" dirty="0">
                <a:latin typeface="+mn-lt"/>
              </a:defRPr>
            </a:lvl1pPr>
            <a:lvl2pPr marL="285750" indent="-125413">
              <a:defRPr lang="en-US" sz="1600" dirty="0">
                <a:latin typeface="+mn-lt"/>
              </a:defRPr>
            </a:lvl2pPr>
            <a:lvl3pPr marL="438150" indent="-133350">
              <a:defRPr lang="en-US" dirty="0">
                <a:latin typeface="+mn-lt"/>
              </a:defRPr>
            </a:lvl3pPr>
            <a:lvl4pPr marL="566738" indent="-114300">
              <a:defRPr lang="en-US" dirty="0">
                <a:latin typeface="+mn-lt"/>
              </a:defRPr>
            </a:lvl4pPr>
            <a:lvl5pPr marL="685800" indent="-109538">
              <a:defRPr lang="en-US" dirty="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045265676"/>
      </p:ext>
    </p:extLst>
  </p:cSld>
  <p:clrMapOvr>
    <a:masterClrMapping/>
  </p:clrMapOvr>
  <p:transition>
    <p:fade/>
  </p:transition>
  <p:extLst>
    <p:ext uri="{DCECCB84-F9BA-43D5-87BE-67443E8EF086}">
      <p15:sldGuideLst xmlns:p15="http://schemas.microsoft.com/office/powerpoint/2012/main">
        <p15:guide id="4" orient="horz" pos="906">
          <p15:clr>
            <a:srgbClr val="5ACBF0"/>
          </p15:clr>
        </p15:guide>
        <p15:guide id="5" orient="horz" pos="288">
          <p15:clr>
            <a:srgbClr val="5ACBF0"/>
          </p15:clr>
        </p15:guide>
        <p15:guide id="6" pos="1963">
          <p15:clr>
            <a:srgbClr val="5ACBF0"/>
          </p15:clr>
        </p15:guide>
        <p15:guide id="7" pos="2150">
          <p15:clr>
            <a:srgbClr val="5ACBF0"/>
          </p15:clr>
        </p15:guide>
        <p15:guide id="8" pos="3746">
          <p15:clr>
            <a:srgbClr val="5ACBF0"/>
          </p15:clr>
        </p15:guide>
        <p15:guide id="9" pos="3934">
          <p15:clr>
            <a:srgbClr val="5ACBF0"/>
          </p15:clr>
        </p15:guide>
        <p15:guide id="10" pos="5530">
          <p15:clr>
            <a:srgbClr val="5ACBF0"/>
          </p15:clr>
        </p15:guide>
        <p15:guide id="11" pos="5716">
          <p15:clr>
            <a:srgbClr val="5ACBF0"/>
          </p15:clr>
        </p15:guide>
        <p15:guide id="12" orient="horz" pos="1436">
          <p15:clr>
            <a:srgbClr val="5ACBF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Five Column Bullet with Subtitle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7A434B7-D4B9-4D45-A31C-F0CC4D227945}"/>
              </a:ext>
            </a:extLst>
          </p:cNvPr>
          <p:cNvSpPr>
            <a:spLocks noGrp="1"/>
          </p:cNvSpPr>
          <p:nvPr>
            <p:ph type="title"/>
          </p:nvPr>
        </p:nvSpPr>
        <p:spPr>
          <a:xfrm>
            <a:off x="588263" y="457200"/>
            <a:ext cx="11018520" cy="553998"/>
          </a:xfrm>
        </p:spPr>
        <p:txBody>
          <a:bodyPr>
            <a:spAutoFit/>
          </a:bodyPr>
          <a:lstStyle>
            <a:lvl1pPr>
              <a:defRPr>
                <a:solidFill>
                  <a:schemeClr val="tx2"/>
                </a:solidFill>
                <a:latin typeface="+mj-lt"/>
              </a:defRPr>
            </a:lvl1pPr>
          </a:lstStyle>
          <a:p>
            <a:r>
              <a:rPr lang="en-US"/>
              <a:t>Click to edit Master title style</a:t>
            </a:r>
          </a:p>
        </p:txBody>
      </p:sp>
      <p:sp>
        <p:nvSpPr>
          <p:cNvPr id="22" name="Text Placeholder 11">
            <a:extLst>
              <a:ext uri="{FF2B5EF4-FFF2-40B4-BE49-F238E27FC236}">
                <a16:creationId xmlns:a16="http://schemas.microsoft.com/office/drawing/2014/main" id="{92783506-927E-48F7-8EFC-36257F3E2812}"/>
              </a:ext>
            </a:extLst>
          </p:cNvPr>
          <p:cNvSpPr>
            <a:spLocks noGrp="1"/>
          </p:cNvSpPr>
          <p:nvPr>
            <p:ph type="body" sz="quarter" idx="16" hasCustomPrompt="1"/>
          </p:nvPr>
        </p:nvSpPr>
        <p:spPr>
          <a:xfrm>
            <a:off x="584200" y="1438275"/>
            <a:ext cx="1965960" cy="492443"/>
          </a:xfrm>
        </p:spPr>
        <p:txBody>
          <a:bodyPr anchor="t"/>
          <a:lstStyle>
            <a:lvl1pPr marL="0" indent="0">
              <a:spcBef>
                <a:spcPts val="0"/>
              </a:spcBef>
              <a:buNone/>
              <a:defRPr sz="1600" b="0" i="0">
                <a:solidFill>
                  <a:schemeClr val="tx2"/>
                </a:solidFill>
                <a:latin typeface="+mj-lt"/>
              </a:defRPr>
            </a:lvl1pPr>
          </a:lstStyle>
          <a:p>
            <a:pPr lvl="0"/>
            <a:r>
              <a:rPr lang="en-US"/>
              <a:t>Click to edit text styles</a:t>
            </a:r>
          </a:p>
        </p:txBody>
      </p:sp>
      <p:sp>
        <p:nvSpPr>
          <p:cNvPr id="23" name="Text Placeholder 7">
            <a:extLst>
              <a:ext uri="{FF2B5EF4-FFF2-40B4-BE49-F238E27FC236}">
                <a16:creationId xmlns:a16="http://schemas.microsoft.com/office/drawing/2014/main" id="{FB6093D3-3EDF-4A80-8450-C5EBB1990775}"/>
              </a:ext>
            </a:extLst>
          </p:cNvPr>
          <p:cNvSpPr>
            <a:spLocks noGrp="1"/>
          </p:cNvSpPr>
          <p:nvPr>
            <p:ph type="body" sz="quarter" idx="14"/>
          </p:nvPr>
        </p:nvSpPr>
        <p:spPr>
          <a:xfrm>
            <a:off x="584200" y="2283115"/>
            <a:ext cx="1965960" cy="1452705"/>
          </a:xfrm>
        </p:spPr>
        <p:txBody>
          <a:bodyPr wrap="square">
            <a:spAutoFit/>
          </a:bodyPr>
          <a:lstStyle>
            <a:lvl1pPr marL="141288" indent="-141288">
              <a:defRPr lang="en-US" sz="1500" dirty="0">
                <a:latin typeface="+mn-lt"/>
              </a:defRPr>
            </a:lvl1pPr>
            <a:lvl2pPr marL="285750" indent="-125413">
              <a:defRPr lang="en-US" sz="1400" dirty="0">
                <a:latin typeface="+mn-lt"/>
              </a:defRPr>
            </a:lvl2pPr>
            <a:lvl3pPr marL="438150" indent="-133350">
              <a:defRPr lang="en-US" sz="1400" dirty="0">
                <a:latin typeface="+mn-lt"/>
              </a:defRPr>
            </a:lvl3pPr>
            <a:lvl4pPr marL="566738" indent="-114300">
              <a:defRPr lang="en-US" sz="1200" dirty="0">
                <a:latin typeface="+mn-lt"/>
              </a:defRPr>
            </a:lvl4pPr>
            <a:lvl5pPr marL="685800" indent="-109538">
              <a:defRPr lang="en-US" sz="1200" dirty="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4" name="Text Placeholder 11">
            <a:extLst>
              <a:ext uri="{FF2B5EF4-FFF2-40B4-BE49-F238E27FC236}">
                <a16:creationId xmlns:a16="http://schemas.microsoft.com/office/drawing/2014/main" id="{438D2C80-6884-451D-8D7D-B69022CCC5C4}"/>
              </a:ext>
            </a:extLst>
          </p:cNvPr>
          <p:cNvSpPr>
            <a:spLocks noGrp="1"/>
          </p:cNvSpPr>
          <p:nvPr>
            <p:ph type="body" sz="quarter" idx="17" hasCustomPrompt="1"/>
          </p:nvPr>
        </p:nvSpPr>
        <p:spPr>
          <a:xfrm>
            <a:off x="2849007" y="1438275"/>
            <a:ext cx="1965960" cy="492443"/>
          </a:xfrm>
        </p:spPr>
        <p:txBody>
          <a:bodyPr anchor="t"/>
          <a:lstStyle>
            <a:lvl1pPr marL="0" indent="0">
              <a:spcBef>
                <a:spcPts val="0"/>
              </a:spcBef>
              <a:buNone/>
              <a:defRPr lang="en-US" sz="1600" b="0" i="0" kern="1200" spc="0" baseline="0" dirty="0">
                <a:solidFill>
                  <a:schemeClr val="tx2"/>
                </a:solidFill>
                <a:latin typeface="+mj-lt"/>
                <a:ea typeface="+mn-ea"/>
                <a:cs typeface="Segoe UI" panose="020B0502040204020203" pitchFamily="34" charset="0"/>
              </a:defRPr>
            </a:lvl1pPr>
          </a:lstStyle>
          <a:p>
            <a:pPr marL="0" marR="0" lvl="0" indent="0" algn="l"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text styles</a:t>
            </a:r>
          </a:p>
        </p:txBody>
      </p:sp>
      <p:sp>
        <p:nvSpPr>
          <p:cNvPr id="25" name="Text Placeholder 9">
            <a:extLst>
              <a:ext uri="{FF2B5EF4-FFF2-40B4-BE49-F238E27FC236}">
                <a16:creationId xmlns:a16="http://schemas.microsoft.com/office/drawing/2014/main" id="{7614A884-0AD6-4A85-A432-2B13E7464DA9}"/>
              </a:ext>
            </a:extLst>
          </p:cNvPr>
          <p:cNvSpPr>
            <a:spLocks noGrp="1"/>
          </p:cNvSpPr>
          <p:nvPr>
            <p:ph type="body" sz="quarter" idx="15"/>
          </p:nvPr>
        </p:nvSpPr>
        <p:spPr>
          <a:xfrm>
            <a:off x="2849007" y="2276475"/>
            <a:ext cx="1965960" cy="1452705"/>
          </a:xfrm>
        </p:spPr>
        <p:txBody>
          <a:bodyPr wrap="square">
            <a:spAutoFit/>
          </a:bodyPr>
          <a:lstStyle>
            <a:lvl1pPr marL="141288" indent="-141288">
              <a:defRPr lang="en-US" sz="1500" dirty="0">
                <a:latin typeface="+mn-lt"/>
              </a:defRPr>
            </a:lvl1pPr>
            <a:lvl2pPr marL="285750" indent="-125413">
              <a:defRPr lang="en-US" sz="1400" dirty="0">
                <a:latin typeface="+mn-lt"/>
              </a:defRPr>
            </a:lvl2pPr>
            <a:lvl3pPr marL="438150" indent="-133350">
              <a:defRPr lang="en-US" sz="1400" dirty="0">
                <a:latin typeface="+mn-lt"/>
              </a:defRPr>
            </a:lvl3pPr>
            <a:lvl4pPr marL="566738" indent="-114300">
              <a:defRPr lang="en-US" sz="1200" dirty="0">
                <a:latin typeface="+mn-lt"/>
              </a:defRPr>
            </a:lvl4pPr>
            <a:lvl5pPr marL="685800" indent="-109538">
              <a:defRPr lang="en-US" sz="1200" dirty="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Text Placeholder 11">
            <a:extLst>
              <a:ext uri="{FF2B5EF4-FFF2-40B4-BE49-F238E27FC236}">
                <a16:creationId xmlns:a16="http://schemas.microsoft.com/office/drawing/2014/main" id="{7D8FFDED-9FE5-4D94-8EB0-7D645C10FBFF}"/>
              </a:ext>
            </a:extLst>
          </p:cNvPr>
          <p:cNvSpPr>
            <a:spLocks noGrp="1"/>
          </p:cNvSpPr>
          <p:nvPr>
            <p:ph type="body" sz="quarter" idx="18" hasCustomPrompt="1"/>
          </p:nvPr>
        </p:nvSpPr>
        <p:spPr>
          <a:xfrm>
            <a:off x="5113814" y="1438275"/>
            <a:ext cx="1965960" cy="492443"/>
          </a:xfrm>
        </p:spPr>
        <p:txBody>
          <a:bodyPr anchor="t"/>
          <a:lstStyle>
            <a:lvl1pPr marL="0" indent="0">
              <a:spcBef>
                <a:spcPts val="0"/>
              </a:spcBef>
              <a:buNone/>
              <a:defRPr lang="en-US" sz="1600" b="0" i="0" kern="1200" spc="0" baseline="0" dirty="0">
                <a:solidFill>
                  <a:schemeClr val="tx2"/>
                </a:solidFill>
                <a:latin typeface="+mj-lt"/>
                <a:ea typeface="+mn-ea"/>
                <a:cs typeface="Segoe UI" panose="020B0502040204020203" pitchFamily="34" charset="0"/>
              </a:defRPr>
            </a:lvl1pPr>
          </a:lstStyle>
          <a:p>
            <a:pPr marL="0" marR="0" lvl="0" indent="0" algn="l"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text styles</a:t>
            </a:r>
          </a:p>
        </p:txBody>
      </p:sp>
      <p:sp>
        <p:nvSpPr>
          <p:cNvPr id="27" name="Text Placeholder 7">
            <a:extLst>
              <a:ext uri="{FF2B5EF4-FFF2-40B4-BE49-F238E27FC236}">
                <a16:creationId xmlns:a16="http://schemas.microsoft.com/office/drawing/2014/main" id="{D429D954-9297-44FA-B7BD-56586012419C}"/>
              </a:ext>
            </a:extLst>
          </p:cNvPr>
          <p:cNvSpPr>
            <a:spLocks noGrp="1"/>
          </p:cNvSpPr>
          <p:nvPr>
            <p:ph type="body" sz="quarter" idx="19"/>
          </p:nvPr>
        </p:nvSpPr>
        <p:spPr>
          <a:xfrm>
            <a:off x="5113814" y="2283115"/>
            <a:ext cx="1965960" cy="1452705"/>
          </a:xfrm>
        </p:spPr>
        <p:txBody>
          <a:bodyPr wrap="square">
            <a:spAutoFit/>
          </a:bodyPr>
          <a:lstStyle>
            <a:lvl1pPr marL="141288" indent="-141288">
              <a:defRPr lang="en-US" sz="1500" dirty="0">
                <a:latin typeface="+mn-lt"/>
              </a:defRPr>
            </a:lvl1pPr>
            <a:lvl2pPr marL="285750" indent="-125413">
              <a:defRPr lang="en-US" sz="1400" dirty="0">
                <a:latin typeface="+mn-lt"/>
              </a:defRPr>
            </a:lvl2pPr>
            <a:lvl3pPr marL="438150" indent="-133350">
              <a:defRPr lang="en-US" sz="1400" dirty="0">
                <a:latin typeface="+mn-lt"/>
              </a:defRPr>
            </a:lvl3pPr>
            <a:lvl4pPr marL="566738" indent="-114300">
              <a:defRPr lang="en-US" sz="1200" dirty="0">
                <a:latin typeface="+mn-lt"/>
              </a:defRPr>
            </a:lvl4pPr>
            <a:lvl5pPr marL="685800" indent="-109538">
              <a:defRPr lang="en-US" sz="1200" dirty="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11">
            <a:extLst>
              <a:ext uri="{FF2B5EF4-FFF2-40B4-BE49-F238E27FC236}">
                <a16:creationId xmlns:a16="http://schemas.microsoft.com/office/drawing/2014/main" id="{04D43B0D-50F8-4F63-AFA3-34A46F42E816}"/>
              </a:ext>
            </a:extLst>
          </p:cNvPr>
          <p:cNvSpPr>
            <a:spLocks noGrp="1"/>
          </p:cNvSpPr>
          <p:nvPr>
            <p:ph type="body" sz="quarter" idx="20" hasCustomPrompt="1"/>
          </p:nvPr>
        </p:nvSpPr>
        <p:spPr>
          <a:xfrm>
            <a:off x="7378621" y="1438275"/>
            <a:ext cx="1965960" cy="492443"/>
          </a:xfrm>
        </p:spPr>
        <p:txBody>
          <a:bodyPr anchor="t"/>
          <a:lstStyle>
            <a:lvl1pPr marL="0" indent="0">
              <a:spcBef>
                <a:spcPts val="0"/>
              </a:spcBef>
              <a:buNone/>
              <a:defRPr lang="en-US" sz="1600" b="0" i="0" kern="1200" spc="0" baseline="0" dirty="0">
                <a:solidFill>
                  <a:schemeClr val="tx2"/>
                </a:solidFill>
                <a:latin typeface="+mj-lt"/>
                <a:ea typeface="+mn-ea"/>
                <a:cs typeface="Segoe UI" panose="020B0502040204020203" pitchFamily="34" charset="0"/>
              </a:defRPr>
            </a:lvl1pPr>
          </a:lstStyle>
          <a:p>
            <a:pPr marL="0" marR="0" lvl="0" indent="0" algn="l"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text styles</a:t>
            </a:r>
          </a:p>
        </p:txBody>
      </p:sp>
      <p:sp>
        <p:nvSpPr>
          <p:cNvPr id="29" name="Text Placeholder 9">
            <a:extLst>
              <a:ext uri="{FF2B5EF4-FFF2-40B4-BE49-F238E27FC236}">
                <a16:creationId xmlns:a16="http://schemas.microsoft.com/office/drawing/2014/main" id="{804CEFDA-6A6F-42D3-B65C-4BE1054C905E}"/>
              </a:ext>
            </a:extLst>
          </p:cNvPr>
          <p:cNvSpPr>
            <a:spLocks noGrp="1"/>
          </p:cNvSpPr>
          <p:nvPr>
            <p:ph type="body" sz="quarter" idx="21"/>
          </p:nvPr>
        </p:nvSpPr>
        <p:spPr>
          <a:xfrm>
            <a:off x="7378621" y="2276475"/>
            <a:ext cx="1965960" cy="1452705"/>
          </a:xfrm>
        </p:spPr>
        <p:txBody>
          <a:bodyPr wrap="square">
            <a:spAutoFit/>
          </a:bodyPr>
          <a:lstStyle>
            <a:lvl1pPr marL="141288" indent="-141288">
              <a:defRPr lang="en-US" sz="1500" dirty="0">
                <a:latin typeface="+mn-lt"/>
              </a:defRPr>
            </a:lvl1pPr>
            <a:lvl2pPr marL="285750" indent="-125413">
              <a:defRPr lang="en-US" sz="1400" dirty="0">
                <a:latin typeface="+mn-lt"/>
              </a:defRPr>
            </a:lvl2pPr>
            <a:lvl3pPr marL="438150" indent="-133350">
              <a:defRPr lang="en-US" sz="1400" dirty="0">
                <a:latin typeface="+mn-lt"/>
              </a:defRPr>
            </a:lvl3pPr>
            <a:lvl4pPr marL="566738" indent="-114300">
              <a:defRPr lang="en-US" sz="1200" dirty="0">
                <a:latin typeface="+mn-lt"/>
              </a:defRPr>
            </a:lvl4pPr>
            <a:lvl5pPr marL="685800" indent="-109538">
              <a:defRPr lang="en-US" sz="1200" dirty="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11">
            <a:extLst>
              <a:ext uri="{FF2B5EF4-FFF2-40B4-BE49-F238E27FC236}">
                <a16:creationId xmlns:a16="http://schemas.microsoft.com/office/drawing/2014/main" id="{540485AC-5036-400C-92C3-D3E9EC0252BC}"/>
              </a:ext>
            </a:extLst>
          </p:cNvPr>
          <p:cNvSpPr>
            <a:spLocks noGrp="1"/>
          </p:cNvSpPr>
          <p:nvPr>
            <p:ph type="body" sz="quarter" idx="22" hasCustomPrompt="1"/>
          </p:nvPr>
        </p:nvSpPr>
        <p:spPr>
          <a:xfrm>
            <a:off x="9643428" y="1438275"/>
            <a:ext cx="1965960" cy="492443"/>
          </a:xfrm>
        </p:spPr>
        <p:txBody>
          <a:bodyPr anchor="t"/>
          <a:lstStyle>
            <a:lvl1pPr marL="0" indent="0">
              <a:spcBef>
                <a:spcPts val="0"/>
              </a:spcBef>
              <a:buNone/>
              <a:defRPr lang="en-US" sz="1600" b="0" i="0" kern="1200" spc="0" baseline="0" dirty="0">
                <a:solidFill>
                  <a:schemeClr val="tx2"/>
                </a:solidFill>
                <a:latin typeface="+mj-lt"/>
                <a:ea typeface="+mn-ea"/>
                <a:cs typeface="Segoe UI" panose="020B0502040204020203" pitchFamily="34" charset="0"/>
              </a:defRPr>
            </a:lvl1pPr>
          </a:lstStyle>
          <a:p>
            <a:pPr marL="0" marR="0" lvl="0" indent="0" algn="l"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text styles</a:t>
            </a:r>
          </a:p>
        </p:txBody>
      </p:sp>
      <p:sp>
        <p:nvSpPr>
          <p:cNvPr id="12" name="Text Placeholder 9">
            <a:extLst>
              <a:ext uri="{FF2B5EF4-FFF2-40B4-BE49-F238E27FC236}">
                <a16:creationId xmlns:a16="http://schemas.microsoft.com/office/drawing/2014/main" id="{F90290A2-7689-4DF5-971A-36C2D9173411}"/>
              </a:ext>
            </a:extLst>
          </p:cNvPr>
          <p:cNvSpPr>
            <a:spLocks noGrp="1"/>
          </p:cNvSpPr>
          <p:nvPr>
            <p:ph type="body" sz="quarter" idx="23"/>
          </p:nvPr>
        </p:nvSpPr>
        <p:spPr>
          <a:xfrm>
            <a:off x="9643428" y="2276475"/>
            <a:ext cx="1965960" cy="1452705"/>
          </a:xfrm>
        </p:spPr>
        <p:txBody>
          <a:bodyPr wrap="square">
            <a:spAutoFit/>
          </a:bodyPr>
          <a:lstStyle>
            <a:lvl1pPr marL="141288" indent="-141288">
              <a:defRPr lang="en-US" sz="1500" dirty="0">
                <a:latin typeface="+mn-lt"/>
              </a:defRPr>
            </a:lvl1pPr>
            <a:lvl2pPr marL="285750" indent="-125413">
              <a:defRPr lang="en-US" sz="1400" dirty="0">
                <a:latin typeface="+mn-lt"/>
              </a:defRPr>
            </a:lvl2pPr>
            <a:lvl3pPr marL="438150" indent="-133350">
              <a:defRPr lang="en-US" sz="1400" dirty="0">
                <a:latin typeface="+mn-lt"/>
              </a:defRPr>
            </a:lvl3pPr>
            <a:lvl4pPr marL="566738" indent="-114300">
              <a:defRPr lang="en-US" sz="1200" dirty="0">
                <a:latin typeface="+mn-lt"/>
              </a:defRPr>
            </a:lvl4pPr>
            <a:lvl5pPr marL="685800" indent="-109538">
              <a:defRPr lang="en-US" sz="1200" dirty="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580324421"/>
      </p:ext>
    </p:extLst>
  </p:cSld>
  <p:clrMapOvr>
    <a:masterClrMapping/>
  </p:clrMapOvr>
  <p:transition>
    <p:fade/>
  </p:transition>
  <p:extLst>
    <p:ext uri="{DCECCB84-F9BA-43D5-87BE-67443E8EF086}">
      <p15:sldGuideLst xmlns:p15="http://schemas.microsoft.com/office/powerpoint/2012/main">
        <p15:guide id="4" orient="horz" pos="906">
          <p15:clr>
            <a:srgbClr val="5ACBF0"/>
          </p15:clr>
        </p15:guide>
        <p15:guide id="5" orient="horz" pos="288">
          <p15:clr>
            <a:srgbClr val="5ACBF0"/>
          </p15:clr>
        </p15:guide>
        <p15:guide id="6" pos="1610">
          <p15:clr>
            <a:srgbClr val="5ACBF0"/>
          </p15:clr>
        </p15:guide>
        <p15:guide id="7" pos="1795">
          <p15:clr>
            <a:srgbClr val="5ACBF0"/>
          </p15:clr>
        </p15:guide>
        <p15:guide id="8" pos="3035">
          <p15:clr>
            <a:srgbClr val="5ACBF0"/>
          </p15:clr>
        </p15:guide>
        <p15:guide id="9" pos="3221">
          <p15:clr>
            <a:srgbClr val="5ACBF0"/>
          </p15:clr>
        </p15:guide>
        <p15:guide id="10" pos="4461">
          <p15:clr>
            <a:srgbClr val="5ACBF0"/>
          </p15:clr>
        </p15:guide>
        <p15:guide id="11" pos="5890">
          <p15:clr>
            <a:srgbClr val="5ACBF0"/>
          </p15:clr>
        </p15:guide>
        <p15:guide id="12" orient="horz" pos="1436">
          <p15:clr>
            <a:srgbClr val="5ACBF0"/>
          </p15:clr>
        </p15:guide>
        <p15:guide id="13" pos="4646">
          <p15:clr>
            <a:srgbClr val="5ACBF0"/>
          </p15:clr>
        </p15:guide>
        <p15:guide id="14" pos="6072">
          <p15:clr>
            <a:srgbClr val="5ACBF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p:txBody>
          <a:bodyPr/>
          <a:lstStyle>
            <a:lvl1pPr>
              <a:defRPr>
                <a:solidFill>
                  <a:schemeClr val="tx2"/>
                </a:solidFill>
                <a:latin typeface="+mj-lt"/>
              </a:defRPr>
            </a:lvl1pPr>
          </a:lstStyle>
          <a:p>
            <a:r>
              <a:rPr lang="en-US"/>
              <a:t>Click to edit Master title style</a:t>
            </a:r>
          </a:p>
        </p:txBody>
      </p:sp>
    </p:spTree>
    <p:extLst>
      <p:ext uri="{BB962C8B-B14F-4D97-AF65-F5344CB8AC3E}">
        <p14:creationId xmlns:p14="http://schemas.microsoft.com/office/powerpoint/2010/main" val="2103172527"/>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Title Only - left side ">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88264" y="2875002"/>
            <a:ext cx="4127692" cy="1107996"/>
          </a:xfrm>
        </p:spPr>
        <p:txBody>
          <a:bodyPr wrap="square" anchor="ctr">
            <a:spAutoFit/>
          </a:bodyPr>
          <a:lstStyle>
            <a:lvl1pPr>
              <a:defRPr>
                <a:solidFill>
                  <a:schemeClr val="tx2"/>
                </a:solidFill>
                <a:latin typeface="+mj-lt"/>
              </a:defRPr>
            </a:lvl1pPr>
          </a:lstStyle>
          <a:p>
            <a:r>
              <a:rPr lang="en-US"/>
              <a:t>Click to edit Master title style</a:t>
            </a:r>
          </a:p>
        </p:txBody>
      </p:sp>
    </p:spTree>
    <p:extLst>
      <p:ext uri="{BB962C8B-B14F-4D97-AF65-F5344CB8AC3E}">
        <p14:creationId xmlns:p14="http://schemas.microsoft.com/office/powerpoint/2010/main" val="4281626746"/>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30" orient="horz" pos="288">
          <p15:clr>
            <a:srgbClr val="5ACBF0"/>
          </p15:clr>
        </p15:guide>
        <p15:guide id="32" orient="horz" pos="2160">
          <p15:clr>
            <a:srgbClr val="5ACBF0"/>
          </p15:clr>
        </p15:guide>
        <p15:guide id="33" pos="2976">
          <p15:clr>
            <a:srgbClr val="5ACBF0"/>
          </p15:clr>
        </p15:guide>
        <p15:guide id="34" pos="3336">
          <p15:clr>
            <a:srgbClr val="5ACBF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Small title - half page">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4B2500C4-B436-4E3A-8A91-A02448A774DB}"/>
              </a:ext>
            </a:extLst>
          </p:cNvPr>
          <p:cNvSpPr>
            <a:spLocks noGrp="1"/>
          </p:cNvSpPr>
          <p:nvPr>
            <p:ph type="title"/>
          </p:nvPr>
        </p:nvSpPr>
        <p:spPr>
          <a:xfrm>
            <a:off x="584200" y="457200"/>
            <a:ext cx="5508419" cy="372410"/>
          </a:xfrm>
        </p:spPr>
        <p:txBody>
          <a:bodyPr tIns="64008"/>
          <a:lstStyle>
            <a:lvl1pPr>
              <a:defRPr sz="2000" b="0" i="0" spc="0">
                <a:solidFill>
                  <a:schemeClr val="tx2"/>
                </a:solidFill>
                <a:latin typeface="+mj-lt"/>
                <a:cs typeface="Segoe UI" panose="020B0502040204020203" pitchFamily="34" charset="0"/>
              </a:defRPr>
            </a:lvl1pPr>
          </a:lstStyle>
          <a:p>
            <a:r>
              <a:rPr lang="en-US"/>
              <a:t>Click to edit Master title style</a:t>
            </a:r>
          </a:p>
        </p:txBody>
      </p:sp>
    </p:spTree>
    <p:extLst>
      <p:ext uri="{BB962C8B-B14F-4D97-AF65-F5344CB8AC3E}">
        <p14:creationId xmlns:p14="http://schemas.microsoft.com/office/powerpoint/2010/main" val="3330333449"/>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52">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pos="3840">
          <p15:clr>
            <a:srgbClr val="5ACBF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Title - Square Photo ">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35C9167-B5C7-4834-AC78-240C8C3EF11E}"/>
              </a:ext>
            </a:extLst>
          </p:cNvPr>
          <p:cNvSpPr>
            <a:spLocks noGrp="1"/>
          </p:cNvSpPr>
          <p:nvPr>
            <p:ph type="title" hasCustomPrompt="1"/>
          </p:nvPr>
        </p:nvSpPr>
        <p:spPr>
          <a:xfrm>
            <a:off x="588263" y="2016203"/>
            <a:ext cx="4158362" cy="1107996"/>
          </a:xfrm>
        </p:spPr>
        <p:txBody>
          <a:bodyPr anchor="b"/>
          <a:lstStyle>
            <a:lvl1pPr>
              <a:defRPr>
                <a:solidFill>
                  <a:schemeClr val="tx2"/>
                </a:solidFill>
              </a:defRPr>
            </a:lvl1pPr>
          </a:lstStyle>
          <a:p>
            <a:r>
              <a:rPr lang="en-US"/>
              <a:t>Title square photo layout </a:t>
            </a:r>
          </a:p>
        </p:txBody>
      </p:sp>
      <p:sp>
        <p:nvSpPr>
          <p:cNvPr id="4" name="Text Placeholder 3">
            <a:extLst>
              <a:ext uri="{FF2B5EF4-FFF2-40B4-BE49-F238E27FC236}">
                <a16:creationId xmlns:a16="http://schemas.microsoft.com/office/drawing/2014/main" id="{0E780C89-4FC1-4FE7-AFCA-1C41A1B0944C}"/>
              </a:ext>
            </a:extLst>
          </p:cNvPr>
          <p:cNvSpPr>
            <a:spLocks noGrp="1"/>
          </p:cNvSpPr>
          <p:nvPr>
            <p:ph type="body" sz="quarter" idx="10"/>
          </p:nvPr>
        </p:nvSpPr>
        <p:spPr>
          <a:xfrm>
            <a:off x="584200" y="3535540"/>
            <a:ext cx="4162425" cy="338554"/>
          </a:xfrm>
        </p:spPr>
        <p:txBody>
          <a:bodyPr/>
          <a:lstStyle>
            <a:lvl1pPr marL="0" indent="0">
              <a:buNone/>
              <a:defRPr sz="2200" b="0" i="0">
                <a:solidFill>
                  <a:schemeClr val="tx1"/>
                </a:solidFill>
                <a:latin typeface="Segoe UI" panose="020B0502040204020203" pitchFamily="34" charset="0"/>
              </a:defRPr>
            </a:lvl1pPr>
            <a:lvl2pPr marL="228600" indent="0">
              <a:buNone/>
              <a:defRPr/>
            </a:lvl2pPr>
            <a:lvl3pPr marL="457200" indent="0">
              <a:buNone/>
              <a:defRPr/>
            </a:lvl3pPr>
            <a:lvl4pPr marL="661988" indent="0">
              <a:buNone/>
              <a:defRPr/>
            </a:lvl4pPr>
            <a:lvl5pPr marL="855663" indent="0">
              <a:buNone/>
              <a:defRPr/>
            </a:lvl5pPr>
          </a:lstStyle>
          <a:p>
            <a:pPr lvl="0"/>
            <a:r>
              <a:rPr lang="en-US"/>
              <a:t>Click to edit Master text styles</a:t>
            </a:r>
          </a:p>
        </p:txBody>
      </p:sp>
      <p:sp>
        <p:nvSpPr>
          <p:cNvPr id="5" name="Picture Placeholder" descr="This photo is a 'placeholder' only. Drag or drop your photo here, or click and tap the center to insert a photo.">
            <a:extLst>
              <a:ext uri="{FF2B5EF4-FFF2-40B4-BE49-F238E27FC236}">
                <a16:creationId xmlns:a16="http://schemas.microsoft.com/office/drawing/2014/main" id="{2E18FD0C-FA99-4937-92CD-5CF7F279CD8E}"/>
              </a:ext>
            </a:extLst>
          </p:cNvPr>
          <p:cNvSpPr>
            <a:spLocks noGrp="1"/>
          </p:cNvSpPr>
          <p:nvPr>
            <p:ph type="pic" sz="quarter" idx="11" hasCustomPrompt="1"/>
          </p:nvPr>
        </p:nvSpPr>
        <p:spPr bwMode="ltGray">
          <a:xfrm>
            <a:off x="5334000" y="0"/>
            <a:ext cx="6858000" cy="6858000"/>
          </a:xfrm>
          <a:blipFill>
            <a:blip r:embed="rId2"/>
            <a:stretch>
              <a:fillRect/>
            </a:stretch>
          </a:blipFill>
        </p:spPr>
        <p:txBody>
          <a:bodyPr lIns="0" tIns="2377440" rIns="0" anchor="t" anchorCtr="0">
            <a:noAutofit/>
          </a:bodyPr>
          <a:lstStyle>
            <a:lvl1pPr marL="0" indent="0" algn="ctr">
              <a:lnSpc>
                <a:spcPct val="100000"/>
              </a:lnSpc>
              <a:buNone/>
              <a:defRPr sz="1400" b="0" i="0">
                <a:solidFill>
                  <a:schemeClr val="bg1"/>
                </a:solidFill>
                <a:latin typeface="+mn-lt"/>
                <a:cs typeface="Segoe UI" panose="020B0502040204020203" pitchFamily="34" charset="0"/>
              </a:defRPr>
            </a:lvl1pPr>
          </a:lstStyle>
          <a:p>
            <a:r>
              <a:rPr lang="en-US"/>
              <a:t>Drag &amp; drop your photo here </a:t>
            </a:r>
            <a:br>
              <a:rPr lang="en-US"/>
            </a:br>
            <a:r>
              <a:rPr lang="en-US"/>
              <a:t>or click or tap icon below to insert</a:t>
            </a:r>
          </a:p>
        </p:txBody>
      </p:sp>
      <p:sp>
        <p:nvSpPr>
          <p:cNvPr id="6" name="TextBox 5">
            <a:extLst>
              <a:ext uri="{FF2B5EF4-FFF2-40B4-BE49-F238E27FC236}">
                <a16:creationId xmlns:a16="http://schemas.microsoft.com/office/drawing/2014/main" id="{16BDF4B0-32EF-4DA8-9A83-B73DD831057C}"/>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b="0" i="0">
                <a:solidFill>
                  <a:srgbClr val="A3A3A3"/>
                </a:solidFill>
                <a:latin typeface="Segoe UI" panose="020B0502040204020203" pitchFamily="34" charset="0"/>
              </a:rPr>
              <a:t>ELT layout</a:t>
            </a:r>
          </a:p>
        </p:txBody>
      </p:sp>
    </p:spTree>
    <p:extLst>
      <p:ext uri="{BB962C8B-B14F-4D97-AF65-F5344CB8AC3E}">
        <p14:creationId xmlns:p14="http://schemas.microsoft.com/office/powerpoint/2010/main" val="2327447213"/>
      </p:ext>
    </p:extLst>
  </p:cSld>
  <p:clrMapOvr>
    <a:masterClrMapping/>
  </p:clrMapOvr>
  <p:transition>
    <p:fade/>
  </p:transition>
  <p:extLst>
    <p:ext uri="{DCECCB84-F9BA-43D5-87BE-67443E8EF086}">
      <p15:sldGuideLst xmlns:p15="http://schemas.microsoft.com/office/powerpoint/2012/main">
        <p15:guide id="2" pos="3360">
          <p15:clr>
            <a:srgbClr val="5ACBF0"/>
          </p15:clr>
        </p15:guide>
        <p15:guide id="7" orient="horz" pos="1968">
          <p15:clr>
            <a:srgbClr val="5ACBF0"/>
          </p15:clr>
        </p15:guide>
        <p15:guide id="8" orient="horz" pos="2226">
          <p15:clr>
            <a:srgbClr val="5ACBF0"/>
          </p15:clr>
        </p15:guide>
        <p15:guide id="10" pos="3729">
          <p15:clr>
            <a:srgbClr val="C35EA4"/>
          </p15:clr>
        </p15:guide>
        <p15:guide id="11" pos="2993">
          <p15:clr>
            <a:srgbClr val="5ACBF0"/>
          </p15:clr>
        </p15:guide>
        <p15:guide id="12" pos="3543">
          <p15:clr>
            <a:srgbClr val="A4A3A4"/>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Square Photo ">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B92DE97-5F35-4963-AC7A-96FEB98062FF}"/>
              </a:ext>
            </a:extLst>
          </p:cNvPr>
          <p:cNvSpPr>
            <a:spLocks noGrp="1"/>
          </p:cNvSpPr>
          <p:nvPr>
            <p:ph type="title"/>
          </p:nvPr>
        </p:nvSpPr>
        <p:spPr>
          <a:xfrm>
            <a:off x="588263" y="2873414"/>
            <a:ext cx="4159950" cy="1107996"/>
          </a:xfrm>
        </p:spPr>
        <p:txBody>
          <a:bodyPr anchor="ctr"/>
          <a:lstStyle>
            <a:lvl1pPr>
              <a:defRPr>
                <a:solidFill>
                  <a:schemeClr val="tx2"/>
                </a:solidFill>
              </a:defRPr>
            </a:lvl1pP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EB5B31F-7AD9-4BC6-8D61-62AD8011666E}"/>
              </a:ext>
            </a:extLst>
          </p:cNvPr>
          <p:cNvSpPr>
            <a:spLocks noGrp="1"/>
          </p:cNvSpPr>
          <p:nvPr>
            <p:ph type="pic" sz="quarter" idx="11" hasCustomPrompt="1"/>
          </p:nvPr>
        </p:nvSpPr>
        <p:spPr bwMode="ltGray">
          <a:xfrm>
            <a:off x="5334000" y="0"/>
            <a:ext cx="6858000" cy="6858000"/>
          </a:xfrm>
          <a:blipFill>
            <a:blip r:embed="rId2"/>
            <a:stretch>
              <a:fillRect/>
            </a:stretch>
          </a:blipFill>
        </p:spPr>
        <p:txBody>
          <a:bodyPr lIns="0" tIns="2377440" rIns="0" anchor="t" anchorCtr="0">
            <a:noAutofit/>
          </a:bodyPr>
          <a:lstStyle>
            <a:lvl1pPr marL="0" indent="0" algn="ctr">
              <a:lnSpc>
                <a:spcPct val="100000"/>
              </a:lnSpc>
              <a:buNone/>
              <a:defRPr sz="1400" b="0" i="0">
                <a:solidFill>
                  <a:schemeClr val="bg1"/>
                </a:solidFill>
                <a:latin typeface="+mn-lt"/>
                <a:cs typeface="Segoe UI" panose="020B0502040204020203" pitchFamily="34" charset="0"/>
              </a:defRPr>
            </a:lvl1pPr>
          </a:lstStyle>
          <a:p>
            <a:r>
              <a:rPr lang="en-US"/>
              <a:t>Drag &amp; drop your photo here </a:t>
            </a:r>
            <a:br>
              <a:rPr lang="en-US"/>
            </a:br>
            <a:r>
              <a:rPr lang="en-US"/>
              <a:t>or click or tap icon below to insert</a:t>
            </a:r>
          </a:p>
        </p:txBody>
      </p:sp>
      <p:sp>
        <p:nvSpPr>
          <p:cNvPr id="5" name="TextBox 4">
            <a:extLst>
              <a:ext uri="{FF2B5EF4-FFF2-40B4-BE49-F238E27FC236}">
                <a16:creationId xmlns:a16="http://schemas.microsoft.com/office/drawing/2014/main" id="{8A09A47B-FEF5-47F3-B2DD-A73E7C3234AF}"/>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b="0" i="0">
                <a:solidFill>
                  <a:srgbClr val="A3A3A3"/>
                </a:solidFill>
                <a:latin typeface="Segoe UI" panose="020B0502040204020203" pitchFamily="34" charset="0"/>
              </a:rPr>
              <a:t>ELT layout</a:t>
            </a:r>
          </a:p>
        </p:txBody>
      </p:sp>
    </p:spTree>
    <p:extLst>
      <p:ext uri="{BB962C8B-B14F-4D97-AF65-F5344CB8AC3E}">
        <p14:creationId xmlns:p14="http://schemas.microsoft.com/office/powerpoint/2010/main" val="2925968167"/>
      </p:ext>
    </p:extLst>
  </p:cSld>
  <p:clrMapOvr>
    <a:masterClrMapping/>
  </p:clrMapOvr>
  <p:transition>
    <p:fade/>
  </p:transition>
  <p:extLst>
    <p:ext uri="{DCECCB84-F9BA-43D5-87BE-67443E8EF086}">
      <p15:sldGuideLst xmlns:p15="http://schemas.microsoft.com/office/powerpoint/2012/main">
        <p15:guide id="2" pos="3360">
          <p15:clr>
            <a:srgbClr val="5ACBF0"/>
          </p15:clr>
        </p15:guide>
        <p15:guide id="5" orient="horz" pos="2160">
          <p15:clr>
            <a:srgbClr val="5ACBF0"/>
          </p15:clr>
        </p15:guide>
        <p15:guide id="6" pos="2991">
          <p15:clr>
            <a:srgbClr val="5ACBF0"/>
          </p15:clr>
        </p15:guide>
        <p15:guide id="7" pos="3728">
          <p15:clr>
            <a:srgbClr val="C35EA4"/>
          </p15:clr>
        </p15:guide>
        <p15:guide id="8" pos="3544">
          <p15:clr>
            <a:srgbClr val="A4A3A4"/>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Square Photo 2">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4E2C6C6-B442-4DE7-9C6C-405B9005314D}"/>
              </a:ext>
            </a:extLst>
          </p:cNvPr>
          <p:cNvSpPr>
            <a:spLocks noGrp="1"/>
          </p:cNvSpPr>
          <p:nvPr>
            <p:ph type="title" hasCustomPrompt="1"/>
          </p:nvPr>
        </p:nvSpPr>
        <p:spPr>
          <a:xfrm>
            <a:off x="588263" y="2979738"/>
            <a:ext cx="4163125" cy="861774"/>
          </a:xfrm>
        </p:spPr>
        <p:txBody>
          <a:bodyPr anchor="t"/>
          <a:lstStyle>
            <a:lvl1pPr>
              <a:defRPr sz="2800">
                <a:solidFill>
                  <a:schemeClr val="tx2"/>
                </a:solidFill>
              </a:defRPr>
            </a:lvl1pPr>
          </a:lstStyle>
          <a:p>
            <a:r>
              <a:rPr lang="en-US"/>
              <a:t>Square photo layout with smaller text</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3EBEAA94-C151-43DE-8A5A-09E8A930427E}"/>
              </a:ext>
            </a:extLst>
          </p:cNvPr>
          <p:cNvSpPr>
            <a:spLocks noGrp="1"/>
          </p:cNvSpPr>
          <p:nvPr>
            <p:ph type="pic" sz="quarter" idx="11" hasCustomPrompt="1"/>
          </p:nvPr>
        </p:nvSpPr>
        <p:spPr bwMode="ltGray">
          <a:xfrm>
            <a:off x="5334000" y="0"/>
            <a:ext cx="6858000" cy="6858000"/>
          </a:xfrm>
          <a:solidFill>
            <a:schemeClr val="bg2"/>
          </a:solidFill>
        </p:spPr>
        <p:txBody>
          <a:bodyPr lIns="0" tIns="2377440" rIns="0" anchor="t" anchorCtr="0">
            <a:noAutofit/>
          </a:bodyPr>
          <a:lstStyle>
            <a:lvl1pPr marL="0" indent="0" algn="ctr">
              <a:lnSpc>
                <a:spcPct val="100000"/>
              </a:lnSpc>
              <a:buNone/>
              <a:defRPr sz="1400" b="0" i="0">
                <a:solidFill>
                  <a:schemeClr val="tx1"/>
                </a:solidFill>
                <a:latin typeface="+mn-lt"/>
                <a:cs typeface="Segoe UI" panose="020B0502040204020203" pitchFamily="34" charset="0"/>
              </a:defRPr>
            </a:lvl1pPr>
          </a:lstStyle>
          <a:p>
            <a:r>
              <a:rPr lang="en-US"/>
              <a:t>Drag &amp; drop your photo here </a:t>
            </a:r>
            <a:br>
              <a:rPr lang="en-US"/>
            </a:br>
            <a:r>
              <a:rPr lang="en-US"/>
              <a:t>or click or tap icon below to insert</a:t>
            </a:r>
          </a:p>
        </p:txBody>
      </p:sp>
      <p:sp>
        <p:nvSpPr>
          <p:cNvPr id="5" name="TextBox 4">
            <a:extLst>
              <a:ext uri="{FF2B5EF4-FFF2-40B4-BE49-F238E27FC236}">
                <a16:creationId xmlns:a16="http://schemas.microsoft.com/office/drawing/2014/main" id="{6C2F1290-9237-4BEE-AAAC-6708F286265B}"/>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b="0" i="0">
                <a:solidFill>
                  <a:srgbClr val="A3A3A3"/>
                </a:solidFill>
                <a:latin typeface="Segoe UI" panose="020B0502040204020203" pitchFamily="34" charset="0"/>
              </a:rPr>
              <a:t>ELT layout</a:t>
            </a:r>
          </a:p>
        </p:txBody>
      </p:sp>
    </p:spTree>
    <p:extLst>
      <p:ext uri="{BB962C8B-B14F-4D97-AF65-F5344CB8AC3E}">
        <p14:creationId xmlns:p14="http://schemas.microsoft.com/office/powerpoint/2010/main" val="2363888581"/>
      </p:ext>
    </p:extLst>
  </p:cSld>
  <p:clrMapOvr>
    <a:masterClrMapping/>
  </p:clrMapOvr>
  <p:transition>
    <p:fade/>
  </p:transition>
  <p:extLst>
    <p:ext uri="{DCECCB84-F9BA-43D5-87BE-67443E8EF086}">
      <p15:sldGuideLst xmlns:p15="http://schemas.microsoft.com/office/powerpoint/2012/main">
        <p15:guide id="2" pos="3360">
          <p15:clr>
            <a:srgbClr val="5ACBF0"/>
          </p15:clr>
        </p15:guide>
        <p15:guide id="3" orient="horz" pos="1877">
          <p15:clr>
            <a:srgbClr val="5ACBF0"/>
          </p15:clr>
        </p15:guide>
        <p15:guide id="4" pos="3731">
          <p15:clr>
            <a:srgbClr val="C35EA4"/>
          </p15:clr>
        </p15:guide>
        <p15:guide id="5" pos="2993">
          <p15:clr>
            <a:srgbClr val="5ACBF0"/>
          </p15:clr>
        </p15:guide>
        <p15:guide id="6" pos="3547">
          <p15:clr>
            <a:srgbClr val="A4A3A4"/>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Photo full bleed lower title">
    <p:bg>
      <p:bgRef idx="1001">
        <a:schemeClr val="bg1"/>
      </p:bgRef>
    </p:bg>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0"/>
            <a:ext cx="12192000" cy="6858000"/>
          </a:xfrm>
          <a:blipFill>
            <a:blip r:embed="rId2"/>
            <a:stretch>
              <a:fillRect/>
            </a:stretch>
          </a:blipFill>
        </p:spPr>
        <p:txBody>
          <a:bodyPr wrap="none" bIns="1554480" anchor="ctr">
            <a:noAutofit/>
          </a:bodyPr>
          <a:lstStyle>
            <a:lvl1pPr marL="0" indent="0" algn="ctr">
              <a:buNone/>
              <a:defRPr sz="1400" b="0">
                <a:solidFill>
                  <a:schemeClr val="tx1"/>
                </a:solidFill>
              </a:defRPr>
            </a:lvl1pPr>
          </a:lstStyle>
          <a:p>
            <a:r>
              <a:rPr lang="en-US"/>
              <a:t>Drag &amp; drop your photo here </a:t>
            </a:r>
            <a:br>
              <a:rPr lang="en-US"/>
            </a:br>
            <a:r>
              <a:rPr lang="en-US"/>
              <a:t>or click or tap icon below 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p:nvPr>
        </p:nvSpPr>
        <p:spPr bwMode="ltGray">
          <a:xfrm>
            <a:off x="0" y="3657600"/>
            <a:ext cx="12192000" cy="3200400"/>
          </a:xfrm>
          <a:gradFill flip="none" rotWithShape="1">
            <a:gsLst>
              <a:gs pos="40000">
                <a:srgbClr val="000000">
                  <a:alpha val="70000"/>
                </a:srgbClr>
              </a:gs>
              <a:gs pos="100000">
                <a:srgbClr val="000000">
                  <a:alpha val="0"/>
                </a:srgbClr>
              </a:gs>
            </a:gsLst>
            <a:lin ang="16200000" scaled="1"/>
            <a:tileRect/>
          </a:gradFill>
        </p:spPr>
        <p:txBody>
          <a:bodyPr lIns="585216" tIns="585216" rIns="585216" bIns="585216" anchor="b" anchorCtr="0">
            <a:noAutofit/>
          </a:bodyPr>
          <a:lstStyle>
            <a:lvl1pPr>
              <a:defRPr sz="3600" spc="-150">
                <a:solidFill>
                  <a:srgbClr val="FFFFFF"/>
                </a:solidFill>
              </a:defRPr>
            </a:lvl1pPr>
          </a:lstStyle>
          <a:p>
            <a:r>
              <a:rPr lang="en-US"/>
              <a:t>Click to edit Master title style</a:t>
            </a:r>
          </a:p>
        </p:txBody>
      </p:sp>
      <p:sp>
        <p:nvSpPr>
          <p:cNvPr id="9" name="TextBox 8">
            <a:extLst>
              <a:ext uri="{FF2B5EF4-FFF2-40B4-BE49-F238E27FC236}">
                <a16:creationId xmlns:a16="http://schemas.microsoft.com/office/drawing/2014/main" id="{7609554D-CD2C-F836-9A2C-88CABE576585}"/>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b="0" i="0">
                <a:solidFill>
                  <a:srgbClr val="A3A3A3"/>
                </a:solidFill>
                <a:latin typeface="Segoe UI" panose="020B0502040204020203" pitchFamily="34" charset="0"/>
              </a:rPr>
              <a:t>ELT layout</a:t>
            </a:r>
          </a:p>
        </p:txBody>
      </p:sp>
    </p:spTree>
    <p:extLst>
      <p:ext uri="{BB962C8B-B14F-4D97-AF65-F5344CB8AC3E}">
        <p14:creationId xmlns:p14="http://schemas.microsoft.com/office/powerpoint/2010/main" val="2446173974"/>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2304">
          <p15:clr>
            <a:srgbClr val="5ACBF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Photo full bleed left title">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0"/>
            <a:ext cx="12192000" cy="6858000"/>
          </a:xfrm>
          <a:solidFill>
            <a:schemeClr val="bg2"/>
          </a:solidFill>
        </p:spPr>
        <p:txBody>
          <a:bodyPr wrap="none" bIns="1554480" anchor="ctr">
            <a:noAutofit/>
          </a:bodyPr>
          <a:lstStyle>
            <a:lvl1pPr marL="0" indent="0" algn="ctr">
              <a:buNone/>
              <a:defRPr sz="1400" b="0">
                <a:solidFill>
                  <a:schemeClr val="tx1"/>
                </a:solidFill>
              </a:defRPr>
            </a:lvl1pPr>
          </a:lstStyle>
          <a:p>
            <a:r>
              <a:rPr lang="en-US"/>
              <a:t>Drag &amp; drop your photo here </a:t>
            </a:r>
            <a:br>
              <a:rPr lang="en-US"/>
            </a:br>
            <a:r>
              <a:rPr lang="en-US"/>
              <a:t>or click or tap icon below 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hasCustomPrompt="1"/>
          </p:nvPr>
        </p:nvSpPr>
        <p:spPr bwMode="ltGray">
          <a:xfrm>
            <a:off x="-3" y="0"/>
            <a:ext cx="5669280" cy="6858000"/>
          </a:xfrm>
          <a:gradFill flip="none" rotWithShape="1">
            <a:gsLst>
              <a:gs pos="50000">
                <a:srgbClr val="000000">
                  <a:alpha val="70000"/>
                </a:srgbClr>
              </a:gs>
              <a:gs pos="100000">
                <a:srgbClr val="000000">
                  <a:alpha val="0"/>
                </a:srgbClr>
              </a:gs>
            </a:gsLst>
            <a:lin ang="0" scaled="1"/>
            <a:tileRect/>
          </a:gradFill>
        </p:spPr>
        <p:txBody>
          <a:bodyPr lIns="585216" tIns="585216" rIns="585216" bIns="585216" anchor="ctr">
            <a:noAutofit/>
          </a:bodyPr>
          <a:lstStyle>
            <a:lvl1pPr>
              <a:defRPr sz="3600" spc="-150">
                <a:solidFill>
                  <a:srgbClr val="FFFFFF"/>
                </a:solidFill>
              </a:defRPr>
            </a:lvl1pPr>
          </a:lstStyle>
          <a:p>
            <a:r>
              <a:rPr lang="en-US"/>
              <a:t>Click to edit </a:t>
            </a:r>
            <a:br>
              <a:rPr lang="en-US"/>
            </a:br>
            <a:r>
              <a:rPr lang="en-US"/>
              <a:t>Master title style</a:t>
            </a:r>
          </a:p>
        </p:txBody>
      </p:sp>
      <p:sp>
        <p:nvSpPr>
          <p:cNvPr id="6" name="TextBox 5">
            <a:extLst>
              <a:ext uri="{FF2B5EF4-FFF2-40B4-BE49-F238E27FC236}">
                <a16:creationId xmlns:a16="http://schemas.microsoft.com/office/drawing/2014/main" id="{1D4894F6-B50F-43E1-83FC-4F2200B2FA65}"/>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b="0" i="0">
                <a:solidFill>
                  <a:srgbClr val="A3A3A3"/>
                </a:solidFill>
                <a:latin typeface="Segoe UI" panose="020B0502040204020203" pitchFamily="34" charset="0"/>
              </a:rPr>
              <a:t>ELT layout</a:t>
            </a:r>
          </a:p>
        </p:txBody>
      </p:sp>
    </p:spTree>
    <p:extLst>
      <p:ext uri="{BB962C8B-B14F-4D97-AF65-F5344CB8AC3E}">
        <p14:creationId xmlns:p14="http://schemas.microsoft.com/office/powerpoint/2010/main" val="1340605611"/>
      </p:ext>
    </p:extLst>
  </p:cSld>
  <p:clrMapOvr>
    <a:masterClrMapping/>
  </p:clrMapOvr>
  <p:transition>
    <p:fade/>
  </p:transition>
  <p:extLst>
    <p:ext uri="{DCECCB84-F9BA-43D5-87BE-67443E8EF086}">
      <p15:sldGuideLst xmlns:p15="http://schemas.microsoft.com/office/powerpoint/2012/main">
        <p15:guide id="7" pos="3576">
          <p15:clr>
            <a:srgbClr val="5ACBF0"/>
          </p15:clr>
        </p15:guide>
        <p15:guide id="8" orient="horz" pos="2160">
          <p15:clr>
            <a:srgbClr val="5ACBF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Photo full bleed right title">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0"/>
            <a:ext cx="12192000" cy="6858000"/>
          </a:xfrm>
          <a:solidFill>
            <a:schemeClr val="bg2"/>
          </a:solidFill>
        </p:spPr>
        <p:txBody>
          <a:bodyPr wrap="none" bIns="1554480" anchor="ctr">
            <a:noAutofit/>
          </a:bodyPr>
          <a:lstStyle>
            <a:lvl1pPr marL="0" indent="0" algn="ctr">
              <a:buNone/>
              <a:defRPr sz="1400" b="0">
                <a:solidFill>
                  <a:schemeClr val="tx1"/>
                </a:solidFill>
              </a:defRPr>
            </a:lvl1pPr>
          </a:lstStyle>
          <a:p>
            <a:r>
              <a:rPr lang="en-US"/>
              <a:t>Drag &amp; drop your photo here </a:t>
            </a:r>
            <a:br>
              <a:rPr lang="en-US"/>
            </a:br>
            <a:r>
              <a:rPr lang="en-US"/>
              <a:t>or click or tap icon below 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hasCustomPrompt="1"/>
          </p:nvPr>
        </p:nvSpPr>
        <p:spPr bwMode="ltGray">
          <a:xfrm>
            <a:off x="6522720" y="0"/>
            <a:ext cx="5669280" cy="6858000"/>
          </a:xfrm>
          <a:gradFill flip="none" rotWithShape="1">
            <a:gsLst>
              <a:gs pos="50000">
                <a:srgbClr val="000000">
                  <a:alpha val="70000"/>
                </a:srgbClr>
              </a:gs>
              <a:gs pos="100000">
                <a:srgbClr val="000000">
                  <a:alpha val="0"/>
                </a:srgbClr>
              </a:gs>
            </a:gsLst>
            <a:lin ang="10800000" scaled="1"/>
            <a:tileRect/>
          </a:gradFill>
          <a:ln>
            <a:noFill/>
          </a:ln>
        </p:spPr>
        <p:txBody>
          <a:bodyPr lIns="585216" tIns="585216" rIns="585216" bIns="585216" anchor="ctr">
            <a:noAutofit/>
          </a:bodyPr>
          <a:lstStyle>
            <a:lvl1pPr algn="r">
              <a:defRPr sz="3600" spc="-150">
                <a:solidFill>
                  <a:srgbClr val="FFFFFF"/>
                </a:solidFill>
              </a:defRPr>
            </a:lvl1pPr>
          </a:lstStyle>
          <a:p>
            <a:r>
              <a:rPr lang="en-US"/>
              <a:t>Click to edit </a:t>
            </a:r>
            <a:br>
              <a:rPr lang="en-US"/>
            </a:br>
            <a:r>
              <a:rPr lang="en-US"/>
              <a:t>Master title style</a:t>
            </a:r>
          </a:p>
        </p:txBody>
      </p:sp>
      <p:sp>
        <p:nvSpPr>
          <p:cNvPr id="6" name="TextBox 5">
            <a:extLst>
              <a:ext uri="{FF2B5EF4-FFF2-40B4-BE49-F238E27FC236}">
                <a16:creationId xmlns:a16="http://schemas.microsoft.com/office/drawing/2014/main" id="{A629011D-E3B4-416F-9D7F-7A99AE49F65A}"/>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b="0" i="0">
                <a:solidFill>
                  <a:srgbClr val="A3A3A3"/>
                </a:solidFill>
                <a:latin typeface="Segoe UI" panose="020B0502040204020203" pitchFamily="34" charset="0"/>
              </a:rPr>
              <a:t>ELT layout</a:t>
            </a:r>
          </a:p>
        </p:txBody>
      </p:sp>
    </p:spTree>
    <p:extLst>
      <p:ext uri="{BB962C8B-B14F-4D97-AF65-F5344CB8AC3E}">
        <p14:creationId xmlns:p14="http://schemas.microsoft.com/office/powerpoint/2010/main" val="2328480577"/>
      </p:ext>
    </p:extLst>
  </p:cSld>
  <p:clrMapOvr>
    <a:masterClrMapping/>
  </p:clrMapOvr>
  <p:transition>
    <p:fade/>
  </p:transition>
  <p:extLst>
    <p:ext uri="{DCECCB84-F9BA-43D5-87BE-67443E8EF086}">
      <p15:sldGuideLst xmlns:p15="http://schemas.microsoft.com/office/powerpoint/2012/main">
        <p15:guide id="7" pos="4105">
          <p15:clr>
            <a:srgbClr val="5ACBF0"/>
          </p15:clr>
        </p15:guide>
        <p15:guide id="8" orient="horz" pos="2160">
          <p15:clr>
            <a:srgbClr val="5ACBF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Top horizontal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E01E45-D858-46CB-8C37-2ADA7A8B4F38}"/>
              </a:ext>
            </a:extLst>
          </p:cNvPr>
          <p:cNvSpPr>
            <a:spLocks noGrp="1"/>
          </p:cNvSpPr>
          <p:nvPr>
            <p:ph type="title"/>
          </p:nvPr>
        </p:nvSpPr>
        <p:spPr>
          <a:xfrm>
            <a:off x="588263" y="5157216"/>
            <a:ext cx="11018520" cy="1111822"/>
          </a:xfrm>
        </p:spPr>
        <p:txBody>
          <a:bodyPr anchor="ctr"/>
          <a:lstStyle>
            <a:lvl1pPr algn="ctr">
              <a:defRPr/>
            </a:lvl1pP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EB5B31F-7AD9-4BC6-8D61-62AD8011666E}"/>
              </a:ext>
            </a:extLst>
          </p:cNvPr>
          <p:cNvSpPr>
            <a:spLocks noGrp="1"/>
          </p:cNvSpPr>
          <p:nvPr>
            <p:ph type="pic" sz="quarter" idx="11" hasCustomPrompt="1"/>
          </p:nvPr>
        </p:nvSpPr>
        <p:spPr bwMode="ltGray">
          <a:xfrm>
            <a:off x="0" y="0"/>
            <a:ext cx="12192000" cy="4572000"/>
          </a:xfrm>
          <a:solidFill>
            <a:schemeClr val="bg2"/>
          </a:solidFill>
        </p:spPr>
        <p:txBody>
          <a:bodyPr vert="horz" wrap="square" lIns="0" tIns="1280160" rIns="0" bIns="0" rtlCol="0" anchor="t" anchorCtr="0">
            <a:noAutofit/>
          </a:bodyPr>
          <a:lstStyle>
            <a:lvl1pPr marL="0" indent="0" algn="ctr">
              <a:buNone/>
              <a:defRPr lang="en-US" sz="1400" b="0" dirty="0">
                <a:solidFill>
                  <a:schemeClr val="tx1"/>
                </a:solidFill>
              </a:defRPr>
            </a:lvl1pPr>
          </a:lstStyle>
          <a:p>
            <a:pPr marL="228600" lvl="0" indent="-228600" algn="ctr"/>
            <a:r>
              <a:rPr lang="en-US"/>
              <a:t>Drag &amp; drop your photo here</a:t>
            </a:r>
          </a:p>
          <a:p>
            <a:pPr marL="228600" lvl="0" indent="-228600" algn="ctr"/>
            <a:r>
              <a:rPr lang="en-US"/>
              <a:t>or click or tap icon below to insert</a:t>
            </a:r>
          </a:p>
        </p:txBody>
      </p:sp>
      <p:sp>
        <p:nvSpPr>
          <p:cNvPr id="5" name="TextBox 4">
            <a:extLst>
              <a:ext uri="{FF2B5EF4-FFF2-40B4-BE49-F238E27FC236}">
                <a16:creationId xmlns:a16="http://schemas.microsoft.com/office/drawing/2014/main" id="{3A996C37-D0C9-4349-A860-B639C4EB9D5D}"/>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b="0" i="0">
                <a:solidFill>
                  <a:srgbClr val="A3A3A3"/>
                </a:solidFill>
                <a:latin typeface="Segoe UI" panose="020B0502040204020203" pitchFamily="34" charset="0"/>
              </a:rPr>
              <a:t>ELT layout</a:t>
            </a:r>
          </a:p>
        </p:txBody>
      </p:sp>
    </p:spTree>
    <p:extLst>
      <p:ext uri="{BB962C8B-B14F-4D97-AF65-F5344CB8AC3E}">
        <p14:creationId xmlns:p14="http://schemas.microsoft.com/office/powerpoint/2010/main" val="3654328601"/>
      </p:ext>
    </p:extLst>
  </p:cSld>
  <p:clrMapOvr>
    <a:masterClrMapping/>
  </p:clrMapOvr>
  <p:transition>
    <p:fade/>
  </p:transition>
  <p:extLst>
    <p:ext uri="{DCECCB84-F9BA-43D5-87BE-67443E8EF086}">
      <p15:sldGuideLst xmlns:p15="http://schemas.microsoft.com/office/powerpoint/2012/main">
        <p15:guide id="5" orient="horz" pos="2880">
          <p15:clr>
            <a:srgbClr val="5ACBF0"/>
          </p15:clr>
        </p15:guide>
        <p15:guide id="6" orient="horz" pos="3600">
          <p15:clr>
            <a:srgbClr val="5ACBF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Bottom horizontal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5563AC-3A0B-4839-A9DC-F00E8E5411A6}"/>
              </a:ext>
            </a:extLst>
          </p:cNvPr>
          <p:cNvSpPr>
            <a:spLocks noGrp="1"/>
          </p:cNvSpPr>
          <p:nvPr>
            <p:ph type="title"/>
          </p:nvPr>
        </p:nvSpPr>
        <p:spPr>
          <a:xfrm>
            <a:off x="588263" y="585788"/>
            <a:ext cx="11018520" cy="1114996"/>
          </a:xfrm>
        </p:spPr>
        <p:txBody>
          <a:bodyPr anchor="ctr"/>
          <a:lstStyle>
            <a:lvl1pPr algn="ctr">
              <a:defRPr/>
            </a:lvl1pP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EB5B31F-7AD9-4BC6-8D61-62AD8011666E}"/>
              </a:ext>
            </a:extLst>
          </p:cNvPr>
          <p:cNvSpPr>
            <a:spLocks noGrp="1"/>
          </p:cNvSpPr>
          <p:nvPr>
            <p:ph type="pic" sz="quarter" idx="11" hasCustomPrompt="1"/>
          </p:nvPr>
        </p:nvSpPr>
        <p:spPr bwMode="ltGray">
          <a:xfrm>
            <a:off x="-2381" y="2286000"/>
            <a:ext cx="12192000" cy="4572000"/>
          </a:xfrm>
          <a:solidFill>
            <a:schemeClr val="bg2"/>
          </a:solidFill>
        </p:spPr>
        <p:txBody>
          <a:bodyPr vert="horz" wrap="square" lIns="0" tIns="1371600" rIns="0" bIns="0" rtlCol="0" anchor="t" anchorCtr="0">
            <a:noAutofit/>
          </a:bodyPr>
          <a:lstStyle>
            <a:lvl1pPr marL="0" indent="0" algn="ctr">
              <a:buNone/>
              <a:defRPr lang="en-US" sz="1400" b="0" dirty="0">
                <a:solidFill>
                  <a:schemeClr val="tx1"/>
                </a:solidFill>
              </a:defRPr>
            </a:lvl1pPr>
          </a:lstStyle>
          <a:p>
            <a:pPr marL="228600" lvl="0" indent="-228600" algn="ctr"/>
            <a:r>
              <a:rPr lang="en-US"/>
              <a:t>Drag &amp; drop your photo here</a:t>
            </a:r>
          </a:p>
          <a:p>
            <a:pPr marL="228600" lvl="0" indent="-228600" algn="ctr"/>
            <a:r>
              <a:rPr lang="en-US"/>
              <a:t>or click or tap icon below to insert</a:t>
            </a:r>
          </a:p>
        </p:txBody>
      </p:sp>
      <p:sp>
        <p:nvSpPr>
          <p:cNvPr id="5" name="TextBox 4">
            <a:extLst>
              <a:ext uri="{FF2B5EF4-FFF2-40B4-BE49-F238E27FC236}">
                <a16:creationId xmlns:a16="http://schemas.microsoft.com/office/drawing/2014/main" id="{3D6FDE6F-0F4B-446A-A51F-494FB0996655}"/>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b="0" i="0">
                <a:solidFill>
                  <a:srgbClr val="A3A3A3"/>
                </a:solidFill>
                <a:latin typeface="Segoe UI" panose="020B0502040204020203" pitchFamily="34" charset="0"/>
              </a:rPr>
              <a:t>ELT layout</a:t>
            </a:r>
          </a:p>
        </p:txBody>
      </p:sp>
    </p:spTree>
    <p:extLst>
      <p:ext uri="{BB962C8B-B14F-4D97-AF65-F5344CB8AC3E}">
        <p14:creationId xmlns:p14="http://schemas.microsoft.com/office/powerpoint/2010/main" val="3122900082"/>
      </p:ext>
    </p:extLst>
  </p:cSld>
  <p:clrMapOvr>
    <a:masterClrMapping/>
  </p:clrMapOvr>
  <p:transition>
    <p:fade/>
  </p:transition>
  <p:extLst>
    <p:ext uri="{DCECCB84-F9BA-43D5-87BE-67443E8EF086}">
      <p15:sldGuideLst xmlns:p15="http://schemas.microsoft.com/office/powerpoint/2012/main">
        <p15:guide id="5" orient="horz" pos="1440">
          <p15:clr>
            <a:srgbClr val="5ACBF0"/>
          </p15:clr>
        </p15:guide>
        <p15:guide id="6" orient="horz" pos="720">
          <p15:clr>
            <a:srgbClr val="5ACBF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Two picture conten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27DCA08-1117-4B11-AEFD-AAB2B33543F9}"/>
              </a:ext>
            </a:extLst>
          </p:cNvPr>
          <p:cNvSpPr>
            <a:spLocks noGrp="1"/>
          </p:cNvSpPr>
          <p:nvPr>
            <p:ph type="title"/>
          </p:nvPr>
        </p:nvSpPr>
        <p:spPr>
          <a:xfrm>
            <a:off x="588263" y="457200"/>
            <a:ext cx="11018520" cy="983234"/>
          </a:xfrm>
        </p:spPr>
        <p:txBody>
          <a:bodyPr/>
          <a:lstStyle/>
          <a:p>
            <a:r>
              <a:rPr lang="en-US"/>
              <a:t>Click to edit Master title style</a:t>
            </a:r>
          </a:p>
        </p:txBody>
      </p:sp>
      <p:sp>
        <p:nvSpPr>
          <p:cNvPr id="4" name="Text Placeholder 3">
            <a:extLst>
              <a:ext uri="{FF2B5EF4-FFF2-40B4-BE49-F238E27FC236}">
                <a16:creationId xmlns:a16="http://schemas.microsoft.com/office/drawing/2014/main" id="{AE833B58-0629-4A46-8711-902C16A99314}"/>
              </a:ext>
            </a:extLst>
          </p:cNvPr>
          <p:cNvSpPr>
            <a:spLocks noGrp="1"/>
          </p:cNvSpPr>
          <p:nvPr>
            <p:ph type="body" sz="quarter" idx="16"/>
          </p:nvPr>
        </p:nvSpPr>
        <p:spPr>
          <a:xfrm>
            <a:off x="584199" y="5689600"/>
            <a:ext cx="5367528" cy="276999"/>
          </a:xfrm>
        </p:spPr>
        <p:txBody>
          <a:bodyPr/>
          <a:lstStyle>
            <a:lvl1pPr marL="0" indent="0" algn="l">
              <a:spcBef>
                <a:spcPts val="0"/>
              </a:spcBef>
              <a:buNone/>
              <a:defRPr sz="1800" b="0" i="0">
                <a:latin typeface="+mn-lt"/>
              </a:defRPr>
            </a:lvl1pPr>
          </a:lstStyle>
          <a:p>
            <a:pPr lvl="0"/>
            <a:r>
              <a:rPr lang="en-US"/>
              <a:t>Click to edit Master text styles</a:t>
            </a:r>
          </a:p>
        </p:txBody>
      </p:sp>
      <p:sp>
        <p:nvSpPr>
          <p:cNvPr id="9" name="Picture Placeholder" descr="This photo is a 'placeholder' only. Drag or drop your photo here, or click and tap the center to insert a photo.">
            <a:extLst>
              <a:ext uri="{FF2B5EF4-FFF2-40B4-BE49-F238E27FC236}">
                <a16:creationId xmlns:a16="http://schemas.microsoft.com/office/drawing/2014/main" id="{1231301F-62BD-4CF6-8990-CDF00AFC8CCF}"/>
              </a:ext>
            </a:extLst>
          </p:cNvPr>
          <p:cNvSpPr>
            <a:spLocks noGrp="1"/>
          </p:cNvSpPr>
          <p:nvPr>
            <p:ph type="pic" sz="quarter" idx="13" hasCustomPrompt="1"/>
          </p:nvPr>
        </p:nvSpPr>
        <p:spPr bwMode="ltGray">
          <a:xfrm>
            <a:off x="582612" y="2025650"/>
            <a:ext cx="5367528" cy="3474720"/>
          </a:xfrm>
          <a:blipFill>
            <a:blip r:embed="rId2"/>
            <a:stretch>
              <a:fillRect/>
            </a:stretch>
          </a:blipFill>
        </p:spPr>
        <p:txBody>
          <a:bodyPr vert="horz" wrap="square" lIns="0" tIns="0" rIns="0" bIns="1005840" rtlCol="0" anchor="ctr" anchorCtr="0">
            <a:noAutofit/>
          </a:bodyPr>
          <a:lstStyle>
            <a:lvl1pPr marL="0" indent="0" algn="ctr">
              <a:buNone/>
              <a:defRPr lang="en-US" sz="1000" b="0" dirty="0">
                <a:solidFill>
                  <a:schemeClr val="bg1"/>
                </a:solidFill>
              </a:defRPr>
            </a:lvl1pPr>
          </a:lstStyle>
          <a:p>
            <a:pPr marL="228600" lvl="0" indent="-228600" algn="ctr"/>
            <a:r>
              <a:rPr lang="en-US"/>
              <a:t>Drag &amp; drop your photo here</a:t>
            </a:r>
          </a:p>
          <a:p>
            <a:pPr marL="228600" lvl="0" indent="-228600" algn="ctr"/>
            <a:r>
              <a:rPr lang="en-US"/>
              <a:t>or click or tap icon below to insert</a:t>
            </a:r>
          </a:p>
        </p:txBody>
      </p:sp>
      <p:sp>
        <p:nvSpPr>
          <p:cNvPr id="13" name="Text Placeholder 3">
            <a:extLst>
              <a:ext uri="{FF2B5EF4-FFF2-40B4-BE49-F238E27FC236}">
                <a16:creationId xmlns:a16="http://schemas.microsoft.com/office/drawing/2014/main" id="{05B401B2-8D93-427E-90A4-52337B3965E8}"/>
              </a:ext>
            </a:extLst>
          </p:cNvPr>
          <p:cNvSpPr>
            <a:spLocks noGrp="1"/>
          </p:cNvSpPr>
          <p:nvPr>
            <p:ph type="body" sz="quarter" idx="18"/>
          </p:nvPr>
        </p:nvSpPr>
        <p:spPr>
          <a:xfrm>
            <a:off x="6241860" y="5689600"/>
            <a:ext cx="5367528" cy="276999"/>
          </a:xfrm>
        </p:spPr>
        <p:txBody>
          <a:bodyPr/>
          <a:lstStyle>
            <a:lvl1pPr marL="0" indent="0" algn="l">
              <a:spcBef>
                <a:spcPts val="0"/>
              </a:spcBef>
              <a:buNone/>
              <a:defRPr lang="en-US" sz="1800" b="0" i="0" kern="1200" spc="0" baseline="0" dirty="0">
                <a:solidFill>
                  <a:schemeClr val="tx1"/>
                </a:solidFill>
                <a:latin typeface="+mn-lt"/>
                <a:ea typeface="+mn-ea"/>
                <a:cs typeface="Segoe UI" panose="020B0502040204020203" pitchFamily="34" charset="0"/>
              </a:defRPr>
            </a:lvl1pPr>
          </a:lstStyle>
          <a:p>
            <a:pPr marL="0" marR="0" lvl="0" indent="0" algn="l"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7223C820-5673-4288-A9D6-185A95066B1E}"/>
              </a:ext>
            </a:extLst>
          </p:cNvPr>
          <p:cNvSpPr>
            <a:spLocks noGrp="1"/>
          </p:cNvSpPr>
          <p:nvPr>
            <p:ph type="pic" sz="quarter" idx="15" hasCustomPrompt="1"/>
          </p:nvPr>
        </p:nvSpPr>
        <p:spPr bwMode="ltGray">
          <a:xfrm>
            <a:off x="6239255" y="2025650"/>
            <a:ext cx="5367528" cy="3474720"/>
          </a:xfrm>
          <a:blipFill>
            <a:blip r:embed="rId3"/>
            <a:stretch>
              <a:fillRect/>
            </a:stretch>
          </a:blipFill>
        </p:spPr>
        <p:txBody>
          <a:bodyPr vert="horz" wrap="square" lIns="0" tIns="0" rIns="0" bIns="1005840" rtlCol="0" anchor="ctr" anchorCtr="0">
            <a:noAutofit/>
          </a:bodyPr>
          <a:lstStyle>
            <a:lvl1pPr marL="0" indent="0" algn="ctr">
              <a:buNone/>
              <a:defRPr lang="en-US" sz="1000" b="0" dirty="0">
                <a:solidFill>
                  <a:srgbClr val="000000"/>
                </a:solidFill>
              </a:defRPr>
            </a:lvl1pPr>
          </a:lstStyle>
          <a:p>
            <a:pPr marL="228600" lvl="0" indent="-228600" algn="ctr"/>
            <a:r>
              <a:rPr lang="en-US"/>
              <a:t>Drag &amp; drop your photo here</a:t>
            </a:r>
          </a:p>
          <a:p>
            <a:pPr marL="228600" lvl="0" indent="-228600" algn="ctr"/>
            <a:r>
              <a:rPr lang="en-US"/>
              <a:t>or click or tap icon below to insert</a:t>
            </a:r>
          </a:p>
        </p:txBody>
      </p:sp>
      <p:sp>
        <p:nvSpPr>
          <p:cNvPr id="10" name="TextBox 9">
            <a:extLst>
              <a:ext uri="{FF2B5EF4-FFF2-40B4-BE49-F238E27FC236}">
                <a16:creationId xmlns:a16="http://schemas.microsoft.com/office/drawing/2014/main" id="{CAF59E09-7602-42B9-AB0C-9D1365A9EBB2}"/>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b="0" i="0">
                <a:solidFill>
                  <a:srgbClr val="A3A3A3"/>
                </a:solidFill>
                <a:latin typeface="Segoe UI" panose="020B0502040204020203" pitchFamily="34" charset="0"/>
              </a:rPr>
              <a:t>ELT layout</a:t>
            </a:r>
          </a:p>
        </p:txBody>
      </p:sp>
    </p:spTree>
    <p:extLst>
      <p:ext uri="{BB962C8B-B14F-4D97-AF65-F5344CB8AC3E}">
        <p14:creationId xmlns:p14="http://schemas.microsoft.com/office/powerpoint/2010/main" val="856823867"/>
      </p:ext>
    </p:extLst>
  </p:cSld>
  <p:clrMapOvr>
    <a:masterClrMapping/>
  </p:clrMapOvr>
  <p:transition>
    <p:fade/>
  </p:transition>
  <p:extLst>
    <p:ext uri="{DCECCB84-F9BA-43D5-87BE-67443E8EF086}">
      <p15:sldGuideLst xmlns:p15="http://schemas.microsoft.com/office/powerpoint/2012/main">
        <p15:guide id="3" orient="horz" pos="3584">
          <p15:clr>
            <a:srgbClr val="5ACBF0"/>
          </p15:clr>
        </p15:guide>
        <p15:guide id="4" orient="horz" pos="1276">
          <p15:clr>
            <a:srgbClr val="5ACBF0"/>
          </p15:clr>
        </p15:guide>
        <p15:guide id="5" orient="horz" pos="312" userDrawn="1">
          <p15:clr>
            <a:srgbClr val="5ACBF0"/>
          </p15:clr>
        </p15:guide>
        <p15:guide id="6" pos="3749">
          <p15:clr>
            <a:srgbClr val="5ACBF0"/>
          </p15:clr>
        </p15:guide>
        <p15:guide id="7" pos="3931">
          <p15:clr>
            <a:srgbClr val="5ACBF0"/>
          </p15:clr>
        </p15:guide>
        <p15:guide id="8" orient="horz" pos="3464">
          <p15:clr>
            <a:srgbClr val="5ACBF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Three picture conten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260F77E-464D-46F7-A8F8-6F281DAB0C7A}"/>
              </a:ext>
            </a:extLst>
          </p:cNvPr>
          <p:cNvSpPr>
            <a:spLocks noGrp="1"/>
          </p:cNvSpPr>
          <p:nvPr>
            <p:ph type="title"/>
          </p:nvPr>
        </p:nvSpPr>
        <p:spPr>
          <a:xfrm>
            <a:off x="588263" y="457200"/>
            <a:ext cx="11018520" cy="983234"/>
          </a:xfrm>
        </p:spPr>
        <p:txBody>
          <a:bodyPr/>
          <a:lstStyle/>
          <a:p>
            <a:r>
              <a:rPr lang="en-US"/>
              <a:t>Click to edit Master title style</a:t>
            </a:r>
          </a:p>
        </p:txBody>
      </p:sp>
      <p:sp>
        <p:nvSpPr>
          <p:cNvPr id="4" name="Text Placeholder 3">
            <a:extLst>
              <a:ext uri="{FF2B5EF4-FFF2-40B4-BE49-F238E27FC236}">
                <a16:creationId xmlns:a16="http://schemas.microsoft.com/office/drawing/2014/main" id="{AE833B58-0629-4A46-8711-902C16A99314}"/>
              </a:ext>
            </a:extLst>
          </p:cNvPr>
          <p:cNvSpPr>
            <a:spLocks noGrp="1"/>
          </p:cNvSpPr>
          <p:nvPr>
            <p:ph type="body" sz="quarter" idx="16"/>
          </p:nvPr>
        </p:nvSpPr>
        <p:spPr>
          <a:xfrm>
            <a:off x="582613" y="5689600"/>
            <a:ext cx="3475037" cy="276999"/>
          </a:xfrm>
        </p:spPr>
        <p:txBody>
          <a:bodyPr/>
          <a:lstStyle>
            <a:lvl1pPr marL="0" indent="0" algn="l">
              <a:spcBef>
                <a:spcPts val="0"/>
              </a:spcBef>
              <a:buNone/>
              <a:defRPr sz="1800" b="0" i="0">
                <a:latin typeface="+mn-lt"/>
              </a:defRPr>
            </a:lvl1pPr>
          </a:lstStyle>
          <a:p>
            <a:pPr lvl="0"/>
            <a:r>
              <a:rPr lang="en-US"/>
              <a:t>Click to edit Master text styles</a:t>
            </a:r>
          </a:p>
        </p:txBody>
      </p:sp>
      <p:sp>
        <p:nvSpPr>
          <p:cNvPr id="9" name="Picture Placeholder" descr="This photo is a 'placeholder' only. Drag or drop your photo here, or click and tap the center to insert a photo.">
            <a:extLst>
              <a:ext uri="{FF2B5EF4-FFF2-40B4-BE49-F238E27FC236}">
                <a16:creationId xmlns:a16="http://schemas.microsoft.com/office/drawing/2014/main" id="{1231301F-62BD-4CF6-8990-CDF00AFC8CCF}"/>
              </a:ext>
            </a:extLst>
          </p:cNvPr>
          <p:cNvSpPr>
            <a:spLocks noGrp="1"/>
          </p:cNvSpPr>
          <p:nvPr>
            <p:ph type="pic" sz="quarter" idx="13" hasCustomPrompt="1"/>
          </p:nvPr>
        </p:nvSpPr>
        <p:spPr bwMode="ltGray">
          <a:xfrm>
            <a:off x="582612" y="2025650"/>
            <a:ext cx="3474720" cy="3474720"/>
          </a:xfrm>
          <a:blipFill>
            <a:blip r:embed="rId2"/>
            <a:stretch>
              <a:fillRect/>
            </a:stretch>
          </a:blipFill>
        </p:spPr>
        <p:txBody>
          <a:bodyPr lIns="0" tIns="0" rIns="0" bIns="1005840" anchor="ctr" anchorCtr="0">
            <a:noAutofit/>
          </a:bodyPr>
          <a:lstStyle>
            <a:lvl1pPr marL="0" indent="0" algn="ctr">
              <a:lnSpc>
                <a:spcPct val="100000"/>
              </a:lnSpc>
              <a:buNone/>
              <a:defRPr sz="800" b="0" i="0">
                <a:solidFill>
                  <a:schemeClr val="bg1"/>
                </a:solidFill>
                <a:latin typeface="+mn-lt"/>
                <a:cs typeface="Segoe Sans Small" pitchFamily="2" charset="0"/>
              </a:defRPr>
            </a:lvl1pPr>
          </a:lstStyle>
          <a:p>
            <a:r>
              <a:rPr lang="en-US"/>
              <a:t>Drag &amp; drop your photo here </a:t>
            </a:r>
            <a:br>
              <a:rPr lang="en-US"/>
            </a:br>
            <a:r>
              <a:rPr lang="en-US"/>
              <a:t>or click or tap icon below to insert</a:t>
            </a:r>
          </a:p>
        </p:txBody>
      </p:sp>
      <p:sp>
        <p:nvSpPr>
          <p:cNvPr id="12" name="Text Placeholder 3">
            <a:extLst>
              <a:ext uri="{FF2B5EF4-FFF2-40B4-BE49-F238E27FC236}">
                <a16:creationId xmlns:a16="http://schemas.microsoft.com/office/drawing/2014/main" id="{7E8A9C08-F392-459F-B90B-EDBF4A830C55}"/>
              </a:ext>
            </a:extLst>
          </p:cNvPr>
          <p:cNvSpPr>
            <a:spLocks noGrp="1"/>
          </p:cNvSpPr>
          <p:nvPr>
            <p:ph type="body" sz="quarter" idx="17"/>
          </p:nvPr>
        </p:nvSpPr>
        <p:spPr>
          <a:xfrm>
            <a:off x="4358640" y="5689600"/>
            <a:ext cx="3475037" cy="276999"/>
          </a:xfrm>
        </p:spPr>
        <p:txBody>
          <a:bodyPr/>
          <a:lstStyle>
            <a:lvl1pPr marL="0" indent="0" algn="l">
              <a:spcBef>
                <a:spcPts val="0"/>
              </a:spcBef>
              <a:buNone/>
              <a:defRPr lang="en-US" sz="1800" b="0" i="0" kern="1200" spc="0" baseline="0" dirty="0">
                <a:solidFill>
                  <a:schemeClr val="tx1"/>
                </a:solidFill>
                <a:latin typeface="+mn-lt"/>
                <a:ea typeface="+mn-ea"/>
                <a:cs typeface="Segoe UI" panose="020B0502040204020203" pitchFamily="34" charset="0"/>
              </a:defRPr>
            </a:lvl1pPr>
          </a:lstStyle>
          <a:p>
            <a:pPr marL="0" marR="0" lvl="0" indent="0" algn="l"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Master text styles</a:t>
            </a:r>
          </a:p>
        </p:txBody>
      </p:sp>
      <p:sp>
        <p:nvSpPr>
          <p:cNvPr id="10" name="Picture Placeholder" descr="This photo is a 'placeholder' only. Drag or drop your photo here, or click and tap the center to insert a photo.">
            <a:extLst>
              <a:ext uri="{FF2B5EF4-FFF2-40B4-BE49-F238E27FC236}">
                <a16:creationId xmlns:a16="http://schemas.microsoft.com/office/drawing/2014/main" id="{7E401A97-B3D4-43E4-9B09-8AD4B6B26068}"/>
              </a:ext>
            </a:extLst>
          </p:cNvPr>
          <p:cNvSpPr>
            <a:spLocks noGrp="1"/>
          </p:cNvSpPr>
          <p:nvPr>
            <p:ph type="pic" sz="quarter" idx="14" hasCustomPrompt="1"/>
          </p:nvPr>
        </p:nvSpPr>
        <p:spPr bwMode="ltGray">
          <a:xfrm>
            <a:off x="4358640" y="2025650"/>
            <a:ext cx="3474720" cy="3474720"/>
          </a:xfrm>
          <a:blipFill>
            <a:blip r:embed="rId3"/>
            <a:stretch>
              <a:fillRect/>
            </a:stretch>
          </a:blipFill>
        </p:spPr>
        <p:txBody>
          <a:bodyPr lIns="0" tIns="0" rIns="0" bIns="1005840" anchor="ctr" anchorCtr="0">
            <a:noAutofit/>
          </a:bodyPr>
          <a:lstStyle>
            <a:lvl1pPr marL="0" indent="0" algn="ctr">
              <a:lnSpc>
                <a:spcPct val="100000"/>
              </a:lnSpc>
              <a:buNone/>
              <a:defRPr sz="800" b="0" i="0">
                <a:solidFill>
                  <a:srgbClr val="000000"/>
                </a:solidFill>
                <a:latin typeface="+mn-lt"/>
                <a:cs typeface="Segoe Sans Small" pitchFamily="2" charset="0"/>
              </a:defRPr>
            </a:lvl1pPr>
          </a:lstStyle>
          <a:p>
            <a:r>
              <a:rPr lang="en-US"/>
              <a:t>Drag &amp; drop your photo here </a:t>
            </a:r>
            <a:br>
              <a:rPr lang="en-US"/>
            </a:br>
            <a:r>
              <a:rPr lang="en-US"/>
              <a:t>or click or tap icon below to insert</a:t>
            </a:r>
          </a:p>
        </p:txBody>
      </p:sp>
      <p:sp>
        <p:nvSpPr>
          <p:cNvPr id="13" name="Text Placeholder 3">
            <a:extLst>
              <a:ext uri="{FF2B5EF4-FFF2-40B4-BE49-F238E27FC236}">
                <a16:creationId xmlns:a16="http://schemas.microsoft.com/office/drawing/2014/main" id="{05B401B2-8D93-427E-90A4-52337B3965E8}"/>
              </a:ext>
            </a:extLst>
          </p:cNvPr>
          <p:cNvSpPr>
            <a:spLocks noGrp="1"/>
          </p:cNvSpPr>
          <p:nvPr>
            <p:ph type="body" sz="quarter" idx="18"/>
          </p:nvPr>
        </p:nvSpPr>
        <p:spPr>
          <a:xfrm>
            <a:off x="8134351" y="5689600"/>
            <a:ext cx="3475037" cy="276999"/>
          </a:xfrm>
        </p:spPr>
        <p:txBody>
          <a:bodyPr/>
          <a:lstStyle>
            <a:lvl1pPr marL="0" indent="0" algn="l">
              <a:spcBef>
                <a:spcPts val="0"/>
              </a:spcBef>
              <a:buNone/>
              <a:defRPr lang="en-US" sz="1800" b="0" i="0" kern="1200" spc="0" baseline="0" dirty="0">
                <a:solidFill>
                  <a:schemeClr val="tx1"/>
                </a:solidFill>
                <a:latin typeface="+mn-lt"/>
                <a:ea typeface="+mn-ea"/>
                <a:cs typeface="Segoe UI" panose="020B0502040204020203" pitchFamily="34" charset="0"/>
              </a:defRPr>
            </a:lvl1pPr>
          </a:lstStyle>
          <a:p>
            <a:pPr marL="0" marR="0" lvl="0" indent="0" algn="l"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7223C820-5673-4288-A9D6-185A95066B1E}"/>
              </a:ext>
            </a:extLst>
          </p:cNvPr>
          <p:cNvSpPr>
            <a:spLocks noGrp="1"/>
          </p:cNvSpPr>
          <p:nvPr>
            <p:ph type="pic" sz="quarter" idx="15" hasCustomPrompt="1"/>
          </p:nvPr>
        </p:nvSpPr>
        <p:spPr bwMode="ltGray">
          <a:xfrm>
            <a:off x="8132063" y="2025650"/>
            <a:ext cx="3474720" cy="3474720"/>
          </a:xfrm>
          <a:blipFill>
            <a:blip r:embed="rId4"/>
            <a:stretch>
              <a:fillRect/>
            </a:stretch>
          </a:blipFill>
        </p:spPr>
        <p:txBody>
          <a:bodyPr lIns="0" tIns="0" rIns="0" bIns="1005840" anchor="ctr" anchorCtr="0">
            <a:noAutofit/>
          </a:bodyPr>
          <a:lstStyle>
            <a:lvl1pPr marL="0" indent="0" algn="ctr">
              <a:lnSpc>
                <a:spcPct val="100000"/>
              </a:lnSpc>
              <a:buNone/>
              <a:defRPr lang="en-US" sz="800" b="0" i="0" kern="1200" spc="0" baseline="0" dirty="0">
                <a:solidFill>
                  <a:schemeClr val="bg1"/>
                </a:solidFill>
                <a:latin typeface="+mn-lt"/>
                <a:ea typeface="+mn-ea"/>
                <a:cs typeface="Segoe Sans Small" pitchFamily="2" charset="0"/>
              </a:defRPr>
            </a:lvl1pPr>
          </a:lstStyle>
          <a:p>
            <a:r>
              <a:rPr lang="en-US"/>
              <a:t>Drag &amp; drop your photo here </a:t>
            </a:r>
            <a:br>
              <a:rPr lang="en-US"/>
            </a:br>
            <a:r>
              <a:rPr lang="en-US"/>
              <a:t>or click or tap icon below to insert</a:t>
            </a:r>
          </a:p>
        </p:txBody>
      </p:sp>
      <p:sp>
        <p:nvSpPr>
          <p:cNvPr id="14" name="TextBox 13">
            <a:extLst>
              <a:ext uri="{FF2B5EF4-FFF2-40B4-BE49-F238E27FC236}">
                <a16:creationId xmlns:a16="http://schemas.microsoft.com/office/drawing/2014/main" id="{52B36921-D927-4BA6-8891-8AEE9784923C}"/>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b="0" i="0">
                <a:solidFill>
                  <a:srgbClr val="A3A3A3"/>
                </a:solidFill>
                <a:latin typeface="Segoe UI" panose="020B0502040204020203" pitchFamily="34" charset="0"/>
              </a:rPr>
              <a:t>ELT layout</a:t>
            </a:r>
          </a:p>
        </p:txBody>
      </p:sp>
    </p:spTree>
    <p:extLst>
      <p:ext uri="{BB962C8B-B14F-4D97-AF65-F5344CB8AC3E}">
        <p14:creationId xmlns:p14="http://schemas.microsoft.com/office/powerpoint/2010/main" val="231357119"/>
      </p:ext>
    </p:extLst>
  </p:cSld>
  <p:clrMapOvr>
    <a:masterClrMapping/>
  </p:clrMapOvr>
  <p:transition>
    <p:fade/>
  </p:transition>
  <p:extLst>
    <p:ext uri="{DCECCB84-F9BA-43D5-87BE-67443E8EF086}">
      <p15:sldGuideLst xmlns:p15="http://schemas.microsoft.com/office/powerpoint/2012/main">
        <p15:guide id="3" orient="horz" pos="3584">
          <p15:clr>
            <a:srgbClr val="5ACBF0"/>
          </p15:clr>
        </p15:guide>
        <p15:guide id="4" orient="horz" pos="1276">
          <p15:clr>
            <a:srgbClr val="5ACBF0"/>
          </p15:clr>
        </p15:guide>
        <p15:guide id="5" orient="horz" pos="288">
          <p15:clr>
            <a:srgbClr val="5ACBF0"/>
          </p15:clr>
        </p15:guide>
        <p15:guide id="6" pos="2557">
          <p15:clr>
            <a:srgbClr val="5ACBF0"/>
          </p15:clr>
        </p15:guide>
        <p15:guide id="7" pos="2744">
          <p15:clr>
            <a:srgbClr val="5ACBF0"/>
          </p15:clr>
        </p15:guide>
        <p15:guide id="8" pos="4936">
          <p15:clr>
            <a:srgbClr val="5ACBF0"/>
          </p15:clr>
        </p15:guide>
        <p15:guide id="9" pos="5123">
          <p15:clr>
            <a:srgbClr val="5ACBF0"/>
          </p15:clr>
        </p15:guide>
        <p15:guide id="10" orient="horz" pos="3465">
          <p15:clr>
            <a:srgbClr val="5ACBF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Four picture conten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7A434B7-D4B9-4D45-A31C-F0CC4D227945}"/>
              </a:ext>
            </a:extLst>
          </p:cNvPr>
          <p:cNvSpPr>
            <a:spLocks noGrp="1"/>
          </p:cNvSpPr>
          <p:nvPr>
            <p:ph type="title"/>
          </p:nvPr>
        </p:nvSpPr>
        <p:spPr>
          <a:xfrm>
            <a:off x="588263" y="457200"/>
            <a:ext cx="11018520" cy="983234"/>
          </a:xfrm>
        </p:spPr>
        <p:txBody>
          <a:bodyPr/>
          <a:lstStyle/>
          <a:p>
            <a:r>
              <a:rPr lang="en-US"/>
              <a:t>Click to edit Master title style</a:t>
            </a:r>
          </a:p>
        </p:txBody>
      </p:sp>
      <p:sp>
        <p:nvSpPr>
          <p:cNvPr id="4" name="Text Placeholder 3">
            <a:extLst>
              <a:ext uri="{FF2B5EF4-FFF2-40B4-BE49-F238E27FC236}">
                <a16:creationId xmlns:a16="http://schemas.microsoft.com/office/drawing/2014/main" id="{AE833B58-0629-4A46-8711-902C16A99314}"/>
              </a:ext>
            </a:extLst>
          </p:cNvPr>
          <p:cNvSpPr>
            <a:spLocks noGrp="1"/>
          </p:cNvSpPr>
          <p:nvPr>
            <p:ph type="body" sz="quarter" idx="16"/>
          </p:nvPr>
        </p:nvSpPr>
        <p:spPr>
          <a:xfrm>
            <a:off x="582613" y="4753938"/>
            <a:ext cx="2532888" cy="553998"/>
          </a:xfrm>
        </p:spPr>
        <p:txBody>
          <a:bodyPr/>
          <a:lstStyle>
            <a:lvl1pPr marL="0" indent="0" algn="l">
              <a:spcBef>
                <a:spcPts val="0"/>
              </a:spcBef>
              <a:buNone/>
              <a:defRPr sz="1800" b="0" i="0">
                <a:latin typeface="+mn-lt"/>
              </a:defRPr>
            </a:lvl1pPr>
          </a:lstStyle>
          <a:p>
            <a:pPr lvl="0"/>
            <a:r>
              <a:rPr lang="en-US"/>
              <a:t>Click to edit Master text styles</a:t>
            </a:r>
          </a:p>
        </p:txBody>
      </p:sp>
      <p:sp>
        <p:nvSpPr>
          <p:cNvPr id="9" name="Picture Placeholder" descr="This photo is a 'placeholder' only. Drag or drop your photo here, or click and tap the center to insert a photo.">
            <a:extLst>
              <a:ext uri="{FF2B5EF4-FFF2-40B4-BE49-F238E27FC236}">
                <a16:creationId xmlns:a16="http://schemas.microsoft.com/office/drawing/2014/main" id="{1231301F-62BD-4CF6-8990-CDF00AFC8CCF}"/>
              </a:ext>
            </a:extLst>
          </p:cNvPr>
          <p:cNvSpPr>
            <a:spLocks noGrp="1"/>
          </p:cNvSpPr>
          <p:nvPr>
            <p:ph type="pic" sz="quarter" idx="13" hasCustomPrompt="1"/>
          </p:nvPr>
        </p:nvSpPr>
        <p:spPr bwMode="ltGray">
          <a:xfrm>
            <a:off x="582612" y="2025650"/>
            <a:ext cx="2532888" cy="2532888"/>
          </a:xfrm>
          <a:blipFill>
            <a:blip r:embed="rId2" cstate="email">
              <a:extLst>
                <a:ext uri="{28A0092B-C50C-407E-A947-70E740481C1C}">
                  <a14:useLocalDpi xmlns:a14="http://schemas.microsoft.com/office/drawing/2010/main"/>
                </a:ext>
              </a:extLst>
            </a:blip>
            <a:stretch>
              <a:fillRect/>
            </a:stretch>
          </a:blipFill>
        </p:spPr>
        <p:txBody>
          <a:bodyPr lIns="0" tIns="0" rIns="0" bIns="731520" anchor="ctr" anchorCtr="0">
            <a:noAutofit/>
          </a:bodyPr>
          <a:lstStyle>
            <a:lvl1pPr marL="0" indent="0" algn="ctr">
              <a:lnSpc>
                <a:spcPct val="100000"/>
              </a:lnSpc>
              <a:buNone/>
              <a:defRPr lang="en-US" sz="700" b="0" i="0" kern="1200" spc="0" baseline="0" dirty="0">
                <a:solidFill>
                  <a:schemeClr val="bg1"/>
                </a:solidFill>
                <a:latin typeface="+mn-lt"/>
                <a:ea typeface="+mn-ea"/>
                <a:cs typeface="Segoe Sans Small" pitchFamily="2" charset="0"/>
              </a:defRPr>
            </a:lvl1pPr>
          </a:lstStyle>
          <a:p>
            <a:r>
              <a:rPr lang="en-US"/>
              <a:t>Drag &amp; drop your photo here </a:t>
            </a:r>
            <a:br>
              <a:rPr lang="en-US"/>
            </a:br>
            <a:r>
              <a:rPr lang="en-US"/>
              <a:t>or click or tap icon below to insert</a:t>
            </a:r>
          </a:p>
        </p:txBody>
      </p:sp>
      <p:sp>
        <p:nvSpPr>
          <p:cNvPr id="12" name="Text Placeholder 3">
            <a:extLst>
              <a:ext uri="{FF2B5EF4-FFF2-40B4-BE49-F238E27FC236}">
                <a16:creationId xmlns:a16="http://schemas.microsoft.com/office/drawing/2014/main" id="{7E8A9C08-F392-459F-B90B-EDBF4A830C55}"/>
              </a:ext>
            </a:extLst>
          </p:cNvPr>
          <p:cNvSpPr>
            <a:spLocks noGrp="1"/>
          </p:cNvSpPr>
          <p:nvPr>
            <p:ph type="body" sz="quarter" idx="17"/>
          </p:nvPr>
        </p:nvSpPr>
        <p:spPr>
          <a:xfrm>
            <a:off x="3413908" y="4753938"/>
            <a:ext cx="2532888" cy="553998"/>
          </a:xfrm>
        </p:spPr>
        <p:txBody>
          <a:bodyPr/>
          <a:lstStyle>
            <a:lvl1pPr marL="0" indent="0" algn="l">
              <a:spcBef>
                <a:spcPts val="0"/>
              </a:spcBef>
              <a:buNone/>
              <a:defRPr lang="en-US" sz="1800" b="0" i="0" kern="1200" spc="0" baseline="0" dirty="0">
                <a:solidFill>
                  <a:schemeClr val="tx1"/>
                </a:solidFill>
                <a:latin typeface="+mn-lt"/>
                <a:ea typeface="+mn-ea"/>
                <a:cs typeface="Segoe UI" panose="020B0502040204020203" pitchFamily="34" charset="0"/>
              </a:defRPr>
            </a:lvl1pPr>
          </a:lstStyle>
          <a:p>
            <a:pPr marL="0" marR="0" lvl="0" indent="0" algn="l"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Master text styles</a:t>
            </a:r>
          </a:p>
        </p:txBody>
      </p:sp>
      <p:sp>
        <p:nvSpPr>
          <p:cNvPr id="10" name="Picture Placeholder" descr="This photo is a 'placeholder' only. Drag or drop your photo here, or click and tap the center to insert a photo.">
            <a:extLst>
              <a:ext uri="{FF2B5EF4-FFF2-40B4-BE49-F238E27FC236}">
                <a16:creationId xmlns:a16="http://schemas.microsoft.com/office/drawing/2014/main" id="{7E401A97-B3D4-43E4-9B09-8AD4B6B26068}"/>
              </a:ext>
            </a:extLst>
          </p:cNvPr>
          <p:cNvSpPr>
            <a:spLocks noGrp="1"/>
          </p:cNvSpPr>
          <p:nvPr>
            <p:ph type="pic" sz="quarter" idx="14" hasCustomPrompt="1"/>
          </p:nvPr>
        </p:nvSpPr>
        <p:spPr bwMode="ltGray">
          <a:xfrm>
            <a:off x="3413908" y="2025650"/>
            <a:ext cx="2532888" cy="2532888"/>
          </a:xfrm>
          <a:blipFill>
            <a:blip r:embed="rId3" cstate="email">
              <a:extLst>
                <a:ext uri="{28A0092B-C50C-407E-A947-70E740481C1C}">
                  <a14:useLocalDpi xmlns:a14="http://schemas.microsoft.com/office/drawing/2010/main"/>
                </a:ext>
              </a:extLst>
            </a:blip>
            <a:stretch>
              <a:fillRect/>
            </a:stretch>
          </a:blipFill>
        </p:spPr>
        <p:txBody>
          <a:bodyPr lIns="0" tIns="0" rIns="0" bIns="731520" anchor="ctr" anchorCtr="0">
            <a:noAutofit/>
          </a:bodyPr>
          <a:lstStyle>
            <a:lvl1pPr marL="0" indent="0" algn="ctr">
              <a:lnSpc>
                <a:spcPct val="100000"/>
              </a:lnSpc>
              <a:buNone/>
              <a:defRPr lang="en-US" sz="700" b="0" i="0" kern="1200" spc="0" baseline="0" dirty="0">
                <a:solidFill>
                  <a:schemeClr val="tx1"/>
                </a:solidFill>
                <a:latin typeface="+mn-lt"/>
                <a:ea typeface="+mn-ea"/>
                <a:cs typeface="Segoe Sans Small" pitchFamily="2" charset="0"/>
              </a:defRPr>
            </a:lvl1pPr>
          </a:lstStyle>
          <a:p>
            <a:r>
              <a:rPr lang="en-US"/>
              <a:t>Drag &amp; drop your photo here </a:t>
            </a:r>
            <a:br>
              <a:rPr lang="en-US"/>
            </a:br>
            <a:r>
              <a:rPr lang="en-US"/>
              <a:t>or click or tap icon below to insert</a:t>
            </a:r>
          </a:p>
        </p:txBody>
      </p:sp>
      <p:sp>
        <p:nvSpPr>
          <p:cNvPr id="13" name="Text Placeholder 3">
            <a:extLst>
              <a:ext uri="{FF2B5EF4-FFF2-40B4-BE49-F238E27FC236}">
                <a16:creationId xmlns:a16="http://schemas.microsoft.com/office/drawing/2014/main" id="{05B401B2-8D93-427E-90A4-52337B3965E8}"/>
              </a:ext>
            </a:extLst>
          </p:cNvPr>
          <p:cNvSpPr>
            <a:spLocks noGrp="1"/>
          </p:cNvSpPr>
          <p:nvPr>
            <p:ph type="body" sz="quarter" idx="18"/>
          </p:nvPr>
        </p:nvSpPr>
        <p:spPr>
          <a:xfrm>
            <a:off x="6245204" y="4753938"/>
            <a:ext cx="2532888" cy="553998"/>
          </a:xfrm>
        </p:spPr>
        <p:txBody>
          <a:bodyPr/>
          <a:lstStyle>
            <a:lvl1pPr marL="0" indent="0" algn="l">
              <a:spcBef>
                <a:spcPts val="0"/>
              </a:spcBef>
              <a:buNone/>
              <a:defRPr lang="en-US" sz="1800" b="0" i="0" kern="1200" spc="0" baseline="0" dirty="0">
                <a:solidFill>
                  <a:schemeClr val="tx1"/>
                </a:solidFill>
                <a:latin typeface="+mn-lt"/>
                <a:ea typeface="+mn-ea"/>
                <a:cs typeface="Segoe UI" panose="020B0502040204020203" pitchFamily="34" charset="0"/>
              </a:defRPr>
            </a:lvl1pPr>
          </a:lstStyle>
          <a:p>
            <a:pPr marL="0" marR="0" lvl="0" indent="0" algn="l"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7223C820-5673-4288-A9D6-185A95066B1E}"/>
              </a:ext>
            </a:extLst>
          </p:cNvPr>
          <p:cNvSpPr>
            <a:spLocks noGrp="1"/>
          </p:cNvSpPr>
          <p:nvPr>
            <p:ph type="pic" sz="quarter" idx="15" hasCustomPrompt="1"/>
          </p:nvPr>
        </p:nvSpPr>
        <p:spPr bwMode="ltGray">
          <a:xfrm>
            <a:off x="6245204" y="2025650"/>
            <a:ext cx="2532888" cy="2532888"/>
          </a:xfrm>
          <a:blipFill>
            <a:blip r:embed="rId4" cstate="email">
              <a:extLst>
                <a:ext uri="{28A0092B-C50C-407E-A947-70E740481C1C}">
                  <a14:useLocalDpi xmlns:a14="http://schemas.microsoft.com/office/drawing/2010/main"/>
                </a:ext>
              </a:extLst>
            </a:blip>
            <a:stretch>
              <a:fillRect/>
            </a:stretch>
          </a:blipFill>
        </p:spPr>
        <p:txBody>
          <a:bodyPr lIns="0" tIns="0" rIns="0" bIns="731520" anchor="ctr" anchorCtr="0">
            <a:noAutofit/>
          </a:bodyPr>
          <a:lstStyle>
            <a:lvl1pPr marL="0" indent="0" algn="ctr">
              <a:lnSpc>
                <a:spcPct val="100000"/>
              </a:lnSpc>
              <a:buNone/>
              <a:defRPr lang="en-US" sz="700" b="0" i="0" kern="1200" spc="0" baseline="0" dirty="0">
                <a:solidFill>
                  <a:schemeClr val="bg1"/>
                </a:solidFill>
                <a:latin typeface="+mn-lt"/>
                <a:ea typeface="+mn-ea"/>
                <a:cs typeface="Segoe Sans Small" pitchFamily="2" charset="0"/>
              </a:defRPr>
            </a:lvl1pPr>
          </a:lstStyle>
          <a:p>
            <a:r>
              <a:rPr lang="en-US"/>
              <a:t>Drag &amp; drop your photo here </a:t>
            </a:r>
            <a:br>
              <a:rPr lang="en-US"/>
            </a:br>
            <a:r>
              <a:rPr lang="en-US"/>
              <a:t>or click or tap icon below to insert</a:t>
            </a:r>
          </a:p>
        </p:txBody>
      </p:sp>
      <p:sp>
        <p:nvSpPr>
          <p:cNvPr id="15" name="Text Placeholder 3">
            <a:extLst>
              <a:ext uri="{FF2B5EF4-FFF2-40B4-BE49-F238E27FC236}">
                <a16:creationId xmlns:a16="http://schemas.microsoft.com/office/drawing/2014/main" id="{38E883C1-8203-4549-AF30-B96AEC45AC68}"/>
              </a:ext>
            </a:extLst>
          </p:cNvPr>
          <p:cNvSpPr>
            <a:spLocks noGrp="1"/>
          </p:cNvSpPr>
          <p:nvPr>
            <p:ph type="body" sz="quarter" idx="20"/>
          </p:nvPr>
        </p:nvSpPr>
        <p:spPr>
          <a:xfrm>
            <a:off x="9076500" y="4753938"/>
            <a:ext cx="2532888" cy="553998"/>
          </a:xfrm>
        </p:spPr>
        <p:txBody>
          <a:bodyPr/>
          <a:lstStyle>
            <a:lvl1pPr marL="0" indent="0" algn="l">
              <a:spcBef>
                <a:spcPts val="0"/>
              </a:spcBef>
              <a:buNone/>
              <a:defRPr lang="en-US" sz="1800" b="0" i="0" kern="1200" spc="0" baseline="0" dirty="0">
                <a:solidFill>
                  <a:schemeClr val="tx1"/>
                </a:solidFill>
                <a:latin typeface="+mn-lt"/>
                <a:ea typeface="+mn-ea"/>
                <a:cs typeface="Segoe UI" panose="020B0502040204020203" pitchFamily="34" charset="0"/>
              </a:defRPr>
            </a:lvl1pPr>
          </a:lstStyle>
          <a:p>
            <a:pPr marL="0" marR="0" lvl="0" indent="0" algn="l"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Master text styles</a:t>
            </a:r>
          </a:p>
        </p:txBody>
      </p:sp>
      <p:sp>
        <p:nvSpPr>
          <p:cNvPr id="14" name="Picture Placeholder" descr="This photo is a 'placeholder' only. Drag or drop your photo here, or click and tap the center to insert a photo.">
            <a:extLst>
              <a:ext uri="{FF2B5EF4-FFF2-40B4-BE49-F238E27FC236}">
                <a16:creationId xmlns:a16="http://schemas.microsoft.com/office/drawing/2014/main" id="{BBD58C33-921C-42F1-9803-1C798DB548C2}"/>
              </a:ext>
            </a:extLst>
          </p:cNvPr>
          <p:cNvSpPr>
            <a:spLocks noGrp="1"/>
          </p:cNvSpPr>
          <p:nvPr>
            <p:ph type="pic" sz="quarter" idx="19" hasCustomPrompt="1"/>
          </p:nvPr>
        </p:nvSpPr>
        <p:spPr bwMode="ltGray">
          <a:xfrm>
            <a:off x="9073895" y="2025650"/>
            <a:ext cx="2532888" cy="2532888"/>
          </a:xfrm>
          <a:blipFill>
            <a:blip>
              <a:extLst>
                <a:ext uri="{96DAC541-7B7A-43D3-8B79-37D633B846F1}">
                  <asvg:svgBlip xmlns:asvg="http://schemas.microsoft.com/office/drawing/2016/SVG/main" r:embed="rId5"/>
                </a:ext>
              </a:extLst>
            </a:blip>
            <a:stretch>
              <a:fillRect/>
            </a:stretch>
          </a:blipFill>
        </p:spPr>
        <p:txBody>
          <a:bodyPr lIns="0" tIns="0" rIns="0" bIns="731520" anchor="ctr" anchorCtr="0">
            <a:noAutofit/>
          </a:bodyPr>
          <a:lstStyle>
            <a:lvl1pPr marL="0" indent="0" algn="ctr">
              <a:lnSpc>
                <a:spcPct val="100000"/>
              </a:lnSpc>
              <a:buNone/>
              <a:defRPr lang="en-US" sz="700" b="0" i="0" kern="1200" spc="0" baseline="0" dirty="0">
                <a:solidFill>
                  <a:schemeClr val="bg1"/>
                </a:solidFill>
                <a:latin typeface="+mn-lt"/>
                <a:ea typeface="+mn-ea"/>
                <a:cs typeface="Segoe Sans Small" pitchFamily="2" charset="0"/>
              </a:defRPr>
            </a:lvl1pPr>
          </a:lstStyle>
          <a:p>
            <a:r>
              <a:rPr lang="en-US"/>
              <a:t>Dag &amp; drop your photo here </a:t>
            </a:r>
            <a:br>
              <a:rPr lang="en-US"/>
            </a:br>
            <a:r>
              <a:rPr lang="en-US"/>
              <a:t>or click or tap icon below to insert</a:t>
            </a:r>
          </a:p>
        </p:txBody>
      </p:sp>
      <p:sp>
        <p:nvSpPr>
          <p:cNvPr id="16" name="TextBox 15">
            <a:extLst>
              <a:ext uri="{FF2B5EF4-FFF2-40B4-BE49-F238E27FC236}">
                <a16:creationId xmlns:a16="http://schemas.microsoft.com/office/drawing/2014/main" id="{5CF56B00-AAD4-4F4F-8228-B6CF8367DE0D}"/>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b="0" i="0">
                <a:solidFill>
                  <a:srgbClr val="A3A3A3"/>
                </a:solidFill>
                <a:latin typeface="Segoe UI" panose="020B0502040204020203" pitchFamily="34" charset="0"/>
              </a:rPr>
              <a:t>ELT layout</a:t>
            </a:r>
          </a:p>
        </p:txBody>
      </p:sp>
    </p:spTree>
    <p:extLst>
      <p:ext uri="{BB962C8B-B14F-4D97-AF65-F5344CB8AC3E}">
        <p14:creationId xmlns:p14="http://schemas.microsoft.com/office/powerpoint/2010/main" val="1991869532"/>
      </p:ext>
    </p:extLst>
  </p:cSld>
  <p:clrMapOvr>
    <a:masterClrMapping/>
  </p:clrMapOvr>
  <p:transition>
    <p:fade/>
  </p:transition>
  <p:extLst>
    <p:ext uri="{DCECCB84-F9BA-43D5-87BE-67443E8EF086}">
      <p15:sldGuideLst xmlns:p15="http://schemas.microsoft.com/office/powerpoint/2012/main">
        <p15:guide id="3" orient="horz" pos="2993">
          <p15:clr>
            <a:srgbClr val="5ACBF0"/>
          </p15:clr>
        </p15:guide>
        <p15:guide id="4" orient="horz" pos="1276">
          <p15:clr>
            <a:srgbClr val="5ACBF0"/>
          </p15:clr>
        </p15:guide>
        <p15:guide id="5" orient="horz" pos="288">
          <p15:clr>
            <a:srgbClr val="5ACBF0"/>
          </p15:clr>
        </p15:guide>
        <p15:guide id="6" pos="1963">
          <p15:clr>
            <a:srgbClr val="5ACBF0"/>
          </p15:clr>
        </p15:guide>
        <p15:guide id="7" pos="2150">
          <p15:clr>
            <a:srgbClr val="5ACBF0"/>
          </p15:clr>
        </p15:guide>
        <p15:guide id="8" pos="3746">
          <p15:clr>
            <a:srgbClr val="5ACBF0"/>
          </p15:clr>
        </p15:guide>
        <p15:guide id="9" pos="3934">
          <p15:clr>
            <a:srgbClr val="5ACBF0"/>
          </p15:clr>
        </p15:guide>
        <p15:guide id="10" pos="5530">
          <p15:clr>
            <a:srgbClr val="5ACBF0"/>
          </p15:clr>
        </p15:guide>
        <p15:guide id="11" pos="5716">
          <p15:clr>
            <a:srgbClr val="5ACBF0"/>
          </p15:clr>
        </p15:guide>
        <p15:guide id="12" orient="horz" pos="2870">
          <p15:clr>
            <a:srgbClr val="5ACBF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Two Filmstrip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46CB2-4FDC-43D5-B122-6F27B3C827ED}"/>
              </a:ext>
            </a:extLst>
          </p:cNvPr>
          <p:cNvSpPr>
            <a:spLocks noGrp="1"/>
          </p:cNvSpPr>
          <p:nvPr>
            <p:ph type="title"/>
          </p:nvPr>
        </p:nvSpPr>
        <p:spPr>
          <a:xfrm>
            <a:off x="588263" y="866573"/>
            <a:ext cx="11018520" cy="553998"/>
          </a:xfrm>
        </p:spPr>
        <p:txBody>
          <a:bodyPr anchor="ctr"/>
          <a:lstStyle>
            <a:lvl1pPr algn="ctr">
              <a:defRPr>
                <a:latin typeface="+mj-lt"/>
              </a:defRPr>
            </a:lvl1pPr>
          </a:lstStyle>
          <a:p>
            <a:r>
              <a:rPr lang="en-US"/>
              <a:t>Click to edit Master title style</a:t>
            </a:r>
          </a:p>
        </p:txBody>
      </p:sp>
      <p:sp>
        <p:nvSpPr>
          <p:cNvPr id="12" name="Text Placeholder 3">
            <a:extLst>
              <a:ext uri="{FF2B5EF4-FFF2-40B4-BE49-F238E27FC236}">
                <a16:creationId xmlns:a16="http://schemas.microsoft.com/office/drawing/2014/main" id="{9244E618-D996-41A6-8C9D-0C3519EA7A6F}"/>
              </a:ext>
            </a:extLst>
          </p:cNvPr>
          <p:cNvSpPr>
            <a:spLocks noGrp="1"/>
          </p:cNvSpPr>
          <p:nvPr>
            <p:ph type="body" sz="quarter" idx="16"/>
          </p:nvPr>
        </p:nvSpPr>
        <p:spPr>
          <a:xfrm>
            <a:off x="585216" y="5334000"/>
            <a:ext cx="4892040" cy="276999"/>
          </a:xfrm>
        </p:spPr>
        <p:txBody>
          <a:bodyPr/>
          <a:lstStyle>
            <a:lvl1pPr marL="0" indent="0" algn="ctr">
              <a:spcBef>
                <a:spcPts val="0"/>
              </a:spcBef>
              <a:buNone/>
              <a:defRPr lang="en-US" sz="1800" b="0" i="0" kern="1200" spc="0" baseline="0" dirty="0">
                <a:solidFill>
                  <a:schemeClr val="tx1"/>
                </a:solidFill>
                <a:latin typeface="+mn-lt"/>
                <a:ea typeface="+mn-ea"/>
                <a:cs typeface="Segoe UI" panose="020B0502040204020203" pitchFamily="34" charset="0"/>
              </a:defRPr>
            </a:lvl1pPr>
          </a:lstStyle>
          <a:p>
            <a:pPr marL="0" marR="0" lvl="0" indent="0" algn="ctr"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Master text styles</a:t>
            </a:r>
          </a:p>
        </p:txBody>
      </p:sp>
      <p:sp>
        <p:nvSpPr>
          <p:cNvPr id="13" name="Picture Placeholder" descr="This photo is a 'placeholder' only. Drag or drop your photo here, or click and tap the center to insert a photo.">
            <a:extLst>
              <a:ext uri="{FF2B5EF4-FFF2-40B4-BE49-F238E27FC236}">
                <a16:creationId xmlns:a16="http://schemas.microsoft.com/office/drawing/2014/main" id="{8B32544F-F93C-4713-86AD-641424F4A7B9}"/>
              </a:ext>
            </a:extLst>
          </p:cNvPr>
          <p:cNvSpPr>
            <a:spLocks noGrp="1"/>
          </p:cNvSpPr>
          <p:nvPr>
            <p:ph type="pic" sz="quarter" idx="13" hasCustomPrompt="1"/>
          </p:nvPr>
        </p:nvSpPr>
        <p:spPr bwMode="ltGray">
          <a:xfrm>
            <a:off x="0" y="2286000"/>
            <a:ext cx="6062472" cy="2807208"/>
          </a:xfrm>
          <a:solidFill>
            <a:schemeClr val="bg2"/>
          </a:solidFill>
        </p:spPr>
        <p:txBody>
          <a:bodyPr lIns="0" tIns="0" rIns="0" bIns="731520" anchor="ctr" anchorCtr="0">
            <a:noAutofit/>
          </a:bodyPr>
          <a:lstStyle>
            <a:lvl1pPr marL="0" indent="0" algn="ctr">
              <a:lnSpc>
                <a:spcPct val="100000"/>
              </a:lnSpc>
              <a:buNone/>
              <a:defRPr lang="en-US" sz="1000" b="0" i="0" kern="1200" spc="0" baseline="0" dirty="0">
                <a:solidFill>
                  <a:schemeClr val="tx1"/>
                </a:solidFill>
                <a:latin typeface="+mn-lt"/>
                <a:ea typeface="+mn-ea"/>
                <a:cs typeface="Segoe Sans Small" pitchFamily="2" charset="0"/>
              </a:defRPr>
            </a:lvl1pPr>
          </a:lstStyle>
          <a:p>
            <a:r>
              <a:rPr lang="en-US"/>
              <a:t>Drag &amp; drop your photo here </a:t>
            </a:r>
            <a:br>
              <a:rPr lang="en-US"/>
            </a:br>
            <a:r>
              <a:rPr lang="en-US"/>
              <a:t>or click or tap icon below to insert</a:t>
            </a:r>
          </a:p>
        </p:txBody>
      </p:sp>
      <p:sp>
        <p:nvSpPr>
          <p:cNvPr id="14" name="Text Placeholder 3">
            <a:extLst>
              <a:ext uri="{FF2B5EF4-FFF2-40B4-BE49-F238E27FC236}">
                <a16:creationId xmlns:a16="http://schemas.microsoft.com/office/drawing/2014/main" id="{9E4C32BD-CEF7-42AC-94D8-052EF30E2361}"/>
              </a:ext>
            </a:extLst>
          </p:cNvPr>
          <p:cNvSpPr>
            <a:spLocks noGrp="1"/>
          </p:cNvSpPr>
          <p:nvPr>
            <p:ph type="body" sz="quarter" idx="17"/>
          </p:nvPr>
        </p:nvSpPr>
        <p:spPr>
          <a:xfrm>
            <a:off x="6714744" y="5334000"/>
            <a:ext cx="4892040" cy="276999"/>
          </a:xfrm>
        </p:spPr>
        <p:txBody>
          <a:bodyPr/>
          <a:lstStyle>
            <a:lvl1pPr marL="0" indent="0" algn="ctr">
              <a:spcBef>
                <a:spcPts val="0"/>
              </a:spcBef>
              <a:buNone/>
              <a:defRPr sz="1800" b="0" i="0">
                <a:latin typeface="+mn-lt"/>
              </a:defRPr>
            </a:lvl1pPr>
          </a:lstStyle>
          <a:p>
            <a:pPr lvl="0"/>
            <a:r>
              <a:rPr lang="en-US"/>
              <a:t>Click to edit Master text styles</a:t>
            </a:r>
          </a:p>
        </p:txBody>
      </p:sp>
      <p:sp>
        <p:nvSpPr>
          <p:cNvPr id="15" name="Picture Placeholder" descr="This photo is a 'placeholder' only. Drag or drop your photo here, or click and tap the center to insert a photo.">
            <a:extLst>
              <a:ext uri="{FF2B5EF4-FFF2-40B4-BE49-F238E27FC236}">
                <a16:creationId xmlns:a16="http://schemas.microsoft.com/office/drawing/2014/main" id="{E25EC377-3BC6-40D8-AECB-4FEB302014CD}"/>
              </a:ext>
            </a:extLst>
          </p:cNvPr>
          <p:cNvSpPr>
            <a:spLocks noGrp="1"/>
          </p:cNvSpPr>
          <p:nvPr>
            <p:ph type="pic" sz="quarter" idx="14" hasCustomPrompt="1"/>
          </p:nvPr>
        </p:nvSpPr>
        <p:spPr bwMode="ltGray">
          <a:xfrm>
            <a:off x="6129528" y="2286000"/>
            <a:ext cx="6062472" cy="2807208"/>
          </a:xfrm>
          <a:solidFill>
            <a:schemeClr val="bg2"/>
          </a:solidFill>
        </p:spPr>
        <p:txBody>
          <a:bodyPr lIns="0" tIns="0" rIns="0" bIns="731520" anchor="ctr" anchorCtr="0">
            <a:noAutofit/>
          </a:bodyPr>
          <a:lstStyle>
            <a:lvl1pPr marL="0" indent="0" algn="ctr">
              <a:lnSpc>
                <a:spcPct val="100000"/>
              </a:lnSpc>
              <a:buNone/>
              <a:defRPr lang="en-US" sz="1000" b="0" i="0" kern="1200" spc="0" baseline="0" dirty="0">
                <a:solidFill>
                  <a:schemeClr val="tx1"/>
                </a:solidFill>
                <a:latin typeface="+mn-lt"/>
                <a:ea typeface="+mn-ea"/>
                <a:cs typeface="Segoe Sans Small" pitchFamily="2" charset="0"/>
              </a:defRPr>
            </a:lvl1pPr>
          </a:lstStyle>
          <a:p>
            <a:r>
              <a:rPr lang="en-US"/>
              <a:t>Drag &amp; drop your photo here </a:t>
            </a:r>
            <a:br>
              <a:rPr lang="en-US"/>
            </a:br>
            <a:r>
              <a:rPr lang="en-US"/>
              <a:t>or click or tap icon below to insert</a:t>
            </a:r>
          </a:p>
        </p:txBody>
      </p:sp>
      <p:sp>
        <p:nvSpPr>
          <p:cNvPr id="4" name="TextBox 3">
            <a:extLst>
              <a:ext uri="{FF2B5EF4-FFF2-40B4-BE49-F238E27FC236}">
                <a16:creationId xmlns:a16="http://schemas.microsoft.com/office/drawing/2014/main" id="{6AAE597A-BE1E-6B1F-960D-A90DC95443AC}"/>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b="0" i="0">
                <a:solidFill>
                  <a:srgbClr val="A3A3A3"/>
                </a:solidFill>
                <a:latin typeface="Segoe UI" panose="020B0502040204020203" pitchFamily="34" charset="0"/>
              </a:rPr>
              <a:t>ELT layout</a:t>
            </a:r>
          </a:p>
        </p:txBody>
      </p:sp>
    </p:spTree>
    <p:extLst>
      <p:ext uri="{BB962C8B-B14F-4D97-AF65-F5344CB8AC3E}">
        <p14:creationId xmlns:p14="http://schemas.microsoft.com/office/powerpoint/2010/main" val="4166138305"/>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1440">
          <p15:clr>
            <a:srgbClr val="5ACBF0"/>
          </p15:clr>
        </p15:guide>
        <p15:guide id="4" orient="horz" pos="3209">
          <p15:clr>
            <a:srgbClr val="5ACBF0"/>
          </p15:clr>
        </p15:guide>
        <p15:guide id="5" pos="3826">
          <p15:clr>
            <a:srgbClr val="5ACBF0"/>
          </p15:clr>
        </p15:guide>
        <p15:guide id="6" pos="3859">
          <p15:clr>
            <a:srgbClr val="5ACBF0"/>
          </p15:clr>
        </p15:guide>
        <p15:guide id="11" pos="1910">
          <p15:clr>
            <a:srgbClr val="5ACBF0"/>
          </p15:clr>
        </p15:guide>
        <p15:guide id="12" pos="5770">
          <p15:clr>
            <a:srgbClr val="5ACBF0"/>
          </p15:clr>
        </p15:guide>
        <p15:guide id="13" orient="horz" pos="3360">
          <p15:clr>
            <a:srgbClr val="5ACBF0"/>
          </p15:clr>
        </p15:guide>
        <p15:guide id="14" orient="horz">
          <p15:clr>
            <a:srgbClr val="5ACBF0"/>
          </p15:clr>
        </p15:guide>
        <p15:guide id="15" pos="3451">
          <p15:clr>
            <a:srgbClr val="5ACBF0"/>
          </p15:clr>
        </p15:guide>
        <p15:guide id="16" pos="4229">
          <p15:clr>
            <a:srgbClr val="5ACBF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Three Filmstrip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46CB2-4FDC-43D5-B122-6F27B3C827ED}"/>
              </a:ext>
            </a:extLst>
          </p:cNvPr>
          <p:cNvSpPr>
            <a:spLocks noGrp="1"/>
          </p:cNvSpPr>
          <p:nvPr>
            <p:ph type="title"/>
          </p:nvPr>
        </p:nvSpPr>
        <p:spPr>
          <a:xfrm>
            <a:off x="588263" y="585787"/>
            <a:ext cx="11018520" cy="1115568"/>
          </a:xfrm>
        </p:spPr>
        <p:txBody>
          <a:bodyPr anchor="ctr"/>
          <a:lstStyle>
            <a:lvl1pPr algn="ctr">
              <a:defRPr/>
            </a:lvl1pPr>
          </a:lstStyle>
          <a:p>
            <a:r>
              <a:rPr lang="en-US"/>
              <a:t>Click to edit Master title style</a:t>
            </a:r>
          </a:p>
        </p:txBody>
      </p:sp>
      <p:sp>
        <p:nvSpPr>
          <p:cNvPr id="12" name="Text Placeholder 3">
            <a:extLst>
              <a:ext uri="{FF2B5EF4-FFF2-40B4-BE49-F238E27FC236}">
                <a16:creationId xmlns:a16="http://schemas.microsoft.com/office/drawing/2014/main" id="{9244E618-D996-41A6-8C9D-0C3519EA7A6F}"/>
              </a:ext>
            </a:extLst>
          </p:cNvPr>
          <p:cNvSpPr>
            <a:spLocks noGrp="1"/>
          </p:cNvSpPr>
          <p:nvPr>
            <p:ph type="body" sz="quarter" idx="16"/>
          </p:nvPr>
        </p:nvSpPr>
        <p:spPr>
          <a:xfrm>
            <a:off x="585216" y="4800600"/>
            <a:ext cx="2852928" cy="553998"/>
          </a:xfrm>
        </p:spPr>
        <p:txBody>
          <a:bodyPr/>
          <a:lstStyle>
            <a:lvl1pPr marL="0" indent="0" algn="ctr">
              <a:spcBef>
                <a:spcPts val="0"/>
              </a:spcBef>
              <a:buNone/>
              <a:defRPr sz="1800" b="0" i="0">
                <a:latin typeface="+mn-lt"/>
              </a:defRPr>
            </a:lvl1pPr>
          </a:lstStyle>
          <a:p>
            <a:pPr lvl="0"/>
            <a:r>
              <a:rPr lang="en-US"/>
              <a:t>Click to edit Master text styles</a:t>
            </a:r>
          </a:p>
        </p:txBody>
      </p:sp>
      <p:sp>
        <p:nvSpPr>
          <p:cNvPr id="13" name="Picture Placeholder" descr="This photo is a 'placeholder' only. Drag or drop your photo here, or click and tap the center to insert a photo.">
            <a:extLst>
              <a:ext uri="{FF2B5EF4-FFF2-40B4-BE49-F238E27FC236}">
                <a16:creationId xmlns:a16="http://schemas.microsoft.com/office/drawing/2014/main" id="{8B32544F-F93C-4713-86AD-641424F4A7B9}"/>
              </a:ext>
            </a:extLst>
          </p:cNvPr>
          <p:cNvSpPr>
            <a:spLocks noGrp="1"/>
          </p:cNvSpPr>
          <p:nvPr>
            <p:ph type="pic" sz="quarter" idx="13" hasCustomPrompt="1"/>
          </p:nvPr>
        </p:nvSpPr>
        <p:spPr bwMode="ltGray">
          <a:xfrm>
            <a:off x="0" y="2286000"/>
            <a:ext cx="4023360" cy="2286000"/>
          </a:xfrm>
          <a:solidFill>
            <a:schemeClr val="bg2"/>
          </a:solidFill>
        </p:spPr>
        <p:txBody>
          <a:bodyPr lIns="0" tIns="0" rIns="0" bIns="731520" anchor="ctr" anchorCtr="0">
            <a:noAutofit/>
          </a:bodyPr>
          <a:lstStyle>
            <a:lvl1pPr marL="0" indent="0" algn="ctr">
              <a:lnSpc>
                <a:spcPct val="100000"/>
              </a:lnSpc>
              <a:buNone/>
              <a:defRPr lang="en-US" sz="1000" b="0" i="0" kern="1200" spc="0" baseline="0" dirty="0">
                <a:solidFill>
                  <a:schemeClr val="tx1"/>
                </a:solidFill>
                <a:latin typeface="+mn-lt"/>
                <a:ea typeface="+mn-ea"/>
                <a:cs typeface="Segoe Sans Small" pitchFamily="2" charset="0"/>
              </a:defRPr>
            </a:lvl1pPr>
          </a:lstStyle>
          <a:p>
            <a:r>
              <a:rPr lang="en-US"/>
              <a:t>Drag &amp; drop your photo here </a:t>
            </a:r>
            <a:br>
              <a:rPr lang="en-US"/>
            </a:br>
            <a:r>
              <a:rPr lang="en-US"/>
              <a:t>or click or tap icon below to insert</a:t>
            </a:r>
          </a:p>
        </p:txBody>
      </p:sp>
      <p:sp>
        <p:nvSpPr>
          <p:cNvPr id="14" name="Text Placeholder 3">
            <a:extLst>
              <a:ext uri="{FF2B5EF4-FFF2-40B4-BE49-F238E27FC236}">
                <a16:creationId xmlns:a16="http://schemas.microsoft.com/office/drawing/2014/main" id="{9E4C32BD-CEF7-42AC-94D8-052EF30E2361}"/>
              </a:ext>
            </a:extLst>
          </p:cNvPr>
          <p:cNvSpPr>
            <a:spLocks noGrp="1"/>
          </p:cNvSpPr>
          <p:nvPr>
            <p:ph type="body" sz="quarter" idx="17"/>
          </p:nvPr>
        </p:nvSpPr>
        <p:spPr>
          <a:xfrm>
            <a:off x="4669536" y="4799409"/>
            <a:ext cx="2852928" cy="553998"/>
          </a:xfrm>
        </p:spPr>
        <p:txBody>
          <a:bodyPr/>
          <a:lstStyle>
            <a:lvl1pPr marL="0" indent="0" algn="ctr">
              <a:spcBef>
                <a:spcPts val="0"/>
              </a:spcBef>
              <a:buNone/>
              <a:defRPr lang="en-US" sz="1800" b="0" i="0" kern="1200" spc="0" baseline="0" dirty="0">
                <a:solidFill>
                  <a:schemeClr val="tx1"/>
                </a:solidFill>
                <a:latin typeface="+mn-lt"/>
                <a:ea typeface="+mn-ea"/>
                <a:cs typeface="Segoe UI" panose="020B0502040204020203" pitchFamily="34" charset="0"/>
              </a:defRPr>
            </a:lvl1pPr>
          </a:lstStyle>
          <a:p>
            <a:pPr marL="0" marR="0" lvl="0" indent="0" algn="ctr"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Master text styles</a:t>
            </a:r>
          </a:p>
        </p:txBody>
      </p:sp>
      <p:sp>
        <p:nvSpPr>
          <p:cNvPr id="15" name="Picture Placeholder" descr="This photo is a 'placeholder' only. Drag or drop your photo here, or click and tap the center to insert a photo.">
            <a:extLst>
              <a:ext uri="{FF2B5EF4-FFF2-40B4-BE49-F238E27FC236}">
                <a16:creationId xmlns:a16="http://schemas.microsoft.com/office/drawing/2014/main" id="{E25EC377-3BC6-40D8-AECB-4FEB302014CD}"/>
              </a:ext>
            </a:extLst>
          </p:cNvPr>
          <p:cNvSpPr>
            <a:spLocks noGrp="1"/>
          </p:cNvSpPr>
          <p:nvPr>
            <p:ph type="pic" sz="quarter" idx="14" hasCustomPrompt="1"/>
          </p:nvPr>
        </p:nvSpPr>
        <p:spPr bwMode="ltGray">
          <a:xfrm>
            <a:off x="4084320" y="2286000"/>
            <a:ext cx="4023360" cy="2286000"/>
          </a:xfrm>
          <a:solidFill>
            <a:schemeClr val="bg2"/>
          </a:solidFill>
        </p:spPr>
        <p:txBody>
          <a:bodyPr lIns="0" tIns="0" rIns="0" bIns="731520" anchor="ctr" anchorCtr="0">
            <a:noAutofit/>
          </a:bodyPr>
          <a:lstStyle>
            <a:lvl1pPr marL="0" indent="0" algn="ctr">
              <a:lnSpc>
                <a:spcPct val="100000"/>
              </a:lnSpc>
              <a:buNone/>
              <a:defRPr lang="en-US" sz="1000" b="0" i="0" kern="1200" spc="0" baseline="0" dirty="0">
                <a:solidFill>
                  <a:schemeClr val="tx1"/>
                </a:solidFill>
                <a:latin typeface="+mn-lt"/>
                <a:ea typeface="+mn-ea"/>
                <a:cs typeface="Segoe Sans Small" pitchFamily="2" charset="0"/>
              </a:defRPr>
            </a:lvl1pPr>
          </a:lstStyle>
          <a:p>
            <a:r>
              <a:rPr lang="en-US"/>
              <a:t>Drag &amp; drop your photo here </a:t>
            </a:r>
            <a:br>
              <a:rPr lang="en-US"/>
            </a:br>
            <a:r>
              <a:rPr lang="en-US"/>
              <a:t>or click or tap icon below to insert</a:t>
            </a:r>
          </a:p>
        </p:txBody>
      </p:sp>
      <p:sp>
        <p:nvSpPr>
          <p:cNvPr id="16" name="Text Placeholder 3">
            <a:extLst>
              <a:ext uri="{FF2B5EF4-FFF2-40B4-BE49-F238E27FC236}">
                <a16:creationId xmlns:a16="http://schemas.microsoft.com/office/drawing/2014/main" id="{D682B8EC-8F33-4730-BBE6-E8B7234C9C62}"/>
              </a:ext>
            </a:extLst>
          </p:cNvPr>
          <p:cNvSpPr>
            <a:spLocks noGrp="1"/>
          </p:cNvSpPr>
          <p:nvPr>
            <p:ph type="body" sz="quarter" idx="18"/>
          </p:nvPr>
        </p:nvSpPr>
        <p:spPr>
          <a:xfrm>
            <a:off x="8753856" y="4799410"/>
            <a:ext cx="2852928" cy="553998"/>
          </a:xfrm>
        </p:spPr>
        <p:txBody>
          <a:bodyPr/>
          <a:lstStyle>
            <a:lvl1pPr marL="0" indent="0" algn="ctr">
              <a:spcBef>
                <a:spcPts val="0"/>
              </a:spcBef>
              <a:buNone/>
              <a:defRPr lang="en-US" sz="1800" b="0" i="0" kern="1200" spc="0" baseline="0" dirty="0">
                <a:solidFill>
                  <a:schemeClr val="tx1"/>
                </a:solidFill>
                <a:latin typeface="+mn-lt"/>
                <a:ea typeface="+mn-ea"/>
                <a:cs typeface="Segoe UI" panose="020B0502040204020203" pitchFamily="34" charset="0"/>
              </a:defRPr>
            </a:lvl1pPr>
          </a:lstStyle>
          <a:p>
            <a:pPr marL="0" marR="0" lvl="0" indent="0" algn="ctr"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7DB5F15A-5980-40FF-9D54-3FDE41D604AE}"/>
              </a:ext>
            </a:extLst>
          </p:cNvPr>
          <p:cNvSpPr>
            <a:spLocks noGrp="1"/>
          </p:cNvSpPr>
          <p:nvPr>
            <p:ph type="pic" sz="quarter" idx="15" hasCustomPrompt="1"/>
          </p:nvPr>
        </p:nvSpPr>
        <p:spPr bwMode="ltGray">
          <a:xfrm>
            <a:off x="8168640" y="2286000"/>
            <a:ext cx="4023360" cy="2286000"/>
          </a:xfrm>
          <a:solidFill>
            <a:schemeClr val="bg2"/>
          </a:solidFill>
        </p:spPr>
        <p:txBody>
          <a:bodyPr lIns="0" tIns="0" rIns="0" bIns="731520" anchor="ctr" anchorCtr="0">
            <a:noAutofit/>
          </a:bodyPr>
          <a:lstStyle>
            <a:lvl1pPr marL="0" indent="0" algn="ctr">
              <a:lnSpc>
                <a:spcPct val="100000"/>
              </a:lnSpc>
              <a:buNone/>
              <a:defRPr lang="en-US" sz="1000" b="0" i="0" kern="1200" spc="0" baseline="0" dirty="0">
                <a:solidFill>
                  <a:schemeClr val="tx1"/>
                </a:solidFill>
                <a:latin typeface="+mn-lt"/>
                <a:ea typeface="+mn-ea"/>
                <a:cs typeface="Segoe Sans Small" pitchFamily="2" charset="0"/>
              </a:defRPr>
            </a:lvl1pPr>
          </a:lstStyle>
          <a:p>
            <a:r>
              <a:rPr lang="en-US"/>
              <a:t>Drag &amp; drop your photo here </a:t>
            </a:r>
            <a:br>
              <a:rPr lang="en-US"/>
            </a:br>
            <a:r>
              <a:rPr lang="en-US"/>
              <a:t>or click or tap icon below to insert</a:t>
            </a:r>
          </a:p>
        </p:txBody>
      </p:sp>
      <p:sp>
        <p:nvSpPr>
          <p:cNvPr id="3" name="TextBox 2">
            <a:extLst>
              <a:ext uri="{FF2B5EF4-FFF2-40B4-BE49-F238E27FC236}">
                <a16:creationId xmlns:a16="http://schemas.microsoft.com/office/drawing/2014/main" id="{42B999C7-F5A8-46A6-92C5-AA3BE4E2693D}"/>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b="0" i="0">
                <a:solidFill>
                  <a:srgbClr val="A3A3A3"/>
                </a:solidFill>
                <a:latin typeface="Segoe UI" panose="020B0502040204020203" pitchFamily="34" charset="0"/>
              </a:rPr>
              <a:t>ELT layout</a:t>
            </a:r>
          </a:p>
        </p:txBody>
      </p:sp>
    </p:spTree>
    <p:extLst>
      <p:ext uri="{BB962C8B-B14F-4D97-AF65-F5344CB8AC3E}">
        <p14:creationId xmlns:p14="http://schemas.microsoft.com/office/powerpoint/2010/main" val="2736824570"/>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1440">
          <p15:clr>
            <a:srgbClr val="5ACBF0"/>
          </p15:clr>
        </p15:guide>
        <p15:guide id="3" orient="horz" pos="2880">
          <p15:clr>
            <a:srgbClr val="5ACBF0"/>
          </p15:clr>
        </p15:guide>
        <p15:guide id="4" orient="horz" pos="3024">
          <p15:clr>
            <a:srgbClr val="5ACBF0"/>
          </p15:clr>
        </p15:guide>
        <p15:guide id="5" pos="2534">
          <p15:clr>
            <a:srgbClr val="5ACBF0"/>
          </p15:clr>
        </p15:guide>
        <p15:guide id="6" pos="2573">
          <p15:clr>
            <a:srgbClr val="5ACBF0"/>
          </p15:clr>
        </p15:guide>
        <p15:guide id="8" pos="5109">
          <p15:clr>
            <a:srgbClr val="5ACBF0"/>
          </p15:clr>
        </p15:guide>
        <p15:guide id="9" pos="5145">
          <p15:clr>
            <a:srgbClr val="5ACBF0"/>
          </p15:clr>
        </p15:guide>
        <p15:guide id="11" pos="1266">
          <p15:clr>
            <a:srgbClr val="5ACBF0"/>
          </p15:clr>
        </p15:guide>
        <p15:guide id="12" pos="3840">
          <p15:clr>
            <a:srgbClr val="5ACBF0"/>
          </p15:clr>
        </p15:guide>
        <p15:guide id="13" pos="6414">
          <p15:clr>
            <a:srgbClr val="5ACBF0"/>
          </p15:clr>
        </p15:guide>
        <p15:guide id="14" orient="horz" pos="1074">
          <p15:clr>
            <a:srgbClr val="5ACBF0"/>
          </p15:clr>
        </p15:guide>
        <p15:guide id="15" pos="2168">
          <p15:clr>
            <a:srgbClr val="5ACBF0"/>
          </p15:clr>
        </p15:guide>
        <p15:guide id="16" pos="2944">
          <p15:clr>
            <a:srgbClr val="5ACBF0"/>
          </p15:clr>
        </p15:guide>
        <p15:guide id="17" pos="4738">
          <p15:clr>
            <a:srgbClr val="5ACBF0"/>
          </p15:clr>
        </p15:guide>
        <p15:guide id="18" pos="5514">
          <p15:clr>
            <a:srgbClr val="5ACBF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Four Filmstrip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46CB2-4FDC-43D5-B122-6F27B3C827ED}"/>
              </a:ext>
            </a:extLst>
          </p:cNvPr>
          <p:cNvSpPr>
            <a:spLocks noGrp="1"/>
          </p:cNvSpPr>
          <p:nvPr>
            <p:ph type="title"/>
          </p:nvPr>
        </p:nvSpPr>
        <p:spPr>
          <a:xfrm>
            <a:off x="588263" y="585788"/>
            <a:ext cx="11018520" cy="1115568"/>
          </a:xfrm>
        </p:spPr>
        <p:txBody>
          <a:bodyPr anchor="ctr"/>
          <a:lstStyle>
            <a:lvl1pPr algn="ctr">
              <a:defRPr/>
            </a:lvl1pPr>
          </a:lstStyle>
          <a:p>
            <a:r>
              <a:rPr lang="en-US"/>
              <a:t>Click to edit Master title style</a:t>
            </a:r>
          </a:p>
        </p:txBody>
      </p:sp>
      <p:sp>
        <p:nvSpPr>
          <p:cNvPr id="12" name="Text Placeholder 3">
            <a:extLst>
              <a:ext uri="{FF2B5EF4-FFF2-40B4-BE49-F238E27FC236}">
                <a16:creationId xmlns:a16="http://schemas.microsoft.com/office/drawing/2014/main" id="{9244E618-D996-41A6-8C9D-0C3519EA7A6F}"/>
              </a:ext>
            </a:extLst>
          </p:cNvPr>
          <p:cNvSpPr>
            <a:spLocks noGrp="1"/>
          </p:cNvSpPr>
          <p:nvPr>
            <p:ph type="body" sz="quarter" idx="16"/>
          </p:nvPr>
        </p:nvSpPr>
        <p:spPr>
          <a:xfrm>
            <a:off x="585216" y="4800600"/>
            <a:ext cx="1828800" cy="553998"/>
          </a:xfrm>
        </p:spPr>
        <p:txBody>
          <a:bodyPr/>
          <a:lstStyle>
            <a:lvl1pPr marL="0" indent="0" algn="ctr">
              <a:spcBef>
                <a:spcPts val="0"/>
              </a:spcBef>
              <a:buNone/>
              <a:defRPr sz="1800" b="0" i="0">
                <a:latin typeface="+mn-lt"/>
              </a:defRPr>
            </a:lvl1pPr>
          </a:lstStyle>
          <a:p>
            <a:pPr lvl="0"/>
            <a:r>
              <a:rPr lang="en-US"/>
              <a:t>Click to edit Master text styles</a:t>
            </a:r>
          </a:p>
        </p:txBody>
      </p:sp>
      <p:sp>
        <p:nvSpPr>
          <p:cNvPr id="13" name="Picture Placeholder" descr="This photo is a 'placeholder' only. Drag or drop your photo here, or click and tap the center to insert a photo.">
            <a:extLst>
              <a:ext uri="{FF2B5EF4-FFF2-40B4-BE49-F238E27FC236}">
                <a16:creationId xmlns:a16="http://schemas.microsoft.com/office/drawing/2014/main" id="{8B32544F-F93C-4713-86AD-641424F4A7B9}"/>
              </a:ext>
            </a:extLst>
          </p:cNvPr>
          <p:cNvSpPr>
            <a:spLocks noGrp="1"/>
          </p:cNvSpPr>
          <p:nvPr>
            <p:ph type="pic" sz="quarter" idx="13" hasCustomPrompt="1"/>
          </p:nvPr>
        </p:nvSpPr>
        <p:spPr bwMode="ltGray">
          <a:xfrm>
            <a:off x="0" y="2286000"/>
            <a:ext cx="2999232" cy="2286000"/>
          </a:xfrm>
          <a:solidFill>
            <a:schemeClr val="bg2"/>
          </a:solidFill>
        </p:spPr>
        <p:txBody>
          <a:bodyPr lIns="0" tIns="0" rIns="0" bIns="731520" anchor="ctr" anchorCtr="0">
            <a:noAutofit/>
          </a:bodyPr>
          <a:lstStyle>
            <a:lvl1pPr marL="0" indent="0" algn="ctr">
              <a:lnSpc>
                <a:spcPct val="100000"/>
              </a:lnSpc>
              <a:buNone/>
              <a:defRPr lang="en-US" sz="1000" b="0" i="0" kern="1200" spc="0" baseline="0" dirty="0">
                <a:solidFill>
                  <a:schemeClr val="tx1"/>
                </a:solidFill>
                <a:latin typeface="+mn-lt"/>
                <a:ea typeface="+mn-ea"/>
                <a:cs typeface="Segoe Sans Small" pitchFamily="2" charset="0"/>
              </a:defRPr>
            </a:lvl1pPr>
          </a:lstStyle>
          <a:p>
            <a:r>
              <a:rPr lang="en-US"/>
              <a:t>Drag &amp; drop your photo here </a:t>
            </a:r>
            <a:br>
              <a:rPr lang="en-US"/>
            </a:br>
            <a:r>
              <a:rPr lang="en-US"/>
              <a:t>or click or tap icon below to insert</a:t>
            </a:r>
          </a:p>
        </p:txBody>
      </p:sp>
      <p:sp>
        <p:nvSpPr>
          <p:cNvPr id="14" name="Text Placeholder 3">
            <a:extLst>
              <a:ext uri="{FF2B5EF4-FFF2-40B4-BE49-F238E27FC236}">
                <a16:creationId xmlns:a16="http://schemas.microsoft.com/office/drawing/2014/main" id="{9E4C32BD-CEF7-42AC-94D8-052EF30E2361}"/>
              </a:ext>
            </a:extLst>
          </p:cNvPr>
          <p:cNvSpPr>
            <a:spLocks noGrp="1"/>
          </p:cNvSpPr>
          <p:nvPr>
            <p:ph type="body" sz="quarter" idx="17"/>
          </p:nvPr>
        </p:nvSpPr>
        <p:spPr>
          <a:xfrm>
            <a:off x="3649472" y="4799409"/>
            <a:ext cx="1828800" cy="553998"/>
          </a:xfrm>
        </p:spPr>
        <p:txBody>
          <a:bodyPr/>
          <a:lstStyle>
            <a:lvl1pPr marL="0" indent="0" algn="ctr">
              <a:spcBef>
                <a:spcPts val="0"/>
              </a:spcBef>
              <a:buNone/>
              <a:defRPr lang="en-US" sz="1800" b="0" i="0" kern="1200" spc="0" baseline="0" dirty="0">
                <a:solidFill>
                  <a:schemeClr val="tx1"/>
                </a:solidFill>
                <a:latin typeface="+mn-lt"/>
                <a:ea typeface="+mn-ea"/>
                <a:cs typeface="Segoe UI" panose="020B0502040204020203" pitchFamily="34" charset="0"/>
              </a:defRPr>
            </a:lvl1pPr>
          </a:lstStyle>
          <a:p>
            <a:pPr marL="0" marR="0" lvl="0" indent="0" algn="ctr"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Master text styles</a:t>
            </a:r>
          </a:p>
        </p:txBody>
      </p:sp>
      <p:sp>
        <p:nvSpPr>
          <p:cNvPr id="15" name="Picture Placeholder" descr="This photo is a 'placeholder' only. Drag or drop your photo here, or click and tap the center to insert a photo.">
            <a:extLst>
              <a:ext uri="{FF2B5EF4-FFF2-40B4-BE49-F238E27FC236}">
                <a16:creationId xmlns:a16="http://schemas.microsoft.com/office/drawing/2014/main" id="{E25EC377-3BC6-40D8-AECB-4FEB302014CD}"/>
              </a:ext>
            </a:extLst>
          </p:cNvPr>
          <p:cNvSpPr>
            <a:spLocks noGrp="1"/>
          </p:cNvSpPr>
          <p:nvPr>
            <p:ph type="pic" sz="quarter" idx="14" hasCustomPrompt="1"/>
          </p:nvPr>
        </p:nvSpPr>
        <p:spPr bwMode="ltGray">
          <a:xfrm>
            <a:off x="3064256" y="2286000"/>
            <a:ext cx="2999232" cy="2286000"/>
          </a:xfrm>
          <a:solidFill>
            <a:schemeClr val="bg2"/>
          </a:solidFill>
        </p:spPr>
        <p:txBody>
          <a:bodyPr lIns="0" tIns="0" rIns="0" bIns="731520" anchor="ctr" anchorCtr="0">
            <a:noAutofit/>
          </a:bodyPr>
          <a:lstStyle>
            <a:lvl1pPr marL="0" indent="0" algn="ctr">
              <a:lnSpc>
                <a:spcPct val="100000"/>
              </a:lnSpc>
              <a:buNone/>
              <a:defRPr lang="en-US" sz="1000" b="0" i="0" kern="1200" spc="0" baseline="0" dirty="0">
                <a:solidFill>
                  <a:schemeClr val="tx1"/>
                </a:solidFill>
                <a:latin typeface="+mn-lt"/>
                <a:ea typeface="+mn-ea"/>
                <a:cs typeface="Segoe Sans Small" pitchFamily="2" charset="0"/>
              </a:defRPr>
            </a:lvl1pPr>
          </a:lstStyle>
          <a:p>
            <a:r>
              <a:rPr lang="en-US"/>
              <a:t>Drag &amp; drop your photo here </a:t>
            </a:r>
            <a:br>
              <a:rPr lang="en-US"/>
            </a:br>
            <a:r>
              <a:rPr lang="en-US"/>
              <a:t>or click or tap icon below to insert</a:t>
            </a:r>
          </a:p>
        </p:txBody>
      </p:sp>
      <p:sp>
        <p:nvSpPr>
          <p:cNvPr id="16" name="Text Placeholder 3">
            <a:extLst>
              <a:ext uri="{FF2B5EF4-FFF2-40B4-BE49-F238E27FC236}">
                <a16:creationId xmlns:a16="http://schemas.microsoft.com/office/drawing/2014/main" id="{D682B8EC-8F33-4730-BBE6-E8B7234C9C62}"/>
              </a:ext>
            </a:extLst>
          </p:cNvPr>
          <p:cNvSpPr>
            <a:spLocks noGrp="1"/>
          </p:cNvSpPr>
          <p:nvPr>
            <p:ph type="body" sz="quarter" idx="18"/>
          </p:nvPr>
        </p:nvSpPr>
        <p:spPr>
          <a:xfrm>
            <a:off x="6713728" y="4799410"/>
            <a:ext cx="1828800" cy="553998"/>
          </a:xfrm>
        </p:spPr>
        <p:txBody>
          <a:bodyPr/>
          <a:lstStyle>
            <a:lvl1pPr marL="0" indent="0" algn="ctr">
              <a:spcBef>
                <a:spcPts val="0"/>
              </a:spcBef>
              <a:buNone/>
              <a:defRPr lang="en-US" sz="1800" b="0" i="0" kern="1200" spc="0" baseline="0" dirty="0">
                <a:solidFill>
                  <a:schemeClr val="tx1"/>
                </a:solidFill>
                <a:latin typeface="+mn-lt"/>
                <a:ea typeface="+mn-ea"/>
                <a:cs typeface="Segoe UI" panose="020B0502040204020203" pitchFamily="34" charset="0"/>
              </a:defRPr>
            </a:lvl1pPr>
          </a:lstStyle>
          <a:p>
            <a:pPr marL="0" marR="0" lvl="0" indent="0" algn="ctr"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7DB5F15A-5980-40FF-9D54-3FDE41D604AE}"/>
              </a:ext>
            </a:extLst>
          </p:cNvPr>
          <p:cNvSpPr>
            <a:spLocks noGrp="1"/>
          </p:cNvSpPr>
          <p:nvPr>
            <p:ph type="pic" sz="quarter" idx="15" hasCustomPrompt="1"/>
          </p:nvPr>
        </p:nvSpPr>
        <p:spPr bwMode="ltGray">
          <a:xfrm>
            <a:off x="6128512" y="2286000"/>
            <a:ext cx="2999232" cy="2286000"/>
          </a:xfrm>
          <a:solidFill>
            <a:schemeClr val="bg2"/>
          </a:solidFill>
        </p:spPr>
        <p:txBody>
          <a:bodyPr lIns="0" tIns="0" rIns="0" bIns="731520" anchor="ctr" anchorCtr="0">
            <a:noAutofit/>
          </a:bodyPr>
          <a:lstStyle>
            <a:lvl1pPr marL="0" indent="0" algn="ctr">
              <a:lnSpc>
                <a:spcPct val="100000"/>
              </a:lnSpc>
              <a:buNone/>
              <a:defRPr lang="en-US" sz="1000" b="0" i="0" kern="1200" spc="0" baseline="0" dirty="0">
                <a:solidFill>
                  <a:schemeClr val="tx1"/>
                </a:solidFill>
                <a:latin typeface="+mn-lt"/>
                <a:ea typeface="+mn-ea"/>
                <a:cs typeface="Segoe Sans Small" pitchFamily="2" charset="0"/>
              </a:defRPr>
            </a:lvl1pPr>
          </a:lstStyle>
          <a:p>
            <a:r>
              <a:rPr lang="en-US"/>
              <a:t>Drag &amp; drop your photo here </a:t>
            </a:r>
            <a:br>
              <a:rPr lang="en-US"/>
            </a:br>
            <a:r>
              <a:rPr lang="en-US"/>
              <a:t>or click or tap icon below to insert</a:t>
            </a:r>
          </a:p>
        </p:txBody>
      </p:sp>
      <p:sp>
        <p:nvSpPr>
          <p:cNvPr id="18" name="Text Placeholder 3">
            <a:extLst>
              <a:ext uri="{FF2B5EF4-FFF2-40B4-BE49-F238E27FC236}">
                <a16:creationId xmlns:a16="http://schemas.microsoft.com/office/drawing/2014/main" id="{83564109-638C-44E2-AE84-46B44C29FD6C}"/>
              </a:ext>
            </a:extLst>
          </p:cNvPr>
          <p:cNvSpPr>
            <a:spLocks noGrp="1"/>
          </p:cNvSpPr>
          <p:nvPr>
            <p:ph type="body" sz="quarter" idx="20"/>
          </p:nvPr>
        </p:nvSpPr>
        <p:spPr>
          <a:xfrm>
            <a:off x="9777984" y="4799409"/>
            <a:ext cx="1828800" cy="553998"/>
          </a:xfrm>
        </p:spPr>
        <p:txBody>
          <a:bodyPr/>
          <a:lstStyle>
            <a:lvl1pPr marL="0" indent="0" algn="ctr">
              <a:spcBef>
                <a:spcPts val="0"/>
              </a:spcBef>
              <a:buNone/>
              <a:defRPr lang="en-US" sz="1800" b="0" i="0" kern="1200" spc="0" baseline="0" dirty="0">
                <a:solidFill>
                  <a:schemeClr val="tx1"/>
                </a:solidFill>
                <a:latin typeface="+mn-lt"/>
                <a:ea typeface="+mn-ea"/>
                <a:cs typeface="Segoe UI" panose="020B0502040204020203" pitchFamily="34" charset="0"/>
              </a:defRPr>
            </a:lvl1pPr>
          </a:lstStyle>
          <a:p>
            <a:pPr marL="0" marR="0" lvl="0" indent="0" algn="ctr"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Master text styles</a:t>
            </a:r>
          </a:p>
        </p:txBody>
      </p:sp>
      <p:sp>
        <p:nvSpPr>
          <p:cNvPr id="19" name="Picture Placeholder" descr="This photo is a 'placeholder' only. Drag or drop your photo here, or click and tap the center to insert a photo.">
            <a:extLst>
              <a:ext uri="{FF2B5EF4-FFF2-40B4-BE49-F238E27FC236}">
                <a16:creationId xmlns:a16="http://schemas.microsoft.com/office/drawing/2014/main" id="{713AAE36-2045-4D14-87DC-59D4EFCC1500}"/>
              </a:ext>
            </a:extLst>
          </p:cNvPr>
          <p:cNvSpPr>
            <a:spLocks noGrp="1"/>
          </p:cNvSpPr>
          <p:nvPr>
            <p:ph type="pic" sz="quarter" idx="19" hasCustomPrompt="1"/>
          </p:nvPr>
        </p:nvSpPr>
        <p:spPr bwMode="ltGray">
          <a:xfrm>
            <a:off x="9192768" y="2286000"/>
            <a:ext cx="2999232" cy="2286000"/>
          </a:xfrm>
          <a:solidFill>
            <a:schemeClr val="bg2"/>
          </a:solidFill>
        </p:spPr>
        <p:txBody>
          <a:bodyPr lIns="0" tIns="0" rIns="0" bIns="731520" anchor="ctr" anchorCtr="0">
            <a:noAutofit/>
          </a:bodyPr>
          <a:lstStyle>
            <a:lvl1pPr marL="0" indent="0" algn="ctr">
              <a:lnSpc>
                <a:spcPct val="100000"/>
              </a:lnSpc>
              <a:buNone/>
              <a:defRPr lang="en-US" sz="1000" b="0" i="0" kern="1200" spc="0" baseline="0" dirty="0">
                <a:solidFill>
                  <a:schemeClr val="tx1"/>
                </a:solidFill>
                <a:latin typeface="+mn-lt"/>
                <a:ea typeface="+mn-ea"/>
                <a:cs typeface="Segoe Sans Small" pitchFamily="2" charset="0"/>
              </a:defRPr>
            </a:lvl1pPr>
          </a:lstStyle>
          <a:p>
            <a:r>
              <a:rPr lang="en-US"/>
              <a:t>Drag &amp; drop your photo here </a:t>
            </a:r>
            <a:br>
              <a:rPr lang="en-US"/>
            </a:br>
            <a:r>
              <a:rPr lang="en-US"/>
              <a:t>or click or tap icon below to insert</a:t>
            </a:r>
          </a:p>
        </p:txBody>
      </p:sp>
      <p:sp>
        <p:nvSpPr>
          <p:cNvPr id="3" name="TextBox 2">
            <a:extLst>
              <a:ext uri="{FF2B5EF4-FFF2-40B4-BE49-F238E27FC236}">
                <a16:creationId xmlns:a16="http://schemas.microsoft.com/office/drawing/2014/main" id="{B2FE569B-F817-467C-8BAC-558CE9824DBA}"/>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b="0" i="0">
                <a:solidFill>
                  <a:srgbClr val="A3A3A3"/>
                </a:solidFill>
                <a:latin typeface="Segoe UI" panose="020B0502040204020203" pitchFamily="34" charset="0"/>
              </a:rPr>
              <a:t>ELT layout</a:t>
            </a:r>
          </a:p>
        </p:txBody>
      </p:sp>
    </p:spTree>
    <p:extLst>
      <p:ext uri="{BB962C8B-B14F-4D97-AF65-F5344CB8AC3E}">
        <p14:creationId xmlns:p14="http://schemas.microsoft.com/office/powerpoint/2010/main" val="38010186"/>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1440">
          <p15:clr>
            <a:srgbClr val="5ACBF0"/>
          </p15:clr>
        </p15:guide>
        <p15:guide id="3" orient="horz" pos="2880">
          <p15:clr>
            <a:srgbClr val="5ACBF0"/>
          </p15:clr>
        </p15:guide>
        <p15:guide id="4" orient="horz" pos="3024">
          <p15:clr>
            <a:srgbClr val="5ACBF0"/>
          </p15:clr>
        </p15:guide>
        <p15:guide id="5" pos="1890">
          <p15:clr>
            <a:srgbClr val="5ACBF0"/>
          </p15:clr>
        </p15:guide>
        <p15:guide id="6" pos="1930">
          <p15:clr>
            <a:srgbClr val="5ACBF0"/>
          </p15:clr>
        </p15:guide>
        <p15:guide id="7" pos="5749">
          <p15:clr>
            <a:srgbClr val="5ACBF0"/>
          </p15:clr>
        </p15:guide>
        <p15:guide id="8" pos="3820">
          <p15:clr>
            <a:srgbClr val="5ACBF0"/>
          </p15:clr>
        </p15:guide>
        <p15:guide id="9" pos="3860">
          <p15:clr>
            <a:srgbClr val="5ACBF0"/>
          </p15:clr>
        </p15:guide>
        <p15:guide id="10" pos="5789">
          <p15:clr>
            <a:srgbClr val="5ACBF0"/>
          </p15:clr>
        </p15:guide>
        <p15:guide id="11" pos="944">
          <p15:clr>
            <a:srgbClr val="5ACBF0"/>
          </p15:clr>
        </p15:guide>
        <p15:guide id="12" pos="2876">
          <p15:clr>
            <a:srgbClr val="5ACBF0"/>
          </p15:clr>
        </p15:guide>
        <p15:guide id="13" pos="4807">
          <p15:clr>
            <a:srgbClr val="5ACBF0"/>
          </p15:clr>
        </p15:guide>
        <p15:guide id="14" pos="6736">
          <p15:clr>
            <a:srgbClr val="5ACBF0"/>
          </p15:clr>
        </p15:guide>
        <p15:guide id="15" orient="horz">
          <p15:clr>
            <a:srgbClr val="5ACBF0"/>
          </p15:clr>
        </p15:guide>
        <p15:guide id="16" pos="1524">
          <p15:clr>
            <a:srgbClr val="5ACBF0"/>
          </p15:clr>
        </p15:guide>
        <p15:guide id="17" pos="2298">
          <p15:clr>
            <a:srgbClr val="5ACBF0"/>
          </p15:clr>
        </p15:guide>
        <p15:guide id="18" pos="3450">
          <p15:clr>
            <a:srgbClr val="5ACBF0"/>
          </p15:clr>
        </p15:guide>
        <p15:guide id="19" pos="4230">
          <p15:clr>
            <a:srgbClr val="5ACBF0"/>
          </p15:clr>
        </p15:guide>
        <p15:guide id="20" pos="5380">
          <p15:clr>
            <a:srgbClr val="5ACBF0"/>
          </p15:clr>
        </p15:guide>
        <p15:guide id="21" pos="6156">
          <p15:clr>
            <a:srgbClr val="5ACBF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Five Filmstrip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46CB2-4FDC-43D5-B122-6F27B3C827ED}"/>
              </a:ext>
            </a:extLst>
          </p:cNvPr>
          <p:cNvSpPr>
            <a:spLocks noGrp="1"/>
          </p:cNvSpPr>
          <p:nvPr>
            <p:ph type="title"/>
          </p:nvPr>
        </p:nvSpPr>
        <p:spPr>
          <a:xfrm>
            <a:off x="588263" y="585788"/>
            <a:ext cx="11018520" cy="1115568"/>
          </a:xfrm>
        </p:spPr>
        <p:txBody>
          <a:bodyPr anchor="ctr"/>
          <a:lstStyle>
            <a:lvl1pPr algn="ctr">
              <a:defRPr/>
            </a:lvl1pPr>
          </a:lstStyle>
          <a:p>
            <a:r>
              <a:rPr lang="en-US"/>
              <a:t>Click to edit Master title style</a:t>
            </a:r>
          </a:p>
        </p:txBody>
      </p:sp>
      <p:sp>
        <p:nvSpPr>
          <p:cNvPr id="12" name="Text Placeholder 3">
            <a:extLst>
              <a:ext uri="{FF2B5EF4-FFF2-40B4-BE49-F238E27FC236}">
                <a16:creationId xmlns:a16="http://schemas.microsoft.com/office/drawing/2014/main" id="{9244E618-D996-41A6-8C9D-0C3519EA7A6F}"/>
              </a:ext>
            </a:extLst>
          </p:cNvPr>
          <p:cNvSpPr>
            <a:spLocks noGrp="1"/>
          </p:cNvSpPr>
          <p:nvPr>
            <p:ph type="body" sz="quarter" idx="16"/>
          </p:nvPr>
        </p:nvSpPr>
        <p:spPr>
          <a:xfrm>
            <a:off x="292608" y="4800600"/>
            <a:ext cx="1801368" cy="553998"/>
          </a:xfrm>
        </p:spPr>
        <p:txBody>
          <a:bodyPr/>
          <a:lstStyle>
            <a:lvl1pPr marL="0" indent="0" algn="ctr">
              <a:spcBef>
                <a:spcPts val="0"/>
              </a:spcBef>
              <a:buNone/>
              <a:defRPr sz="1800" b="0" i="0">
                <a:latin typeface="+mn-lt"/>
              </a:defRPr>
            </a:lvl1pPr>
          </a:lstStyle>
          <a:p>
            <a:pPr lvl="0"/>
            <a:r>
              <a:rPr lang="en-US"/>
              <a:t>Click to edit Master text styles</a:t>
            </a:r>
          </a:p>
        </p:txBody>
      </p:sp>
      <p:sp>
        <p:nvSpPr>
          <p:cNvPr id="13" name="Picture Placeholder" descr="This photo is a 'placeholder' only. Drag or drop your photo here, or click and tap the center to insert a photo.">
            <a:extLst>
              <a:ext uri="{FF2B5EF4-FFF2-40B4-BE49-F238E27FC236}">
                <a16:creationId xmlns:a16="http://schemas.microsoft.com/office/drawing/2014/main" id="{8B32544F-F93C-4713-86AD-641424F4A7B9}"/>
              </a:ext>
            </a:extLst>
          </p:cNvPr>
          <p:cNvSpPr>
            <a:spLocks noGrp="1"/>
          </p:cNvSpPr>
          <p:nvPr>
            <p:ph type="pic" sz="quarter" idx="13" hasCustomPrompt="1"/>
          </p:nvPr>
        </p:nvSpPr>
        <p:spPr bwMode="ltGray">
          <a:xfrm>
            <a:off x="0" y="2286000"/>
            <a:ext cx="2386584" cy="2286000"/>
          </a:xfrm>
          <a:solidFill>
            <a:schemeClr val="bg2"/>
          </a:solidFill>
        </p:spPr>
        <p:txBody>
          <a:bodyPr lIns="0" tIns="0" rIns="0" bIns="731520" anchor="ctr" anchorCtr="0">
            <a:noAutofit/>
          </a:bodyPr>
          <a:lstStyle>
            <a:lvl1pPr marL="0" indent="0" algn="ctr">
              <a:lnSpc>
                <a:spcPct val="100000"/>
              </a:lnSpc>
              <a:buNone/>
              <a:defRPr lang="en-US" sz="1000" b="0" i="0" kern="1200" spc="0" baseline="0" dirty="0">
                <a:solidFill>
                  <a:schemeClr val="tx1"/>
                </a:solidFill>
                <a:latin typeface="+mn-lt"/>
                <a:ea typeface="+mn-ea"/>
                <a:cs typeface="Segoe Sans Small" pitchFamily="2" charset="0"/>
              </a:defRPr>
            </a:lvl1pPr>
          </a:lstStyle>
          <a:p>
            <a:r>
              <a:rPr lang="en-US"/>
              <a:t>Drag &amp; drop your photo here </a:t>
            </a:r>
            <a:br>
              <a:rPr lang="en-US"/>
            </a:br>
            <a:r>
              <a:rPr lang="en-US"/>
              <a:t>or click or tap icon below to insert</a:t>
            </a:r>
          </a:p>
        </p:txBody>
      </p:sp>
      <p:sp>
        <p:nvSpPr>
          <p:cNvPr id="14" name="Text Placeholder 3">
            <a:extLst>
              <a:ext uri="{FF2B5EF4-FFF2-40B4-BE49-F238E27FC236}">
                <a16:creationId xmlns:a16="http://schemas.microsoft.com/office/drawing/2014/main" id="{9E4C32BD-CEF7-42AC-94D8-052EF30E2361}"/>
              </a:ext>
            </a:extLst>
          </p:cNvPr>
          <p:cNvSpPr>
            <a:spLocks noGrp="1"/>
          </p:cNvSpPr>
          <p:nvPr>
            <p:ph type="body" sz="quarter" idx="17"/>
          </p:nvPr>
        </p:nvSpPr>
        <p:spPr>
          <a:xfrm>
            <a:off x="2743962" y="4799409"/>
            <a:ext cx="1801368" cy="553998"/>
          </a:xfrm>
        </p:spPr>
        <p:txBody>
          <a:bodyPr/>
          <a:lstStyle>
            <a:lvl1pPr marL="0" indent="0" algn="ctr">
              <a:spcBef>
                <a:spcPts val="0"/>
              </a:spcBef>
              <a:buNone/>
              <a:defRPr lang="en-US" sz="1800" b="0" i="0" kern="1200" spc="0" baseline="0" dirty="0">
                <a:solidFill>
                  <a:schemeClr val="tx1"/>
                </a:solidFill>
                <a:latin typeface="+mn-lt"/>
                <a:ea typeface="+mn-ea"/>
                <a:cs typeface="Segoe UI" panose="020B0502040204020203" pitchFamily="34" charset="0"/>
              </a:defRPr>
            </a:lvl1pPr>
          </a:lstStyle>
          <a:p>
            <a:pPr marL="0" marR="0" lvl="0" indent="0" algn="ctr"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Master text styles</a:t>
            </a:r>
          </a:p>
        </p:txBody>
      </p:sp>
      <p:sp>
        <p:nvSpPr>
          <p:cNvPr id="15" name="Picture Placeholder" descr="This photo is a 'placeholder' only. Drag or drop your photo here, or click and tap the center to insert a photo.">
            <a:extLst>
              <a:ext uri="{FF2B5EF4-FFF2-40B4-BE49-F238E27FC236}">
                <a16:creationId xmlns:a16="http://schemas.microsoft.com/office/drawing/2014/main" id="{E25EC377-3BC6-40D8-AECB-4FEB302014CD}"/>
              </a:ext>
            </a:extLst>
          </p:cNvPr>
          <p:cNvSpPr>
            <a:spLocks noGrp="1"/>
          </p:cNvSpPr>
          <p:nvPr>
            <p:ph type="pic" sz="quarter" idx="14" hasCustomPrompt="1"/>
          </p:nvPr>
        </p:nvSpPr>
        <p:spPr bwMode="ltGray">
          <a:xfrm>
            <a:off x="2451354" y="2286000"/>
            <a:ext cx="2386584" cy="2286000"/>
          </a:xfrm>
          <a:solidFill>
            <a:schemeClr val="bg2"/>
          </a:solidFill>
        </p:spPr>
        <p:txBody>
          <a:bodyPr lIns="0" tIns="0" rIns="0" bIns="731520" anchor="ctr" anchorCtr="0">
            <a:noAutofit/>
          </a:bodyPr>
          <a:lstStyle>
            <a:lvl1pPr marL="0" indent="0" algn="ctr">
              <a:lnSpc>
                <a:spcPct val="100000"/>
              </a:lnSpc>
              <a:buNone/>
              <a:defRPr lang="en-US" sz="1000" b="0" i="0" kern="1200" spc="0" baseline="0" dirty="0">
                <a:solidFill>
                  <a:schemeClr val="tx1"/>
                </a:solidFill>
                <a:latin typeface="+mn-lt"/>
                <a:ea typeface="+mn-ea"/>
                <a:cs typeface="Segoe Sans Small" pitchFamily="2" charset="0"/>
              </a:defRPr>
            </a:lvl1pPr>
          </a:lstStyle>
          <a:p>
            <a:r>
              <a:rPr lang="en-US"/>
              <a:t>Drag &amp; drop your photo here </a:t>
            </a:r>
            <a:br>
              <a:rPr lang="en-US"/>
            </a:br>
            <a:r>
              <a:rPr lang="en-US"/>
              <a:t>or click or tap icon below to insert</a:t>
            </a:r>
          </a:p>
        </p:txBody>
      </p:sp>
      <p:sp>
        <p:nvSpPr>
          <p:cNvPr id="16" name="Text Placeholder 3">
            <a:extLst>
              <a:ext uri="{FF2B5EF4-FFF2-40B4-BE49-F238E27FC236}">
                <a16:creationId xmlns:a16="http://schemas.microsoft.com/office/drawing/2014/main" id="{D682B8EC-8F33-4730-BBE6-E8B7234C9C62}"/>
              </a:ext>
            </a:extLst>
          </p:cNvPr>
          <p:cNvSpPr>
            <a:spLocks noGrp="1"/>
          </p:cNvSpPr>
          <p:nvPr>
            <p:ph type="body" sz="quarter" idx="18"/>
          </p:nvPr>
        </p:nvSpPr>
        <p:spPr>
          <a:xfrm>
            <a:off x="5195316" y="4799410"/>
            <a:ext cx="1801368" cy="553998"/>
          </a:xfrm>
        </p:spPr>
        <p:txBody>
          <a:bodyPr/>
          <a:lstStyle>
            <a:lvl1pPr marL="0" indent="0" algn="ctr">
              <a:spcBef>
                <a:spcPts val="0"/>
              </a:spcBef>
              <a:buNone/>
              <a:defRPr lang="en-US" sz="1800" b="0" i="0" kern="1200" spc="0" baseline="0" dirty="0">
                <a:solidFill>
                  <a:schemeClr val="tx1"/>
                </a:solidFill>
                <a:latin typeface="+mn-lt"/>
                <a:ea typeface="+mn-ea"/>
                <a:cs typeface="Segoe UI" panose="020B0502040204020203" pitchFamily="34" charset="0"/>
              </a:defRPr>
            </a:lvl1pPr>
          </a:lstStyle>
          <a:p>
            <a:pPr marL="0" marR="0" lvl="0" indent="0" algn="ctr"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7DB5F15A-5980-40FF-9D54-3FDE41D604AE}"/>
              </a:ext>
            </a:extLst>
          </p:cNvPr>
          <p:cNvSpPr>
            <a:spLocks noGrp="1"/>
          </p:cNvSpPr>
          <p:nvPr>
            <p:ph type="pic" sz="quarter" idx="15" hasCustomPrompt="1"/>
          </p:nvPr>
        </p:nvSpPr>
        <p:spPr bwMode="ltGray">
          <a:xfrm>
            <a:off x="4902708" y="2286000"/>
            <a:ext cx="2386584" cy="2286000"/>
          </a:xfrm>
          <a:solidFill>
            <a:schemeClr val="bg2"/>
          </a:solidFill>
        </p:spPr>
        <p:txBody>
          <a:bodyPr lIns="0" tIns="0" rIns="0" bIns="731520" anchor="ctr" anchorCtr="0">
            <a:noAutofit/>
          </a:bodyPr>
          <a:lstStyle>
            <a:lvl1pPr marL="0" indent="0" algn="ctr">
              <a:lnSpc>
                <a:spcPct val="100000"/>
              </a:lnSpc>
              <a:buNone/>
              <a:defRPr lang="en-US" sz="1000" b="0" i="0" kern="1200" spc="0" baseline="0" dirty="0">
                <a:solidFill>
                  <a:schemeClr val="tx1"/>
                </a:solidFill>
                <a:latin typeface="+mn-lt"/>
                <a:ea typeface="+mn-ea"/>
                <a:cs typeface="Segoe Sans Small" pitchFamily="2" charset="0"/>
              </a:defRPr>
            </a:lvl1pPr>
          </a:lstStyle>
          <a:p>
            <a:r>
              <a:rPr lang="en-US"/>
              <a:t>Drag &amp; drop your photo here </a:t>
            </a:r>
            <a:br>
              <a:rPr lang="en-US"/>
            </a:br>
            <a:r>
              <a:rPr lang="en-US"/>
              <a:t>or click or tap icon below to insert</a:t>
            </a:r>
          </a:p>
        </p:txBody>
      </p:sp>
      <p:sp>
        <p:nvSpPr>
          <p:cNvPr id="18" name="Text Placeholder 3">
            <a:extLst>
              <a:ext uri="{FF2B5EF4-FFF2-40B4-BE49-F238E27FC236}">
                <a16:creationId xmlns:a16="http://schemas.microsoft.com/office/drawing/2014/main" id="{83564109-638C-44E2-AE84-46B44C29FD6C}"/>
              </a:ext>
            </a:extLst>
          </p:cNvPr>
          <p:cNvSpPr>
            <a:spLocks noGrp="1"/>
          </p:cNvSpPr>
          <p:nvPr>
            <p:ph type="body" sz="quarter" idx="20"/>
          </p:nvPr>
        </p:nvSpPr>
        <p:spPr>
          <a:xfrm>
            <a:off x="7646670" y="4799409"/>
            <a:ext cx="1801368" cy="553998"/>
          </a:xfrm>
        </p:spPr>
        <p:txBody>
          <a:bodyPr/>
          <a:lstStyle>
            <a:lvl1pPr marL="0" indent="0" algn="ctr">
              <a:spcBef>
                <a:spcPts val="0"/>
              </a:spcBef>
              <a:buNone/>
              <a:defRPr lang="en-US" sz="1800" b="0" i="0" kern="1200" spc="0" baseline="0" dirty="0">
                <a:solidFill>
                  <a:schemeClr val="tx1"/>
                </a:solidFill>
                <a:latin typeface="+mn-lt"/>
                <a:ea typeface="+mn-ea"/>
                <a:cs typeface="Segoe UI" panose="020B0502040204020203" pitchFamily="34" charset="0"/>
              </a:defRPr>
            </a:lvl1pPr>
          </a:lstStyle>
          <a:p>
            <a:pPr marL="0" marR="0" lvl="0" indent="0" algn="ctr"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Master text styles</a:t>
            </a:r>
          </a:p>
        </p:txBody>
      </p:sp>
      <p:sp>
        <p:nvSpPr>
          <p:cNvPr id="19" name="Picture Placeholder" descr="This photo is a 'placeholder' only. Drag or drop your photo here, or click and tap the center to insert a photo.">
            <a:extLst>
              <a:ext uri="{FF2B5EF4-FFF2-40B4-BE49-F238E27FC236}">
                <a16:creationId xmlns:a16="http://schemas.microsoft.com/office/drawing/2014/main" id="{713AAE36-2045-4D14-87DC-59D4EFCC1500}"/>
              </a:ext>
            </a:extLst>
          </p:cNvPr>
          <p:cNvSpPr>
            <a:spLocks noGrp="1"/>
          </p:cNvSpPr>
          <p:nvPr>
            <p:ph type="pic" sz="quarter" idx="19" hasCustomPrompt="1"/>
          </p:nvPr>
        </p:nvSpPr>
        <p:spPr bwMode="ltGray">
          <a:xfrm>
            <a:off x="7354062" y="2286000"/>
            <a:ext cx="2386584" cy="2286000"/>
          </a:xfrm>
          <a:solidFill>
            <a:schemeClr val="bg2"/>
          </a:solidFill>
        </p:spPr>
        <p:txBody>
          <a:bodyPr lIns="0" tIns="0" rIns="0" bIns="731520" anchor="ctr" anchorCtr="0">
            <a:noAutofit/>
          </a:bodyPr>
          <a:lstStyle>
            <a:lvl1pPr marL="0" indent="0" algn="ctr">
              <a:lnSpc>
                <a:spcPct val="100000"/>
              </a:lnSpc>
              <a:buNone/>
              <a:defRPr lang="en-US" sz="1000" b="0" i="0" kern="1200" spc="0" baseline="0" dirty="0">
                <a:solidFill>
                  <a:schemeClr val="tx1"/>
                </a:solidFill>
                <a:latin typeface="+mn-lt"/>
                <a:ea typeface="+mn-ea"/>
                <a:cs typeface="Segoe Sans Small" pitchFamily="2" charset="0"/>
              </a:defRPr>
            </a:lvl1pPr>
          </a:lstStyle>
          <a:p>
            <a:r>
              <a:rPr lang="en-US"/>
              <a:t>Dag &amp; drop your photo here </a:t>
            </a:r>
            <a:br>
              <a:rPr lang="en-US"/>
            </a:br>
            <a:r>
              <a:rPr lang="en-US"/>
              <a:t>or click or tap icon below to insert</a:t>
            </a:r>
          </a:p>
        </p:txBody>
      </p:sp>
      <p:sp>
        <p:nvSpPr>
          <p:cNvPr id="21" name="Text Placeholder 3">
            <a:extLst>
              <a:ext uri="{FF2B5EF4-FFF2-40B4-BE49-F238E27FC236}">
                <a16:creationId xmlns:a16="http://schemas.microsoft.com/office/drawing/2014/main" id="{5B1B6F72-F14C-40F1-8B29-8620AA34DC63}"/>
              </a:ext>
            </a:extLst>
          </p:cNvPr>
          <p:cNvSpPr>
            <a:spLocks noGrp="1"/>
          </p:cNvSpPr>
          <p:nvPr>
            <p:ph type="body" sz="quarter" idx="22"/>
          </p:nvPr>
        </p:nvSpPr>
        <p:spPr>
          <a:xfrm>
            <a:off x="10098024" y="4799409"/>
            <a:ext cx="1801368" cy="553998"/>
          </a:xfrm>
        </p:spPr>
        <p:txBody>
          <a:bodyPr/>
          <a:lstStyle>
            <a:lvl1pPr marL="0" indent="0" algn="ctr">
              <a:spcBef>
                <a:spcPts val="0"/>
              </a:spcBef>
              <a:buNone/>
              <a:defRPr lang="en-US" sz="1800" b="0" i="0" kern="1200" spc="0" baseline="0" dirty="0">
                <a:solidFill>
                  <a:schemeClr val="tx1"/>
                </a:solidFill>
                <a:latin typeface="+mn-lt"/>
                <a:ea typeface="+mn-ea"/>
                <a:cs typeface="Segoe UI" panose="020B0502040204020203" pitchFamily="34" charset="0"/>
              </a:defRPr>
            </a:lvl1pPr>
          </a:lstStyle>
          <a:p>
            <a:pPr marL="0" marR="0" lvl="0" indent="0" algn="ctr"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Master text styles</a:t>
            </a:r>
          </a:p>
        </p:txBody>
      </p:sp>
      <p:sp>
        <p:nvSpPr>
          <p:cNvPr id="20" name="Picture Placeholder" descr="This photo is a 'placeholder' only. Drag or drop your photo here, or click and tap the center to insert a photo.">
            <a:extLst>
              <a:ext uri="{FF2B5EF4-FFF2-40B4-BE49-F238E27FC236}">
                <a16:creationId xmlns:a16="http://schemas.microsoft.com/office/drawing/2014/main" id="{2AD682C7-20D7-4ED0-99A7-C8530DAC8612}"/>
              </a:ext>
            </a:extLst>
          </p:cNvPr>
          <p:cNvSpPr>
            <a:spLocks noGrp="1"/>
          </p:cNvSpPr>
          <p:nvPr>
            <p:ph type="pic" sz="quarter" idx="21" hasCustomPrompt="1"/>
          </p:nvPr>
        </p:nvSpPr>
        <p:spPr bwMode="ltGray">
          <a:xfrm>
            <a:off x="9805416" y="2286000"/>
            <a:ext cx="2386584" cy="2286000"/>
          </a:xfrm>
          <a:solidFill>
            <a:schemeClr val="bg2"/>
          </a:solidFill>
        </p:spPr>
        <p:txBody>
          <a:bodyPr lIns="0" tIns="0" rIns="0" bIns="731520" anchor="ctr" anchorCtr="0">
            <a:noAutofit/>
          </a:bodyPr>
          <a:lstStyle>
            <a:lvl1pPr marL="0" indent="0" algn="ctr">
              <a:lnSpc>
                <a:spcPct val="100000"/>
              </a:lnSpc>
              <a:buNone/>
              <a:defRPr lang="en-US" sz="1000" b="0" i="0" kern="1200" spc="0" baseline="0" dirty="0">
                <a:solidFill>
                  <a:schemeClr val="tx1"/>
                </a:solidFill>
                <a:latin typeface="+mn-lt"/>
                <a:ea typeface="+mn-ea"/>
                <a:cs typeface="Segoe Sans Small" pitchFamily="2" charset="0"/>
              </a:defRPr>
            </a:lvl1pPr>
          </a:lstStyle>
          <a:p>
            <a:r>
              <a:rPr lang="en-US"/>
              <a:t>Dag &amp; drop your photo here </a:t>
            </a:r>
            <a:br>
              <a:rPr lang="en-US"/>
            </a:br>
            <a:r>
              <a:rPr lang="en-US"/>
              <a:t>or click or tap icon below to insert</a:t>
            </a:r>
          </a:p>
        </p:txBody>
      </p:sp>
      <p:sp>
        <p:nvSpPr>
          <p:cNvPr id="3" name="TextBox 2">
            <a:extLst>
              <a:ext uri="{FF2B5EF4-FFF2-40B4-BE49-F238E27FC236}">
                <a16:creationId xmlns:a16="http://schemas.microsoft.com/office/drawing/2014/main" id="{B2FE569B-F817-467C-8BAC-558CE9824DBA}"/>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b="0" i="0">
                <a:solidFill>
                  <a:srgbClr val="A3A3A3"/>
                </a:solidFill>
                <a:latin typeface="Segoe UI" panose="020B0502040204020203" pitchFamily="34" charset="0"/>
              </a:rPr>
              <a:t>ELT layout</a:t>
            </a:r>
          </a:p>
        </p:txBody>
      </p:sp>
    </p:spTree>
    <p:extLst>
      <p:ext uri="{BB962C8B-B14F-4D97-AF65-F5344CB8AC3E}">
        <p14:creationId xmlns:p14="http://schemas.microsoft.com/office/powerpoint/2010/main" val="3836742160"/>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1440">
          <p15:clr>
            <a:srgbClr val="5ACBF0"/>
          </p15:clr>
        </p15:guide>
        <p15:guide id="3" orient="horz" pos="2880">
          <p15:clr>
            <a:srgbClr val="5ACBF0"/>
          </p15:clr>
        </p15:guide>
        <p15:guide id="4" orient="horz" pos="3024">
          <p15:clr>
            <a:srgbClr val="5ACBF0"/>
          </p15:clr>
        </p15:guide>
        <p15:guide id="8" pos="4631">
          <p15:clr>
            <a:srgbClr val="5ACBF0"/>
          </p15:clr>
        </p15:guide>
        <p15:guide id="9" pos="4593">
          <p15:clr>
            <a:srgbClr val="5ACBF0"/>
          </p15:clr>
        </p15:guide>
        <p15:guide id="10" pos="6134">
          <p15:clr>
            <a:srgbClr val="5ACBF0"/>
          </p15:clr>
        </p15:guide>
        <p15:guide id="11" pos="1323">
          <p15:clr>
            <a:srgbClr val="5ACBF0"/>
          </p15:clr>
        </p15:guide>
        <p15:guide id="12" pos="2865">
          <p15:clr>
            <a:srgbClr val="5ACBF0"/>
          </p15:clr>
        </p15:guide>
        <p15:guide id="13" pos="4815">
          <p15:clr>
            <a:srgbClr val="5ACBF0"/>
          </p15:clr>
        </p15:guide>
        <p15:guide id="14" pos="6361">
          <p15:clr>
            <a:srgbClr val="5ACBF0"/>
          </p15:clr>
        </p15:guide>
        <p15:guide id="15" orient="horz">
          <p15:clr>
            <a:srgbClr val="5ACBF0"/>
          </p15:clr>
        </p15:guide>
        <p15:guide id="16" pos="1727">
          <p15:clr>
            <a:srgbClr val="5ACBF0"/>
          </p15:clr>
        </p15:guide>
        <p15:guide id="17" pos="2294">
          <p15:clr>
            <a:srgbClr val="5ACBF0"/>
          </p15:clr>
        </p15:guide>
        <p15:guide id="18" pos="3273">
          <p15:clr>
            <a:srgbClr val="5ACBF0"/>
          </p15:clr>
        </p15:guide>
        <p15:guide id="19" pos="4411">
          <p15:clr>
            <a:srgbClr val="5ACBF0"/>
          </p15:clr>
        </p15:guide>
        <p15:guide id="21" pos="6179">
          <p15:clr>
            <a:srgbClr val="5ACBF0"/>
          </p15:clr>
        </p15:guide>
        <p15:guide id="22" pos="1501">
          <p15:clr>
            <a:srgbClr val="5ACBF0"/>
          </p15:clr>
        </p15:guide>
        <p15:guide id="23" pos="1543">
          <p15:clr>
            <a:srgbClr val="5ACBF0"/>
          </p15:clr>
        </p15:guide>
        <p15:guide id="24" pos="3049">
          <p15:clr>
            <a:srgbClr val="5ACBF0"/>
          </p15:clr>
        </p15:guide>
        <p15:guide id="25" pos="3088">
          <p15:clr>
            <a:srgbClr val="5ACBF0"/>
          </p15:clr>
        </p15:guide>
        <p15:guide id="26" pos="5954">
          <p15:clr>
            <a:srgbClr val="5ACBF0"/>
          </p15:clr>
        </p15:guide>
        <p15:guide id="27" pos="3840">
          <p15:clr>
            <a:srgbClr val="5ACBF0"/>
          </p15:clr>
        </p15:guide>
        <p15:guide id="28" pos="5386">
          <p15:clr>
            <a:srgbClr val="5ACBF0"/>
          </p15:clr>
        </p15:guide>
        <p15:guide id="29" pos="753">
          <p15:clr>
            <a:srgbClr val="5ACBF0"/>
          </p15:clr>
        </p15:guide>
        <p15:guide id="30" pos="6927">
          <p15:clr>
            <a:srgbClr val="5ACBF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Three Round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33D211-079C-4884-AB74-BFA812A63FE8}"/>
              </a:ext>
            </a:extLst>
          </p:cNvPr>
          <p:cNvSpPr>
            <a:spLocks noGrp="1"/>
          </p:cNvSpPr>
          <p:nvPr>
            <p:ph type="title"/>
          </p:nvPr>
        </p:nvSpPr>
        <p:spPr>
          <a:xfrm>
            <a:off x="588263" y="588962"/>
            <a:ext cx="11018520" cy="1115568"/>
          </a:xfrm>
        </p:spPr>
        <p:txBody>
          <a:bodyPr anchor="ctr"/>
          <a:lstStyle>
            <a:lvl1pPr algn="ctr">
              <a:defRPr/>
            </a:lvl1pPr>
          </a:lstStyle>
          <a:p>
            <a:r>
              <a:rPr lang="en-US"/>
              <a:t>Click to edit Master title style</a:t>
            </a:r>
          </a:p>
        </p:txBody>
      </p:sp>
      <p:sp>
        <p:nvSpPr>
          <p:cNvPr id="16" name="Picture Placeholder" descr="This photo is a 'placeholder' only. Drag or drop your photo here, or click and tap the center to insert a photo.">
            <a:extLst>
              <a:ext uri="{FF2B5EF4-FFF2-40B4-BE49-F238E27FC236}">
                <a16:creationId xmlns:a16="http://schemas.microsoft.com/office/drawing/2014/main" id="{5757E314-6417-4051-A2CD-D3614CAA6A78}"/>
              </a:ext>
            </a:extLst>
          </p:cNvPr>
          <p:cNvSpPr>
            <a:spLocks noGrp="1" noChangeAspect="1"/>
          </p:cNvSpPr>
          <p:nvPr>
            <p:ph type="pic" sz="quarter" idx="13" hasCustomPrompt="1"/>
          </p:nvPr>
        </p:nvSpPr>
        <p:spPr bwMode="ltGray">
          <a:xfrm>
            <a:off x="2037906" y="2286000"/>
            <a:ext cx="2313432" cy="2313432"/>
          </a:xfrm>
          <a:prstGeom prst="ellipse">
            <a:avLst/>
          </a:prstGeom>
          <a:solidFill>
            <a:schemeClr val="bg2"/>
          </a:solidFill>
        </p:spPr>
        <p:txBody>
          <a:bodyPr lIns="0" tIns="0" rIns="0" bIns="594360" anchor="ctr" anchorCtr="0">
            <a:noAutofit/>
          </a:bodyPr>
          <a:lstStyle>
            <a:lvl1pPr marL="0" indent="0" algn="ctr">
              <a:lnSpc>
                <a:spcPct val="100000"/>
              </a:lnSpc>
              <a:buNone/>
              <a:defRPr lang="en-US" sz="800" b="0" i="0" kern="1200" spc="0" baseline="0" dirty="0">
                <a:solidFill>
                  <a:schemeClr val="tx1"/>
                </a:solidFill>
                <a:latin typeface="+mn-lt"/>
                <a:ea typeface="+mn-ea"/>
                <a:cs typeface="Segoe Sans Small" pitchFamily="2" charset="0"/>
              </a:defRPr>
            </a:lvl1pPr>
          </a:lstStyle>
          <a:p>
            <a:r>
              <a:rPr lang="en-US"/>
              <a:t>Drag &amp; drop your photo here </a:t>
            </a:r>
            <a:br>
              <a:rPr lang="en-US"/>
            </a:br>
            <a:r>
              <a:rPr lang="en-US"/>
              <a:t>or click or tap icon below to insert</a:t>
            </a:r>
          </a:p>
        </p:txBody>
      </p:sp>
      <p:sp>
        <p:nvSpPr>
          <p:cNvPr id="13" name="Text Placeholder 3">
            <a:extLst>
              <a:ext uri="{FF2B5EF4-FFF2-40B4-BE49-F238E27FC236}">
                <a16:creationId xmlns:a16="http://schemas.microsoft.com/office/drawing/2014/main" id="{5BBECFAF-80A0-4620-8865-87562DFB497B}"/>
              </a:ext>
            </a:extLst>
          </p:cNvPr>
          <p:cNvSpPr>
            <a:spLocks noGrp="1"/>
          </p:cNvSpPr>
          <p:nvPr>
            <p:ph type="body" sz="quarter" idx="16"/>
          </p:nvPr>
        </p:nvSpPr>
        <p:spPr>
          <a:xfrm>
            <a:off x="2037906" y="4800600"/>
            <a:ext cx="2313432" cy="553998"/>
          </a:xfrm>
        </p:spPr>
        <p:txBody>
          <a:bodyPr/>
          <a:lstStyle>
            <a:lvl1pPr marL="0" indent="0" algn="ctr">
              <a:spcBef>
                <a:spcPts val="0"/>
              </a:spcBef>
              <a:buNone/>
              <a:defRPr sz="1800" b="0" i="0">
                <a:latin typeface="+mn-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E5577FC3-49F5-4B04-AFD3-AA0A57BA8355}"/>
              </a:ext>
            </a:extLst>
          </p:cNvPr>
          <p:cNvSpPr>
            <a:spLocks noGrp="1" noChangeAspect="1"/>
          </p:cNvSpPr>
          <p:nvPr>
            <p:ph type="pic" sz="quarter" idx="19" hasCustomPrompt="1"/>
          </p:nvPr>
        </p:nvSpPr>
        <p:spPr bwMode="ltGray">
          <a:xfrm>
            <a:off x="4939284" y="2286000"/>
            <a:ext cx="2313432" cy="2313432"/>
          </a:xfrm>
          <a:prstGeom prst="ellipse">
            <a:avLst/>
          </a:prstGeom>
          <a:solidFill>
            <a:schemeClr val="bg2"/>
          </a:solidFill>
        </p:spPr>
        <p:txBody>
          <a:bodyPr lIns="0" tIns="0" rIns="0" bIns="594360" anchor="ctr" anchorCtr="0">
            <a:noAutofit/>
          </a:bodyPr>
          <a:lstStyle>
            <a:lvl1pPr marL="0" indent="0" algn="ctr">
              <a:lnSpc>
                <a:spcPct val="100000"/>
              </a:lnSpc>
              <a:buNone/>
              <a:defRPr lang="en-US" sz="800" b="0" i="0" kern="1200" spc="0" baseline="0" dirty="0">
                <a:solidFill>
                  <a:schemeClr val="tx1"/>
                </a:solidFill>
                <a:latin typeface="+mn-lt"/>
                <a:ea typeface="+mn-ea"/>
                <a:cs typeface="Segoe Sans Small" pitchFamily="2" charset="0"/>
              </a:defRPr>
            </a:lvl1pPr>
          </a:lstStyle>
          <a:p>
            <a:r>
              <a:rPr lang="en-US"/>
              <a:t>Drag &amp; drop your photo here </a:t>
            </a:r>
            <a:br>
              <a:rPr lang="en-US"/>
            </a:br>
            <a:r>
              <a:rPr lang="en-US"/>
              <a:t>or click or tap icon below to insert</a:t>
            </a:r>
          </a:p>
        </p:txBody>
      </p:sp>
      <p:sp>
        <p:nvSpPr>
          <p:cNvPr id="14" name="Text Placeholder 3">
            <a:extLst>
              <a:ext uri="{FF2B5EF4-FFF2-40B4-BE49-F238E27FC236}">
                <a16:creationId xmlns:a16="http://schemas.microsoft.com/office/drawing/2014/main" id="{8AD287B4-D736-4707-854D-BEA62EF2BBCF}"/>
              </a:ext>
            </a:extLst>
          </p:cNvPr>
          <p:cNvSpPr>
            <a:spLocks noGrp="1"/>
          </p:cNvSpPr>
          <p:nvPr>
            <p:ph type="body" sz="quarter" idx="17"/>
          </p:nvPr>
        </p:nvSpPr>
        <p:spPr>
          <a:xfrm>
            <a:off x="4939284" y="4800600"/>
            <a:ext cx="2313432" cy="553998"/>
          </a:xfrm>
        </p:spPr>
        <p:txBody>
          <a:bodyPr/>
          <a:lstStyle>
            <a:lvl1pPr marL="0" indent="0" algn="ctr">
              <a:spcBef>
                <a:spcPts val="0"/>
              </a:spcBef>
              <a:buNone/>
              <a:defRPr lang="en-US" sz="1800" b="0" i="0" kern="1200" spc="0" baseline="0" dirty="0">
                <a:solidFill>
                  <a:schemeClr val="tx1"/>
                </a:solidFill>
                <a:latin typeface="+mn-lt"/>
                <a:ea typeface="+mn-ea"/>
                <a:cs typeface="Segoe UI" panose="020B0502040204020203" pitchFamily="34" charset="0"/>
              </a:defRPr>
            </a:lvl1pPr>
          </a:lstStyle>
          <a:p>
            <a:pPr marL="0" marR="0" lvl="0" indent="0" algn="ctr"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Master text styles</a:t>
            </a:r>
          </a:p>
        </p:txBody>
      </p:sp>
      <p:sp>
        <p:nvSpPr>
          <p:cNvPr id="18" name="Picture Placeholder" descr="This photo is a 'placeholder' only. Drag or drop your photo here, or click and tap the center to insert a photo.">
            <a:extLst>
              <a:ext uri="{FF2B5EF4-FFF2-40B4-BE49-F238E27FC236}">
                <a16:creationId xmlns:a16="http://schemas.microsoft.com/office/drawing/2014/main" id="{9B56ECFD-6AA2-4EC5-A445-D1E0952199EC}"/>
              </a:ext>
            </a:extLst>
          </p:cNvPr>
          <p:cNvSpPr>
            <a:spLocks noGrp="1" noChangeAspect="1"/>
          </p:cNvSpPr>
          <p:nvPr>
            <p:ph type="pic" sz="quarter" idx="20" hasCustomPrompt="1"/>
          </p:nvPr>
        </p:nvSpPr>
        <p:spPr bwMode="ltGray">
          <a:xfrm>
            <a:off x="7840663" y="2286000"/>
            <a:ext cx="2313432" cy="2313432"/>
          </a:xfrm>
          <a:prstGeom prst="ellipse">
            <a:avLst/>
          </a:prstGeom>
          <a:solidFill>
            <a:schemeClr val="bg2"/>
          </a:solidFill>
        </p:spPr>
        <p:txBody>
          <a:bodyPr lIns="0" tIns="0" rIns="0" bIns="594360" anchor="ctr" anchorCtr="0">
            <a:noAutofit/>
          </a:bodyPr>
          <a:lstStyle>
            <a:lvl1pPr marL="0" indent="0" algn="ctr">
              <a:lnSpc>
                <a:spcPct val="100000"/>
              </a:lnSpc>
              <a:buNone/>
              <a:defRPr lang="en-US" sz="800" b="0" i="0" kern="1200" spc="0" baseline="0" dirty="0">
                <a:solidFill>
                  <a:schemeClr val="tx1"/>
                </a:solidFill>
                <a:latin typeface="+mn-lt"/>
                <a:ea typeface="+mn-ea"/>
                <a:cs typeface="Segoe Sans Small" pitchFamily="2" charset="0"/>
              </a:defRPr>
            </a:lvl1pPr>
          </a:lstStyle>
          <a:p>
            <a:r>
              <a:rPr lang="en-US"/>
              <a:t>Drag &amp; drop your photo here </a:t>
            </a:r>
            <a:br>
              <a:rPr lang="en-US"/>
            </a:br>
            <a:r>
              <a:rPr lang="en-US"/>
              <a:t>or click or tap icon below to insert</a:t>
            </a:r>
          </a:p>
        </p:txBody>
      </p:sp>
      <p:sp>
        <p:nvSpPr>
          <p:cNvPr id="15" name="Text Placeholder 3">
            <a:extLst>
              <a:ext uri="{FF2B5EF4-FFF2-40B4-BE49-F238E27FC236}">
                <a16:creationId xmlns:a16="http://schemas.microsoft.com/office/drawing/2014/main" id="{9ED5A27F-D9D2-4DCB-8422-4694477ECA88}"/>
              </a:ext>
            </a:extLst>
          </p:cNvPr>
          <p:cNvSpPr>
            <a:spLocks noGrp="1"/>
          </p:cNvSpPr>
          <p:nvPr>
            <p:ph type="body" sz="quarter" idx="18"/>
          </p:nvPr>
        </p:nvSpPr>
        <p:spPr>
          <a:xfrm>
            <a:off x="7840663" y="4800600"/>
            <a:ext cx="2313432" cy="553998"/>
          </a:xfrm>
        </p:spPr>
        <p:txBody>
          <a:bodyPr/>
          <a:lstStyle>
            <a:lvl1pPr marL="0" indent="0" algn="ctr">
              <a:spcBef>
                <a:spcPts val="0"/>
              </a:spcBef>
              <a:buNone/>
              <a:defRPr lang="en-US" sz="1800" b="0" i="0" kern="1200" spc="0" baseline="0" dirty="0">
                <a:solidFill>
                  <a:schemeClr val="tx1"/>
                </a:solidFill>
                <a:latin typeface="+mn-lt"/>
                <a:ea typeface="+mn-ea"/>
                <a:cs typeface="Segoe UI" panose="020B0502040204020203" pitchFamily="34" charset="0"/>
              </a:defRPr>
            </a:lvl1pPr>
          </a:lstStyle>
          <a:p>
            <a:pPr marL="0" marR="0" lvl="0" indent="0" algn="ctr"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Master text styles</a:t>
            </a:r>
          </a:p>
        </p:txBody>
      </p:sp>
      <p:sp>
        <p:nvSpPr>
          <p:cNvPr id="20" name="TextBox 19">
            <a:extLst>
              <a:ext uri="{FF2B5EF4-FFF2-40B4-BE49-F238E27FC236}">
                <a16:creationId xmlns:a16="http://schemas.microsoft.com/office/drawing/2014/main" id="{0D6AFB7A-35B4-4881-AB50-D112482166B1}"/>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b="0" i="0">
                <a:solidFill>
                  <a:srgbClr val="A3A3A3"/>
                </a:solidFill>
                <a:latin typeface="Segoe UI" panose="020B0502040204020203" pitchFamily="34" charset="0"/>
              </a:rPr>
              <a:t>ELT layout</a:t>
            </a:r>
          </a:p>
        </p:txBody>
      </p:sp>
    </p:spTree>
    <p:extLst>
      <p:ext uri="{BB962C8B-B14F-4D97-AF65-F5344CB8AC3E}">
        <p14:creationId xmlns:p14="http://schemas.microsoft.com/office/powerpoint/2010/main" val="61236213"/>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3024">
          <p15:clr>
            <a:srgbClr val="5ACBF0"/>
          </p15:clr>
        </p15:guide>
        <p15:guide id="3" pos="3840">
          <p15:clr>
            <a:srgbClr val="5ACBF0"/>
          </p15:clr>
        </p15:guide>
        <p15:guide id="4" pos="1283">
          <p15:clr>
            <a:srgbClr val="5ACBF0"/>
          </p15:clr>
        </p15:guide>
        <p15:guide id="5" pos="5666">
          <p15:clr>
            <a:srgbClr val="5ACBF0"/>
          </p15:clr>
        </p15:guide>
        <p15:guide id="6" pos="2741">
          <p15:clr>
            <a:srgbClr val="5ACBF0"/>
          </p15:clr>
        </p15:guide>
        <p15:guide id="7" pos="2012">
          <p15:clr>
            <a:srgbClr val="5ACBF0"/>
          </p15:clr>
        </p15:guide>
        <p15:guide id="8" pos="3109">
          <p15:clr>
            <a:srgbClr val="5ACBF0"/>
          </p15:clr>
        </p15:guide>
        <p15:guide id="9" pos="4570">
          <p15:clr>
            <a:srgbClr val="5ACBF0"/>
          </p15:clr>
        </p15:guide>
        <p15:guide id="11" pos="6397">
          <p15:clr>
            <a:srgbClr val="5ACBF0"/>
          </p15:clr>
        </p15:guide>
        <p15:guide id="12" orient="horz" pos="1440">
          <p15:clr>
            <a:srgbClr val="5ACBF0"/>
          </p15:clr>
        </p15:guide>
        <p15:guide id="13" pos="4938">
          <p15:clr>
            <a:srgbClr val="5ACBF0"/>
          </p15:clr>
        </p15:guide>
        <p15:guide id="14" orient="horz" pos="2894">
          <p15:clr>
            <a:srgbClr val="5ACBF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Four Round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33D211-079C-4884-AB74-BFA812A63FE8}"/>
              </a:ext>
            </a:extLst>
          </p:cNvPr>
          <p:cNvSpPr>
            <a:spLocks noGrp="1"/>
          </p:cNvSpPr>
          <p:nvPr>
            <p:ph type="title"/>
          </p:nvPr>
        </p:nvSpPr>
        <p:spPr>
          <a:xfrm>
            <a:off x="588263" y="583007"/>
            <a:ext cx="11018520" cy="1115568"/>
          </a:xfrm>
        </p:spPr>
        <p:txBody>
          <a:bodyPr anchor="ctr"/>
          <a:lstStyle>
            <a:lvl1pPr algn="ctr">
              <a:defRPr/>
            </a:lvl1pPr>
          </a:lstStyle>
          <a:p>
            <a:r>
              <a:rPr lang="en-US"/>
              <a:t>Click to edit Master title style</a:t>
            </a:r>
          </a:p>
        </p:txBody>
      </p:sp>
      <p:sp>
        <p:nvSpPr>
          <p:cNvPr id="16" name="Picture Placeholder" descr="This photo is a 'placeholder' only. Drag or drop your photo here, or click and tap the center to insert a photo.">
            <a:extLst>
              <a:ext uri="{FF2B5EF4-FFF2-40B4-BE49-F238E27FC236}">
                <a16:creationId xmlns:a16="http://schemas.microsoft.com/office/drawing/2014/main" id="{5757E314-6417-4051-A2CD-D3614CAA6A78}"/>
              </a:ext>
            </a:extLst>
          </p:cNvPr>
          <p:cNvSpPr>
            <a:spLocks noGrp="1" noChangeAspect="1"/>
          </p:cNvSpPr>
          <p:nvPr>
            <p:ph type="pic" sz="quarter" idx="13" hasCustomPrompt="1"/>
          </p:nvPr>
        </p:nvSpPr>
        <p:spPr bwMode="ltGray">
          <a:xfrm>
            <a:off x="584200" y="2286000"/>
            <a:ext cx="2313432" cy="2313432"/>
          </a:xfrm>
          <a:prstGeom prst="ellipse">
            <a:avLst/>
          </a:prstGeom>
          <a:solidFill>
            <a:schemeClr val="bg2"/>
          </a:solidFill>
        </p:spPr>
        <p:txBody>
          <a:bodyPr lIns="0" tIns="0" rIns="0" bIns="594360" anchor="ctr" anchorCtr="0">
            <a:noAutofit/>
          </a:bodyPr>
          <a:lstStyle>
            <a:lvl1pPr marL="0" indent="0" algn="ctr">
              <a:lnSpc>
                <a:spcPct val="100000"/>
              </a:lnSpc>
              <a:buNone/>
              <a:defRPr lang="en-US" sz="800" b="0" i="0" kern="1200" spc="0" baseline="0" dirty="0">
                <a:solidFill>
                  <a:schemeClr val="tx1"/>
                </a:solidFill>
                <a:latin typeface="+mn-lt"/>
                <a:ea typeface="+mn-ea"/>
                <a:cs typeface="Segoe Sans Small" pitchFamily="2" charset="0"/>
              </a:defRPr>
            </a:lvl1pPr>
          </a:lstStyle>
          <a:p>
            <a:r>
              <a:rPr lang="en-US"/>
              <a:t>Drag &amp; drop your photo here </a:t>
            </a:r>
            <a:br>
              <a:rPr lang="en-US"/>
            </a:br>
            <a:r>
              <a:rPr lang="en-US"/>
              <a:t>or click or tap icon below to insert</a:t>
            </a:r>
          </a:p>
        </p:txBody>
      </p:sp>
      <p:sp>
        <p:nvSpPr>
          <p:cNvPr id="13" name="Text Placeholder 3">
            <a:extLst>
              <a:ext uri="{FF2B5EF4-FFF2-40B4-BE49-F238E27FC236}">
                <a16:creationId xmlns:a16="http://schemas.microsoft.com/office/drawing/2014/main" id="{5BBECFAF-80A0-4620-8865-87562DFB497B}"/>
              </a:ext>
            </a:extLst>
          </p:cNvPr>
          <p:cNvSpPr>
            <a:spLocks noGrp="1"/>
          </p:cNvSpPr>
          <p:nvPr>
            <p:ph type="body" sz="quarter" idx="16"/>
          </p:nvPr>
        </p:nvSpPr>
        <p:spPr>
          <a:xfrm>
            <a:off x="584200" y="4800600"/>
            <a:ext cx="2313432" cy="553998"/>
          </a:xfrm>
        </p:spPr>
        <p:txBody>
          <a:bodyPr/>
          <a:lstStyle>
            <a:lvl1pPr marL="0" indent="0" algn="ctr">
              <a:spcBef>
                <a:spcPts val="0"/>
              </a:spcBef>
              <a:buNone/>
              <a:defRPr sz="1800" b="0" i="0">
                <a:latin typeface="+mn-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E5577FC3-49F5-4B04-AFD3-AA0A57BA8355}"/>
              </a:ext>
            </a:extLst>
          </p:cNvPr>
          <p:cNvSpPr>
            <a:spLocks noGrp="1" noChangeAspect="1"/>
          </p:cNvSpPr>
          <p:nvPr>
            <p:ph type="pic" sz="quarter" idx="19" hasCustomPrompt="1"/>
          </p:nvPr>
        </p:nvSpPr>
        <p:spPr bwMode="ltGray">
          <a:xfrm>
            <a:off x="3487250" y="2286000"/>
            <a:ext cx="2313432" cy="2313432"/>
          </a:xfrm>
          <a:prstGeom prst="ellipse">
            <a:avLst/>
          </a:prstGeom>
          <a:solidFill>
            <a:schemeClr val="bg2"/>
          </a:solidFill>
        </p:spPr>
        <p:txBody>
          <a:bodyPr lIns="0" tIns="0" rIns="0" bIns="594360" anchor="ctr" anchorCtr="0">
            <a:noAutofit/>
          </a:bodyPr>
          <a:lstStyle>
            <a:lvl1pPr marL="0" indent="0" algn="ctr">
              <a:lnSpc>
                <a:spcPct val="100000"/>
              </a:lnSpc>
              <a:buNone/>
              <a:defRPr lang="en-US" sz="800" b="0" i="0" kern="1200" spc="0" baseline="0" dirty="0">
                <a:solidFill>
                  <a:schemeClr val="tx1"/>
                </a:solidFill>
                <a:latin typeface="+mn-lt"/>
                <a:ea typeface="+mn-ea"/>
                <a:cs typeface="Segoe Sans Small" pitchFamily="2" charset="0"/>
              </a:defRPr>
            </a:lvl1pPr>
          </a:lstStyle>
          <a:p>
            <a:r>
              <a:rPr lang="en-US"/>
              <a:t>Drag &amp; drop your photo here </a:t>
            </a:r>
            <a:br>
              <a:rPr lang="en-US"/>
            </a:br>
            <a:r>
              <a:rPr lang="en-US"/>
              <a:t>or click or tap icon below to insert</a:t>
            </a:r>
          </a:p>
        </p:txBody>
      </p:sp>
      <p:sp>
        <p:nvSpPr>
          <p:cNvPr id="14" name="Text Placeholder 3">
            <a:extLst>
              <a:ext uri="{FF2B5EF4-FFF2-40B4-BE49-F238E27FC236}">
                <a16:creationId xmlns:a16="http://schemas.microsoft.com/office/drawing/2014/main" id="{8AD287B4-D736-4707-854D-BEA62EF2BBCF}"/>
              </a:ext>
            </a:extLst>
          </p:cNvPr>
          <p:cNvSpPr>
            <a:spLocks noGrp="1"/>
          </p:cNvSpPr>
          <p:nvPr>
            <p:ph type="body" sz="quarter" idx="17"/>
          </p:nvPr>
        </p:nvSpPr>
        <p:spPr>
          <a:xfrm>
            <a:off x="3487250" y="4800600"/>
            <a:ext cx="2313432" cy="553998"/>
          </a:xfrm>
        </p:spPr>
        <p:txBody>
          <a:bodyPr/>
          <a:lstStyle>
            <a:lvl1pPr marL="0" indent="0" algn="ctr">
              <a:spcBef>
                <a:spcPts val="0"/>
              </a:spcBef>
              <a:buNone/>
              <a:defRPr lang="en-US" sz="1800" b="0" i="0" kern="1200" spc="0" baseline="0" dirty="0">
                <a:solidFill>
                  <a:schemeClr val="tx1"/>
                </a:solidFill>
                <a:latin typeface="+mn-lt"/>
                <a:ea typeface="+mn-ea"/>
                <a:cs typeface="Segoe UI" panose="020B0502040204020203" pitchFamily="34" charset="0"/>
              </a:defRPr>
            </a:lvl1pPr>
          </a:lstStyle>
          <a:p>
            <a:pPr marL="0" marR="0" lvl="0" indent="0" algn="ctr"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Master text styles</a:t>
            </a:r>
          </a:p>
        </p:txBody>
      </p:sp>
      <p:sp>
        <p:nvSpPr>
          <p:cNvPr id="18" name="Picture Placeholder" descr="This photo is a 'placeholder' only. Drag or drop your photo here, or click and tap the center to insert a photo.">
            <a:extLst>
              <a:ext uri="{FF2B5EF4-FFF2-40B4-BE49-F238E27FC236}">
                <a16:creationId xmlns:a16="http://schemas.microsoft.com/office/drawing/2014/main" id="{9B56ECFD-6AA2-4EC5-A445-D1E0952199EC}"/>
              </a:ext>
            </a:extLst>
          </p:cNvPr>
          <p:cNvSpPr>
            <a:spLocks noGrp="1" noChangeAspect="1"/>
          </p:cNvSpPr>
          <p:nvPr>
            <p:ph type="pic" sz="quarter" idx="20" hasCustomPrompt="1"/>
          </p:nvPr>
        </p:nvSpPr>
        <p:spPr bwMode="ltGray">
          <a:xfrm>
            <a:off x="6390300" y="2286000"/>
            <a:ext cx="2313432" cy="2313432"/>
          </a:xfrm>
          <a:prstGeom prst="ellipse">
            <a:avLst/>
          </a:prstGeom>
          <a:solidFill>
            <a:schemeClr val="bg2"/>
          </a:solidFill>
        </p:spPr>
        <p:txBody>
          <a:bodyPr lIns="0" tIns="0" rIns="0" bIns="594360" anchor="ctr" anchorCtr="0">
            <a:noAutofit/>
          </a:bodyPr>
          <a:lstStyle>
            <a:lvl1pPr marL="0" indent="0" algn="ctr">
              <a:lnSpc>
                <a:spcPct val="100000"/>
              </a:lnSpc>
              <a:buNone/>
              <a:defRPr lang="en-US" sz="800" b="0" i="0" kern="1200" spc="0" baseline="0" dirty="0">
                <a:solidFill>
                  <a:schemeClr val="tx1"/>
                </a:solidFill>
                <a:latin typeface="+mn-lt"/>
                <a:ea typeface="+mn-ea"/>
                <a:cs typeface="Segoe Sans Small" pitchFamily="2" charset="0"/>
              </a:defRPr>
            </a:lvl1pPr>
          </a:lstStyle>
          <a:p>
            <a:r>
              <a:rPr lang="en-US"/>
              <a:t>Drag &amp; drop your photo here </a:t>
            </a:r>
            <a:br>
              <a:rPr lang="en-US"/>
            </a:br>
            <a:r>
              <a:rPr lang="en-US"/>
              <a:t>or click or tap icon below to insert</a:t>
            </a:r>
          </a:p>
        </p:txBody>
      </p:sp>
      <p:sp>
        <p:nvSpPr>
          <p:cNvPr id="15" name="Text Placeholder 3">
            <a:extLst>
              <a:ext uri="{FF2B5EF4-FFF2-40B4-BE49-F238E27FC236}">
                <a16:creationId xmlns:a16="http://schemas.microsoft.com/office/drawing/2014/main" id="{9ED5A27F-D9D2-4DCB-8422-4694477ECA88}"/>
              </a:ext>
            </a:extLst>
          </p:cNvPr>
          <p:cNvSpPr>
            <a:spLocks noGrp="1"/>
          </p:cNvSpPr>
          <p:nvPr>
            <p:ph type="body" sz="quarter" idx="18"/>
          </p:nvPr>
        </p:nvSpPr>
        <p:spPr>
          <a:xfrm>
            <a:off x="6390300" y="4800600"/>
            <a:ext cx="2313432" cy="553998"/>
          </a:xfrm>
        </p:spPr>
        <p:txBody>
          <a:bodyPr/>
          <a:lstStyle>
            <a:lvl1pPr marL="0" indent="0" algn="ctr">
              <a:spcBef>
                <a:spcPts val="0"/>
              </a:spcBef>
              <a:buNone/>
              <a:defRPr lang="en-US" sz="1800" b="0" i="0" kern="1200" spc="0" baseline="0" dirty="0">
                <a:solidFill>
                  <a:schemeClr val="tx1"/>
                </a:solidFill>
                <a:latin typeface="+mn-lt"/>
                <a:ea typeface="+mn-ea"/>
                <a:cs typeface="Segoe UI" panose="020B0502040204020203" pitchFamily="34" charset="0"/>
              </a:defRPr>
            </a:lvl1pPr>
          </a:lstStyle>
          <a:p>
            <a:pPr marL="0" marR="0" lvl="0" indent="0" algn="ctr"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F78E1D3B-7D6F-4EFD-9EB2-E1A27309D6AF}"/>
              </a:ext>
            </a:extLst>
          </p:cNvPr>
          <p:cNvSpPr>
            <a:spLocks noGrp="1" noChangeAspect="1"/>
          </p:cNvSpPr>
          <p:nvPr>
            <p:ph type="pic" sz="quarter" idx="21" hasCustomPrompt="1"/>
          </p:nvPr>
        </p:nvSpPr>
        <p:spPr bwMode="ltGray">
          <a:xfrm>
            <a:off x="9293351" y="2286000"/>
            <a:ext cx="2313432" cy="2313432"/>
          </a:xfrm>
          <a:prstGeom prst="ellipse">
            <a:avLst/>
          </a:prstGeom>
          <a:solidFill>
            <a:schemeClr val="bg2"/>
          </a:solidFill>
        </p:spPr>
        <p:txBody>
          <a:bodyPr lIns="0" tIns="0" rIns="0" bIns="594360" anchor="ctr" anchorCtr="0">
            <a:noAutofit/>
          </a:bodyPr>
          <a:lstStyle>
            <a:lvl1pPr marL="0" indent="0" algn="ctr">
              <a:lnSpc>
                <a:spcPct val="100000"/>
              </a:lnSpc>
              <a:buNone/>
              <a:defRPr lang="en-US" sz="800" b="0" i="0" kern="1200" spc="0" baseline="0" dirty="0">
                <a:solidFill>
                  <a:schemeClr val="tx1"/>
                </a:solidFill>
                <a:latin typeface="+mn-lt"/>
                <a:ea typeface="+mn-ea"/>
                <a:cs typeface="Segoe Sans Small" pitchFamily="2" charset="0"/>
              </a:defRPr>
            </a:lvl1pPr>
          </a:lstStyle>
          <a:p>
            <a:r>
              <a:rPr lang="en-US"/>
              <a:t>Drag &amp; drop your photo here </a:t>
            </a:r>
          </a:p>
          <a:p>
            <a:r>
              <a:rPr lang="en-US"/>
              <a:t>or click or tap icon below to insert</a:t>
            </a:r>
          </a:p>
        </p:txBody>
      </p:sp>
      <p:sp>
        <p:nvSpPr>
          <p:cNvPr id="12" name="Text Placeholder 3">
            <a:extLst>
              <a:ext uri="{FF2B5EF4-FFF2-40B4-BE49-F238E27FC236}">
                <a16:creationId xmlns:a16="http://schemas.microsoft.com/office/drawing/2014/main" id="{3BB2FF62-05DC-462E-808C-4DDE1C65392C}"/>
              </a:ext>
            </a:extLst>
          </p:cNvPr>
          <p:cNvSpPr>
            <a:spLocks noGrp="1"/>
          </p:cNvSpPr>
          <p:nvPr>
            <p:ph type="body" sz="quarter" idx="22"/>
          </p:nvPr>
        </p:nvSpPr>
        <p:spPr>
          <a:xfrm>
            <a:off x="9293351" y="4800600"/>
            <a:ext cx="2313432" cy="553998"/>
          </a:xfrm>
        </p:spPr>
        <p:txBody>
          <a:bodyPr/>
          <a:lstStyle>
            <a:lvl1pPr marL="0" indent="0" algn="ctr">
              <a:spcBef>
                <a:spcPts val="0"/>
              </a:spcBef>
              <a:buNone/>
              <a:defRPr lang="en-US" sz="1800" b="0" i="0" kern="1200" spc="0" baseline="0" dirty="0">
                <a:solidFill>
                  <a:schemeClr val="tx1"/>
                </a:solidFill>
                <a:latin typeface="+mn-lt"/>
                <a:ea typeface="+mn-ea"/>
                <a:cs typeface="Segoe UI" panose="020B0502040204020203" pitchFamily="34" charset="0"/>
              </a:defRPr>
            </a:lvl1pPr>
          </a:lstStyle>
          <a:p>
            <a:pPr marL="0" marR="0" lvl="0" indent="0" algn="ctr"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Master text styles</a:t>
            </a:r>
          </a:p>
        </p:txBody>
      </p:sp>
      <p:sp>
        <p:nvSpPr>
          <p:cNvPr id="3" name="TextBox 2">
            <a:extLst>
              <a:ext uri="{FF2B5EF4-FFF2-40B4-BE49-F238E27FC236}">
                <a16:creationId xmlns:a16="http://schemas.microsoft.com/office/drawing/2014/main" id="{67A72D6D-004C-4F57-AD34-F1019A756073}"/>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b="0" i="0">
                <a:solidFill>
                  <a:srgbClr val="A3A3A3"/>
                </a:solidFill>
                <a:latin typeface="Segoe UI" panose="020B0502040204020203" pitchFamily="34" charset="0"/>
              </a:rPr>
              <a:t>ELT layout</a:t>
            </a:r>
          </a:p>
        </p:txBody>
      </p:sp>
    </p:spTree>
    <p:extLst>
      <p:ext uri="{BB962C8B-B14F-4D97-AF65-F5344CB8AC3E}">
        <p14:creationId xmlns:p14="http://schemas.microsoft.com/office/powerpoint/2010/main" val="1783893900"/>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3024">
          <p15:clr>
            <a:srgbClr val="5ACBF0"/>
          </p15:clr>
        </p15:guide>
        <p15:guide id="3" pos="4025">
          <p15:clr>
            <a:srgbClr val="5ACBF0"/>
          </p15:clr>
        </p15:guide>
        <p15:guide id="5" pos="5854">
          <p15:clr>
            <a:srgbClr val="5ACBF0"/>
          </p15:clr>
        </p15:guide>
        <p15:guide id="7" pos="3654">
          <p15:clr>
            <a:srgbClr val="5ACBF0"/>
          </p15:clr>
        </p15:guide>
        <p15:guide id="8" pos="2195">
          <p15:clr>
            <a:srgbClr val="5ACBF0"/>
          </p15:clr>
        </p15:guide>
        <p15:guide id="10" pos="2926">
          <p15:clr>
            <a:srgbClr val="5ACBF0"/>
          </p15:clr>
        </p15:guide>
        <p15:guide id="11" pos="4756">
          <p15:clr>
            <a:srgbClr val="5ACBF0"/>
          </p15:clr>
        </p15:guide>
        <p15:guide id="12" pos="6581">
          <p15:clr>
            <a:srgbClr val="5ACBF0"/>
          </p15:clr>
        </p15:guide>
        <p15:guide id="13" pos="1097">
          <p15:clr>
            <a:srgbClr val="5ACBF0"/>
          </p15:clr>
        </p15:guide>
        <p15:guide id="14" orient="horz" pos="1440">
          <p15:clr>
            <a:srgbClr val="5ACBF0"/>
          </p15:clr>
        </p15:guide>
        <p15:guide id="15" pos="1826">
          <p15:clr>
            <a:srgbClr val="5ACBF0"/>
          </p15:clr>
        </p15:guide>
        <p15:guide id="18" pos="5483">
          <p15:clr>
            <a:srgbClr val="5ACBF0"/>
          </p15:clr>
        </p15:guide>
        <p15:guide id="19" orient="horz" pos="2898">
          <p15:clr>
            <a:srgbClr val="5ACBF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Five Round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33D211-079C-4884-AB74-BFA812A63FE8}"/>
              </a:ext>
            </a:extLst>
          </p:cNvPr>
          <p:cNvSpPr>
            <a:spLocks noGrp="1"/>
          </p:cNvSpPr>
          <p:nvPr>
            <p:ph type="title"/>
          </p:nvPr>
        </p:nvSpPr>
        <p:spPr>
          <a:xfrm>
            <a:off x="588263" y="583007"/>
            <a:ext cx="11018520" cy="1115568"/>
          </a:xfrm>
        </p:spPr>
        <p:txBody>
          <a:bodyPr anchor="ctr"/>
          <a:lstStyle>
            <a:lvl1pPr algn="ctr">
              <a:defRPr/>
            </a:lvl1pPr>
          </a:lstStyle>
          <a:p>
            <a:r>
              <a:rPr lang="en-US"/>
              <a:t>Click to edit Master title style</a:t>
            </a:r>
          </a:p>
        </p:txBody>
      </p:sp>
      <p:sp>
        <p:nvSpPr>
          <p:cNvPr id="16" name="Picture Placeholder" descr="This photo is a 'placeholder' only. Drag or drop your photo here, or click and tap the center to insert a photo.">
            <a:extLst>
              <a:ext uri="{FF2B5EF4-FFF2-40B4-BE49-F238E27FC236}">
                <a16:creationId xmlns:a16="http://schemas.microsoft.com/office/drawing/2014/main" id="{5757E314-6417-4051-A2CD-D3614CAA6A78}"/>
              </a:ext>
            </a:extLst>
          </p:cNvPr>
          <p:cNvSpPr>
            <a:spLocks noGrp="1" noChangeAspect="1"/>
          </p:cNvSpPr>
          <p:nvPr>
            <p:ph type="pic" sz="quarter" idx="13" hasCustomPrompt="1"/>
          </p:nvPr>
        </p:nvSpPr>
        <p:spPr bwMode="ltGray">
          <a:xfrm>
            <a:off x="584200" y="2286000"/>
            <a:ext cx="1737360" cy="1737360"/>
          </a:xfrm>
          <a:prstGeom prst="ellipse">
            <a:avLst/>
          </a:prstGeom>
          <a:solidFill>
            <a:schemeClr val="bg2"/>
          </a:solidFill>
        </p:spPr>
        <p:txBody>
          <a:bodyPr lIns="0" tIns="0" rIns="0" bIns="594360" anchor="ctr" anchorCtr="0">
            <a:noAutofit/>
          </a:bodyPr>
          <a:lstStyle>
            <a:lvl1pPr marL="0" indent="0" algn="ctr">
              <a:lnSpc>
                <a:spcPct val="100000"/>
              </a:lnSpc>
              <a:buNone/>
              <a:defRPr lang="en-US" sz="600" b="0" i="0" kern="1200" spc="0" baseline="0" dirty="0">
                <a:solidFill>
                  <a:schemeClr val="tx1"/>
                </a:solidFill>
                <a:latin typeface="+mn-lt"/>
                <a:ea typeface="+mn-ea"/>
                <a:cs typeface="Segoe Sans Small" pitchFamily="2" charset="0"/>
              </a:defRPr>
            </a:lvl1pPr>
          </a:lstStyle>
          <a:p>
            <a:r>
              <a:rPr lang="en-US"/>
              <a:t>Drag &amp; drop your photo here </a:t>
            </a:r>
            <a:br>
              <a:rPr lang="en-US"/>
            </a:br>
            <a:r>
              <a:rPr lang="en-US"/>
              <a:t>or click or tap icon below to insert</a:t>
            </a:r>
          </a:p>
        </p:txBody>
      </p:sp>
      <p:sp>
        <p:nvSpPr>
          <p:cNvPr id="13" name="Text Placeholder 3">
            <a:extLst>
              <a:ext uri="{FF2B5EF4-FFF2-40B4-BE49-F238E27FC236}">
                <a16:creationId xmlns:a16="http://schemas.microsoft.com/office/drawing/2014/main" id="{5BBECFAF-80A0-4620-8865-87562DFB497B}"/>
              </a:ext>
            </a:extLst>
          </p:cNvPr>
          <p:cNvSpPr>
            <a:spLocks noGrp="1"/>
          </p:cNvSpPr>
          <p:nvPr>
            <p:ph type="body" sz="quarter" idx="16"/>
          </p:nvPr>
        </p:nvSpPr>
        <p:spPr>
          <a:xfrm>
            <a:off x="584200" y="4235450"/>
            <a:ext cx="1737360" cy="830997"/>
          </a:xfrm>
        </p:spPr>
        <p:txBody>
          <a:bodyPr/>
          <a:lstStyle>
            <a:lvl1pPr marL="0" indent="0" algn="ctr">
              <a:spcBef>
                <a:spcPts val="0"/>
              </a:spcBef>
              <a:buNone/>
              <a:defRPr sz="1800" b="0" i="0">
                <a:latin typeface="+mn-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E5577FC3-49F5-4B04-AFD3-AA0A57BA8355}"/>
              </a:ext>
            </a:extLst>
          </p:cNvPr>
          <p:cNvSpPr>
            <a:spLocks noGrp="1" noChangeAspect="1"/>
          </p:cNvSpPr>
          <p:nvPr>
            <p:ph type="pic" sz="quarter" idx="19" hasCustomPrompt="1"/>
          </p:nvPr>
        </p:nvSpPr>
        <p:spPr bwMode="ltGray">
          <a:xfrm>
            <a:off x="2905506" y="2286000"/>
            <a:ext cx="1737360" cy="1737360"/>
          </a:xfrm>
          <a:prstGeom prst="ellipse">
            <a:avLst/>
          </a:prstGeom>
          <a:solidFill>
            <a:schemeClr val="bg2"/>
          </a:solidFill>
        </p:spPr>
        <p:txBody>
          <a:bodyPr lIns="0" tIns="0" rIns="0" bIns="594360" anchor="ctr" anchorCtr="0">
            <a:noAutofit/>
          </a:bodyPr>
          <a:lstStyle>
            <a:lvl1pPr marL="0" indent="0" algn="ctr">
              <a:lnSpc>
                <a:spcPct val="100000"/>
              </a:lnSpc>
              <a:buNone/>
              <a:defRPr lang="en-US" sz="600" b="0" i="0" kern="1200" spc="0" baseline="0" dirty="0">
                <a:solidFill>
                  <a:schemeClr val="tx1"/>
                </a:solidFill>
                <a:latin typeface="+mn-lt"/>
                <a:ea typeface="+mn-ea"/>
                <a:cs typeface="Segoe Sans Small" pitchFamily="2" charset="0"/>
              </a:defRPr>
            </a:lvl1pPr>
          </a:lstStyle>
          <a:p>
            <a:r>
              <a:rPr lang="en-US"/>
              <a:t>Drag &amp; drop your photo here </a:t>
            </a:r>
            <a:br>
              <a:rPr lang="en-US"/>
            </a:br>
            <a:r>
              <a:rPr lang="en-US"/>
              <a:t>or click or tap icon below to insert</a:t>
            </a:r>
          </a:p>
        </p:txBody>
      </p:sp>
      <p:sp>
        <p:nvSpPr>
          <p:cNvPr id="14" name="Text Placeholder 3">
            <a:extLst>
              <a:ext uri="{FF2B5EF4-FFF2-40B4-BE49-F238E27FC236}">
                <a16:creationId xmlns:a16="http://schemas.microsoft.com/office/drawing/2014/main" id="{8AD287B4-D736-4707-854D-BEA62EF2BBCF}"/>
              </a:ext>
            </a:extLst>
          </p:cNvPr>
          <p:cNvSpPr>
            <a:spLocks noGrp="1"/>
          </p:cNvSpPr>
          <p:nvPr>
            <p:ph type="body" sz="quarter" idx="17"/>
          </p:nvPr>
        </p:nvSpPr>
        <p:spPr>
          <a:xfrm>
            <a:off x="2905506" y="4235450"/>
            <a:ext cx="1737360" cy="830997"/>
          </a:xfrm>
        </p:spPr>
        <p:txBody>
          <a:bodyPr/>
          <a:lstStyle>
            <a:lvl1pPr marL="0" indent="0" algn="ctr">
              <a:spcBef>
                <a:spcPts val="0"/>
              </a:spcBef>
              <a:buNone/>
              <a:defRPr lang="en-US" sz="1800" b="0" i="0" kern="1200" spc="0" baseline="0" dirty="0">
                <a:solidFill>
                  <a:schemeClr val="tx1"/>
                </a:solidFill>
                <a:latin typeface="+mn-lt"/>
                <a:ea typeface="+mn-ea"/>
                <a:cs typeface="Segoe UI" panose="020B0502040204020203" pitchFamily="34" charset="0"/>
              </a:defRPr>
            </a:lvl1pPr>
          </a:lstStyle>
          <a:p>
            <a:pPr marL="0" marR="0" lvl="0" indent="0" algn="ctr"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Master text styles</a:t>
            </a:r>
          </a:p>
        </p:txBody>
      </p:sp>
      <p:sp>
        <p:nvSpPr>
          <p:cNvPr id="18" name="Picture Placeholder" descr="This photo is a 'placeholder' only. Drag or drop your photo here, or click and tap the center to insert a photo.">
            <a:extLst>
              <a:ext uri="{FF2B5EF4-FFF2-40B4-BE49-F238E27FC236}">
                <a16:creationId xmlns:a16="http://schemas.microsoft.com/office/drawing/2014/main" id="{9B56ECFD-6AA2-4EC5-A445-D1E0952199EC}"/>
              </a:ext>
            </a:extLst>
          </p:cNvPr>
          <p:cNvSpPr>
            <a:spLocks noGrp="1" noChangeAspect="1"/>
          </p:cNvSpPr>
          <p:nvPr>
            <p:ph type="pic" sz="quarter" idx="20" hasCustomPrompt="1"/>
          </p:nvPr>
        </p:nvSpPr>
        <p:spPr bwMode="ltGray">
          <a:xfrm>
            <a:off x="5227320" y="2286000"/>
            <a:ext cx="1737360" cy="1737360"/>
          </a:xfrm>
          <a:prstGeom prst="ellipse">
            <a:avLst/>
          </a:prstGeom>
          <a:solidFill>
            <a:schemeClr val="bg2"/>
          </a:solidFill>
        </p:spPr>
        <p:txBody>
          <a:bodyPr lIns="0" tIns="0" rIns="0" bIns="594360" anchor="ctr" anchorCtr="0">
            <a:noAutofit/>
          </a:bodyPr>
          <a:lstStyle>
            <a:lvl1pPr marL="0" indent="0" algn="ctr">
              <a:lnSpc>
                <a:spcPct val="100000"/>
              </a:lnSpc>
              <a:buNone/>
              <a:defRPr lang="en-US" sz="600" b="0" i="0" kern="1200" spc="0" baseline="0" dirty="0">
                <a:solidFill>
                  <a:schemeClr val="tx1"/>
                </a:solidFill>
                <a:latin typeface="+mn-lt"/>
                <a:ea typeface="+mn-ea"/>
                <a:cs typeface="Segoe Sans Small" pitchFamily="2" charset="0"/>
              </a:defRPr>
            </a:lvl1pPr>
          </a:lstStyle>
          <a:p>
            <a:r>
              <a:rPr lang="en-US"/>
              <a:t>Drag &amp; drop your photo here </a:t>
            </a:r>
            <a:br>
              <a:rPr lang="en-US"/>
            </a:br>
            <a:r>
              <a:rPr lang="en-US"/>
              <a:t>or click or tap icon below to insert</a:t>
            </a:r>
          </a:p>
        </p:txBody>
      </p:sp>
      <p:sp>
        <p:nvSpPr>
          <p:cNvPr id="15" name="Text Placeholder 3">
            <a:extLst>
              <a:ext uri="{FF2B5EF4-FFF2-40B4-BE49-F238E27FC236}">
                <a16:creationId xmlns:a16="http://schemas.microsoft.com/office/drawing/2014/main" id="{9ED5A27F-D9D2-4DCB-8422-4694477ECA88}"/>
              </a:ext>
            </a:extLst>
          </p:cNvPr>
          <p:cNvSpPr>
            <a:spLocks noGrp="1"/>
          </p:cNvSpPr>
          <p:nvPr>
            <p:ph type="body" sz="quarter" idx="18"/>
          </p:nvPr>
        </p:nvSpPr>
        <p:spPr>
          <a:xfrm>
            <a:off x="5227320" y="4235451"/>
            <a:ext cx="1737360" cy="830997"/>
          </a:xfrm>
        </p:spPr>
        <p:txBody>
          <a:bodyPr/>
          <a:lstStyle>
            <a:lvl1pPr marL="0" indent="0" algn="ctr">
              <a:spcBef>
                <a:spcPts val="0"/>
              </a:spcBef>
              <a:buNone/>
              <a:defRPr lang="en-US" sz="1800" b="0" i="0" kern="1200" spc="0" baseline="0" dirty="0">
                <a:solidFill>
                  <a:schemeClr val="tx1"/>
                </a:solidFill>
                <a:latin typeface="+mn-lt"/>
                <a:ea typeface="+mn-ea"/>
                <a:cs typeface="Segoe UI" panose="020B0502040204020203" pitchFamily="34" charset="0"/>
              </a:defRPr>
            </a:lvl1pPr>
          </a:lstStyle>
          <a:p>
            <a:pPr marL="0" marR="0" lvl="0" indent="0" algn="ctr"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F78E1D3B-7D6F-4EFD-9EB2-E1A27309D6AF}"/>
              </a:ext>
            </a:extLst>
          </p:cNvPr>
          <p:cNvSpPr>
            <a:spLocks noGrp="1" noChangeAspect="1"/>
          </p:cNvSpPr>
          <p:nvPr>
            <p:ph type="pic" sz="quarter" idx="21" hasCustomPrompt="1"/>
          </p:nvPr>
        </p:nvSpPr>
        <p:spPr bwMode="ltGray">
          <a:xfrm>
            <a:off x="7548118" y="2286000"/>
            <a:ext cx="1737360" cy="1737360"/>
          </a:xfrm>
          <a:prstGeom prst="ellipse">
            <a:avLst/>
          </a:prstGeom>
          <a:solidFill>
            <a:schemeClr val="bg2"/>
          </a:solidFill>
        </p:spPr>
        <p:txBody>
          <a:bodyPr lIns="0" tIns="0" rIns="0" bIns="594360" anchor="ctr" anchorCtr="0">
            <a:noAutofit/>
          </a:bodyPr>
          <a:lstStyle>
            <a:lvl1pPr marL="0" indent="0" algn="ctr">
              <a:lnSpc>
                <a:spcPct val="100000"/>
              </a:lnSpc>
              <a:buNone/>
              <a:defRPr lang="en-US" sz="600" b="0" i="0" kern="1200" spc="0" baseline="0" dirty="0">
                <a:solidFill>
                  <a:schemeClr val="tx1"/>
                </a:solidFill>
                <a:latin typeface="+mn-lt"/>
                <a:ea typeface="+mn-ea"/>
                <a:cs typeface="Segoe Sans Small" pitchFamily="2" charset="0"/>
              </a:defRPr>
            </a:lvl1pPr>
          </a:lstStyle>
          <a:p>
            <a:r>
              <a:rPr lang="en-US"/>
              <a:t>Drag &amp; drop your photo here </a:t>
            </a:r>
            <a:br>
              <a:rPr lang="en-US"/>
            </a:br>
            <a:r>
              <a:rPr lang="en-US"/>
              <a:t>or click or tap icon below to insert</a:t>
            </a:r>
          </a:p>
        </p:txBody>
      </p:sp>
      <p:sp>
        <p:nvSpPr>
          <p:cNvPr id="12" name="Text Placeholder 3">
            <a:extLst>
              <a:ext uri="{FF2B5EF4-FFF2-40B4-BE49-F238E27FC236}">
                <a16:creationId xmlns:a16="http://schemas.microsoft.com/office/drawing/2014/main" id="{3BB2FF62-05DC-462E-808C-4DDE1C65392C}"/>
              </a:ext>
            </a:extLst>
          </p:cNvPr>
          <p:cNvSpPr>
            <a:spLocks noGrp="1"/>
          </p:cNvSpPr>
          <p:nvPr>
            <p:ph type="body" sz="quarter" idx="22"/>
          </p:nvPr>
        </p:nvSpPr>
        <p:spPr>
          <a:xfrm>
            <a:off x="7548118" y="4235450"/>
            <a:ext cx="1737360" cy="830997"/>
          </a:xfrm>
        </p:spPr>
        <p:txBody>
          <a:bodyPr/>
          <a:lstStyle>
            <a:lvl1pPr marL="0" indent="0" algn="ctr">
              <a:spcBef>
                <a:spcPts val="0"/>
              </a:spcBef>
              <a:buNone/>
              <a:defRPr lang="en-US" sz="1800" b="0" i="0" kern="1200" spc="0" baseline="0" dirty="0">
                <a:solidFill>
                  <a:schemeClr val="tx1"/>
                </a:solidFill>
                <a:latin typeface="+mn-lt"/>
                <a:ea typeface="+mn-ea"/>
                <a:cs typeface="Segoe UI" panose="020B0502040204020203" pitchFamily="34" charset="0"/>
              </a:defRPr>
            </a:lvl1pPr>
          </a:lstStyle>
          <a:p>
            <a:pPr marL="0" marR="0" lvl="0" indent="0" algn="ctr"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Master text styles</a:t>
            </a:r>
          </a:p>
        </p:txBody>
      </p:sp>
      <p:sp>
        <p:nvSpPr>
          <p:cNvPr id="19" name="Picture Placeholder" descr="This photo is a 'placeholder' only. Drag or drop your photo here, or click and tap the center to insert a photo.">
            <a:extLst>
              <a:ext uri="{FF2B5EF4-FFF2-40B4-BE49-F238E27FC236}">
                <a16:creationId xmlns:a16="http://schemas.microsoft.com/office/drawing/2014/main" id="{E4DC3400-0B11-4EA0-9B8D-6FADE6964F37}"/>
              </a:ext>
            </a:extLst>
          </p:cNvPr>
          <p:cNvSpPr>
            <a:spLocks noGrp="1" noChangeAspect="1"/>
          </p:cNvSpPr>
          <p:nvPr>
            <p:ph type="pic" sz="quarter" idx="23" hasCustomPrompt="1"/>
          </p:nvPr>
        </p:nvSpPr>
        <p:spPr bwMode="ltGray">
          <a:xfrm>
            <a:off x="9869423" y="2286000"/>
            <a:ext cx="1737360" cy="1737360"/>
          </a:xfrm>
          <a:prstGeom prst="ellipse">
            <a:avLst/>
          </a:prstGeom>
          <a:solidFill>
            <a:schemeClr val="bg2"/>
          </a:solidFill>
        </p:spPr>
        <p:txBody>
          <a:bodyPr lIns="0" tIns="0" rIns="0" bIns="594360" anchor="ctr" anchorCtr="0">
            <a:noAutofit/>
          </a:bodyPr>
          <a:lstStyle>
            <a:lvl1pPr marL="0" indent="0" algn="ctr">
              <a:lnSpc>
                <a:spcPct val="100000"/>
              </a:lnSpc>
              <a:buNone/>
              <a:defRPr lang="en-US" sz="600" b="0" i="0" kern="1200" spc="0" baseline="0" dirty="0">
                <a:solidFill>
                  <a:schemeClr val="tx1"/>
                </a:solidFill>
                <a:latin typeface="+mn-lt"/>
                <a:ea typeface="+mn-ea"/>
                <a:cs typeface="Segoe Sans Small" pitchFamily="2" charset="0"/>
              </a:defRPr>
            </a:lvl1pPr>
          </a:lstStyle>
          <a:p>
            <a:r>
              <a:rPr lang="en-US"/>
              <a:t>Drag &amp; drop your photo here </a:t>
            </a:r>
            <a:br>
              <a:rPr lang="en-US"/>
            </a:br>
            <a:r>
              <a:rPr lang="en-US"/>
              <a:t>or click or tap icon below to insert</a:t>
            </a:r>
          </a:p>
        </p:txBody>
      </p:sp>
      <p:sp>
        <p:nvSpPr>
          <p:cNvPr id="20" name="Text Placeholder 3">
            <a:extLst>
              <a:ext uri="{FF2B5EF4-FFF2-40B4-BE49-F238E27FC236}">
                <a16:creationId xmlns:a16="http://schemas.microsoft.com/office/drawing/2014/main" id="{133C357E-ECC0-485F-9033-5D4DEC8774BB}"/>
              </a:ext>
            </a:extLst>
          </p:cNvPr>
          <p:cNvSpPr>
            <a:spLocks noGrp="1"/>
          </p:cNvSpPr>
          <p:nvPr>
            <p:ph type="body" sz="quarter" idx="24"/>
          </p:nvPr>
        </p:nvSpPr>
        <p:spPr>
          <a:xfrm>
            <a:off x="9869423" y="4235450"/>
            <a:ext cx="1737360" cy="830997"/>
          </a:xfrm>
        </p:spPr>
        <p:txBody>
          <a:bodyPr/>
          <a:lstStyle>
            <a:lvl1pPr marL="0" indent="0" algn="ctr">
              <a:spcBef>
                <a:spcPts val="0"/>
              </a:spcBef>
              <a:buNone/>
              <a:defRPr lang="en-US" sz="1800" b="0" i="0" kern="1200" spc="0" baseline="0" dirty="0">
                <a:solidFill>
                  <a:schemeClr val="tx1"/>
                </a:solidFill>
                <a:latin typeface="+mn-lt"/>
                <a:ea typeface="+mn-ea"/>
                <a:cs typeface="Segoe UI" panose="020B0502040204020203" pitchFamily="34" charset="0"/>
              </a:defRPr>
            </a:lvl1pPr>
          </a:lstStyle>
          <a:p>
            <a:pPr marL="0" marR="0" lvl="0" indent="0" algn="ctr"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a:t>Click to edit Master text styles</a:t>
            </a:r>
          </a:p>
        </p:txBody>
      </p:sp>
      <p:sp>
        <p:nvSpPr>
          <p:cNvPr id="3" name="TextBox 2">
            <a:extLst>
              <a:ext uri="{FF2B5EF4-FFF2-40B4-BE49-F238E27FC236}">
                <a16:creationId xmlns:a16="http://schemas.microsoft.com/office/drawing/2014/main" id="{67A72D6D-004C-4F57-AD34-F1019A756073}"/>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b="0" i="0">
                <a:solidFill>
                  <a:srgbClr val="A3A3A3"/>
                </a:solidFill>
                <a:latin typeface="Segoe UI" panose="020B0502040204020203" pitchFamily="34" charset="0"/>
              </a:rPr>
              <a:t>ELT layout</a:t>
            </a:r>
          </a:p>
        </p:txBody>
      </p:sp>
    </p:spTree>
    <p:extLst>
      <p:ext uri="{BB962C8B-B14F-4D97-AF65-F5344CB8AC3E}">
        <p14:creationId xmlns:p14="http://schemas.microsoft.com/office/powerpoint/2010/main" val="657282263"/>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2664">
          <p15:clr>
            <a:srgbClr val="5ACBF0"/>
          </p15:clr>
        </p15:guide>
        <p15:guide id="3" pos="6216">
          <p15:clr>
            <a:srgbClr val="5ACBF0"/>
          </p15:clr>
        </p15:guide>
        <p15:guide id="5" pos="5850">
          <p15:clr>
            <a:srgbClr val="5ACBF0"/>
          </p15:clr>
        </p15:guide>
        <p15:guide id="7" pos="4392">
          <p15:clr>
            <a:srgbClr val="5ACBF0"/>
          </p15:clr>
        </p15:guide>
        <p15:guide id="8" pos="3292">
          <p15:clr>
            <a:srgbClr val="5ACBF0"/>
          </p15:clr>
        </p15:guide>
        <p15:guide id="10" pos="2926">
          <p15:clr>
            <a:srgbClr val="5ACBF0"/>
          </p15:clr>
        </p15:guide>
        <p15:guide id="11" pos="4754">
          <p15:clr>
            <a:srgbClr val="5ACBF0"/>
          </p15:clr>
        </p15:guide>
        <p15:guide id="13" pos="1464">
          <p15:clr>
            <a:srgbClr val="5ACBF0"/>
          </p15:clr>
        </p15:guide>
        <p15:guide id="14" orient="horz" pos="1440">
          <p15:clr>
            <a:srgbClr val="5ACBF0"/>
          </p15:clr>
        </p15:guide>
        <p15:guide id="15" pos="1830">
          <p15:clr>
            <a:srgbClr val="5ACBF0"/>
          </p15:clr>
        </p15:guide>
        <p15:guide id="16" orient="horz" pos="2533">
          <p15:clr>
            <a:srgbClr val="5ACBF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Title &amp; Text Side By Side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5216" y="2309811"/>
            <a:ext cx="3182027" cy="3959217"/>
          </a:xfrm>
        </p:spPr>
        <p:txBody>
          <a:bodyPr anchor="t"/>
          <a:lstStyle>
            <a:lvl1pPr>
              <a:defRPr>
                <a:solidFill>
                  <a:schemeClr val="tx2"/>
                </a:solidFill>
              </a:defRPr>
            </a:lvl1pPr>
          </a:lstStyle>
          <a:p>
            <a:r>
              <a:rPr lang="en-US"/>
              <a:t>Title</a:t>
            </a:r>
          </a:p>
        </p:txBody>
      </p:sp>
      <p:sp>
        <p:nvSpPr>
          <p:cNvPr id="7" name="Text Placeholder 2">
            <a:extLst>
              <a:ext uri="{FF2B5EF4-FFF2-40B4-BE49-F238E27FC236}">
                <a16:creationId xmlns:a16="http://schemas.microsoft.com/office/drawing/2014/main" id="{7E9DBFD9-3E1E-4F19-AF15-56780F9C7927}"/>
              </a:ext>
            </a:extLst>
          </p:cNvPr>
          <p:cNvSpPr>
            <a:spLocks noGrp="1"/>
          </p:cNvSpPr>
          <p:nvPr>
            <p:ph type="body" sz="quarter" idx="11"/>
          </p:nvPr>
        </p:nvSpPr>
        <p:spPr>
          <a:xfrm>
            <a:off x="4356100" y="2309812"/>
            <a:ext cx="7253288" cy="430887"/>
          </a:xfrm>
        </p:spPr>
        <p:txBody>
          <a:bodyPr anchor="t"/>
          <a:lstStyle>
            <a:lvl1pPr marL="231775" indent="-231775">
              <a:spcAft>
                <a:spcPts val="600"/>
              </a:spcAft>
              <a:buFont typeface="Wingdings" panose="05000000000000000000" pitchFamily="2" charset="2"/>
              <a:buChar char=""/>
              <a:defRPr>
                <a:latin typeface="+mn-lt"/>
              </a:defRPr>
            </a:lvl1pPr>
          </a:lstStyle>
          <a:p>
            <a:pPr lvl="0"/>
            <a:r>
              <a:rPr lang="en-US"/>
              <a:t>Click to edit Master text styles</a:t>
            </a:r>
          </a:p>
        </p:txBody>
      </p:sp>
      <p:cxnSp>
        <p:nvCxnSpPr>
          <p:cNvPr id="5" name="Straight Connector 4">
            <a:extLst>
              <a:ext uri="{FF2B5EF4-FFF2-40B4-BE49-F238E27FC236}">
                <a16:creationId xmlns:a16="http://schemas.microsoft.com/office/drawing/2014/main" id="{C35867F2-3994-4092-B53B-5792FEE69887}"/>
              </a:ext>
              <a:ext uri="{C183D7F6-B498-43B3-948B-1728B52AA6E4}">
                <adec:decorative xmlns:adec="http://schemas.microsoft.com/office/drawing/2017/decorative" val="1"/>
              </a:ext>
            </a:extLst>
          </p:cNvPr>
          <p:cNvCxnSpPr>
            <a:cxnSpLocks/>
          </p:cNvCxnSpPr>
          <p:nvPr/>
        </p:nvCxnSpPr>
        <p:spPr>
          <a:xfrm>
            <a:off x="585216" y="2019300"/>
            <a:ext cx="3182112" cy="0"/>
          </a:xfrm>
          <a:prstGeom prst="line">
            <a:avLst/>
          </a:prstGeom>
          <a:ln w="28575">
            <a:solidFill>
              <a:schemeClr val="accent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49D8AF80-CAD5-4055-80AD-0B31EBCB52A9}"/>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b="0" i="0">
                <a:solidFill>
                  <a:srgbClr val="A3A3A3"/>
                </a:solidFill>
                <a:latin typeface="Segoe UI" panose="020B0502040204020203" pitchFamily="34" charset="0"/>
              </a:rPr>
              <a:t>ELT layout</a:t>
            </a:r>
          </a:p>
        </p:txBody>
      </p:sp>
      <p:cxnSp>
        <p:nvCxnSpPr>
          <p:cNvPr id="8" name="Straight Connector 7">
            <a:extLst>
              <a:ext uri="{FF2B5EF4-FFF2-40B4-BE49-F238E27FC236}">
                <a16:creationId xmlns:a16="http://schemas.microsoft.com/office/drawing/2014/main" id="{DF1A9F7D-F14E-4BCE-9EB4-D9EF47B67809}"/>
              </a:ext>
              <a:ext uri="{C183D7F6-B498-43B3-948B-1728B52AA6E4}">
                <adec:decorative xmlns:adec="http://schemas.microsoft.com/office/drawing/2017/decorative" val="1"/>
              </a:ext>
            </a:extLst>
          </p:cNvPr>
          <p:cNvCxnSpPr>
            <a:cxnSpLocks/>
          </p:cNvCxnSpPr>
          <p:nvPr/>
        </p:nvCxnSpPr>
        <p:spPr>
          <a:xfrm>
            <a:off x="4354523" y="2019300"/>
            <a:ext cx="7254865" cy="0"/>
          </a:xfrm>
          <a:prstGeom prst="line">
            <a:avLst/>
          </a:prstGeom>
          <a:ln w="19050">
            <a:solidFill>
              <a:schemeClr val="tx1">
                <a:alpha val="30000"/>
              </a:schemeClr>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97217360"/>
      </p:ext>
    </p:extLst>
  </p:cSld>
  <p:clrMapOvr>
    <a:masterClrMapping/>
  </p:clrMapOvr>
  <p:transition>
    <p:fade/>
  </p:transition>
  <p:extLst>
    <p:ext uri="{DCECCB84-F9BA-43D5-87BE-67443E8EF086}">
      <p15:sldGuideLst xmlns:p15="http://schemas.microsoft.com/office/powerpoint/2012/main">
        <p15:guide id="13" pos="2744">
          <p15:clr>
            <a:srgbClr val="5ACBF0"/>
          </p15:clr>
        </p15:guide>
        <p15:guide id="29" orient="horz" pos="1272">
          <p15:clr>
            <a:srgbClr val="5ACBF0"/>
          </p15:clr>
        </p15:guide>
        <p15:guide id="30" pos="2376">
          <p15:clr>
            <a:srgbClr val="5ACBF0"/>
          </p15:clr>
        </p15:guide>
        <p15:guide id="32" orient="horz" pos="1455">
          <p15:clr>
            <a:srgbClr val="5ACBF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Title &amp; Text Side By Sid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8263" y="585788"/>
            <a:ext cx="3182027" cy="5683250"/>
          </a:xfrm>
        </p:spPr>
        <p:txBody>
          <a:bodyPr anchor="ctr"/>
          <a:lstStyle>
            <a:lvl1pPr>
              <a:defRPr/>
            </a:lvl1pPr>
          </a:lstStyle>
          <a:p>
            <a:r>
              <a:rPr lang="en-US"/>
              <a:t>Title</a:t>
            </a:r>
          </a:p>
        </p:txBody>
      </p:sp>
      <p:sp>
        <p:nvSpPr>
          <p:cNvPr id="3" name="Text Placeholder 2">
            <a:extLst>
              <a:ext uri="{FF2B5EF4-FFF2-40B4-BE49-F238E27FC236}">
                <a16:creationId xmlns:a16="http://schemas.microsoft.com/office/drawing/2014/main" id="{A4015781-2431-48C9-AEF1-52FBD41AF3FC}"/>
              </a:ext>
            </a:extLst>
          </p:cNvPr>
          <p:cNvSpPr>
            <a:spLocks noGrp="1"/>
          </p:cNvSpPr>
          <p:nvPr>
            <p:ph type="body" sz="quarter" idx="11"/>
          </p:nvPr>
        </p:nvSpPr>
        <p:spPr>
          <a:xfrm>
            <a:off x="4941888" y="585788"/>
            <a:ext cx="6667500" cy="5683249"/>
          </a:xfrm>
        </p:spPr>
        <p:txBody>
          <a:bodyPr anchor="ctr"/>
          <a:lstStyle>
            <a:lvl1pPr marL="231775" indent="-231775">
              <a:spcAft>
                <a:spcPts val="600"/>
              </a:spcAft>
              <a:buFont typeface="Wingdings" panose="05000000000000000000" pitchFamily="2" charset="2"/>
              <a:buChar char=""/>
              <a:defRPr/>
            </a:lvl1pPr>
          </a:lstStyle>
          <a:p>
            <a:pPr lvl="0"/>
            <a:r>
              <a:rPr lang="en-US"/>
              <a:t>Click to edit Master text styles</a:t>
            </a:r>
          </a:p>
        </p:txBody>
      </p:sp>
      <p:cxnSp>
        <p:nvCxnSpPr>
          <p:cNvPr id="5" name="Straight Connector 4">
            <a:extLst>
              <a:ext uri="{FF2B5EF4-FFF2-40B4-BE49-F238E27FC236}">
                <a16:creationId xmlns:a16="http://schemas.microsoft.com/office/drawing/2014/main" id="{C35867F2-3994-4092-B53B-5792FEE69887}"/>
              </a:ext>
              <a:ext uri="{C183D7F6-B498-43B3-948B-1728B52AA6E4}">
                <adec:decorative xmlns:adec="http://schemas.microsoft.com/office/drawing/2017/decorative" val="1"/>
              </a:ext>
            </a:extLst>
          </p:cNvPr>
          <p:cNvCxnSpPr/>
          <p:nvPr/>
        </p:nvCxnSpPr>
        <p:spPr>
          <a:xfrm>
            <a:off x="4356100" y="2578100"/>
            <a:ext cx="0" cy="1701800"/>
          </a:xfrm>
          <a:prstGeom prst="line">
            <a:avLst/>
          </a:prstGeom>
          <a:ln w="28575">
            <a:solidFill>
              <a:schemeClr val="accent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A1DC2181-37AB-40A3-B61C-1DE7DBB57D63}"/>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b="0" i="0">
                <a:solidFill>
                  <a:srgbClr val="A3A3A3"/>
                </a:solidFill>
                <a:latin typeface="Segoe UI" panose="020B0502040204020203" pitchFamily="34" charset="0"/>
              </a:rPr>
              <a:t>ELT layout</a:t>
            </a:r>
          </a:p>
        </p:txBody>
      </p:sp>
    </p:spTree>
    <p:extLst>
      <p:ext uri="{BB962C8B-B14F-4D97-AF65-F5344CB8AC3E}">
        <p14:creationId xmlns:p14="http://schemas.microsoft.com/office/powerpoint/2010/main" val="2254422840"/>
      </p:ext>
    </p:extLst>
  </p:cSld>
  <p:clrMapOvr>
    <a:masterClrMapping/>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Developer Code">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636FE-845C-418D-82A1-1DA6DB73D781}"/>
              </a:ext>
            </a:extLst>
          </p:cNvPr>
          <p:cNvSpPr>
            <a:spLocks noGrp="1"/>
          </p:cNvSpPr>
          <p:nvPr>
            <p:ph type="title"/>
          </p:nvPr>
        </p:nvSpPr>
        <p:spPr/>
        <p:txBody>
          <a:bodyPr anchor="ctr"/>
          <a:lstStyle/>
          <a:p>
            <a:r>
              <a:rPr lang="en-US"/>
              <a:t>Click to edit Master title style</a:t>
            </a:r>
          </a:p>
        </p:txBody>
      </p:sp>
      <p:sp>
        <p:nvSpPr>
          <p:cNvPr id="6" name="Rectangle 5">
            <a:extLst>
              <a:ext uri="{FF2B5EF4-FFF2-40B4-BE49-F238E27FC236}">
                <a16:creationId xmlns:a16="http://schemas.microsoft.com/office/drawing/2014/main" id="{182D46E0-16CE-40B0-8623-F82D5D410958}"/>
              </a:ext>
              <a:ext uri="{C183D7F6-B498-43B3-948B-1728B52AA6E4}">
                <adec:decorative xmlns:adec="http://schemas.microsoft.com/office/drawing/2017/decorative" val="1"/>
              </a:ext>
            </a:extLst>
          </p:cNvPr>
          <p:cNvSpPr/>
          <p:nvPr/>
        </p:nvSpPr>
        <p:spPr bwMode="auto">
          <a:xfrm>
            <a:off x="0" y="1436688"/>
            <a:ext cx="12192000" cy="5421312"/>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b="0" i="0">
              <a:solidFill>
                <a:srgbClr val="FFFFFF"/>
              </a:solidFill>
              <a:latin typeface="Segoe UI" panose="020B0502040204020203" pitchFamily="34" charset="0"/>
              <a:ea typeface="Segoe UI" pitchFamily="34" charset="0"/>
              <a:cs typeface="Segoe UI" panose="020B0502040204020203" pitchFamily="34" charset="0"/>
            </a:endParaRPr>
          </a:p>
        </p:txBody>
      </p:sp>
      <p:sp>
        <p:nvSpPr>
          <p:cNvPr id="8" name="Text Placeholder 14">
            <a:extLst>
              <a:ext uri="{FF2B5EF4-FFF2-40B4-BE49-F238E27FC236}">
                <a16:creationId xmlns:a16="http://schemas.microsoft.com/office/drawing/2014/main" id="{44977AB6-1D7E-4858-A2EA-BF86577C3990}"/>
              </a:ext>
            </a:extLst>
          </p:cNvPr>
          <p:cNvSpPr>
            <a:spLocks noGrp="1"/>
          </p:cNvSpPr>
          <p:nvPr>
            <p:ph type="body" sz="quarter" idx="13" hasCustomPrompt="1"/>
          </p:nvPr>
        </p:nvSpPr>
        <p:spPr>
          <a:xfrm>
            <a:off x="0" y="1436688"/>
            <a:ext cx="3788358" cy="446148"/>
          </a:xfrm>
          <a:gradFill flip="none" rotWithShape="1">
            <a:gsLst>
              <a:gs pos="0">
                <a:srgbClr val="000000"/>
              </a:gs>
              <a:gs pos="92000">
                <a:srgbClr val="000000"/>
              </a:gs>
              <a:gs pos="92000">
                <a:schemeClr val="accent1"/>
              </a:gs>
            </a:gsLst>
            <a:lin ang="16200000" scaled="1"/>
            <a:tileRect/>
          </a:gradFill>
        </p:spPr>
        <p:txBody>
          <a:bodyPr lIns="585216" tIns="91440" bIns="45720"/>
          <a:lstStyle>
            <a:lvl1pPr marL="0" indent="0">
              <a:buNone/>
              <a:defRPr sz="1999" b="0" i="0">
                <a:solidFill>
                  <a:srgbClr val="FFFFFF"/>
                </a:solidFill>
                <a:latin typeface="+mn-lt"/>
              </a:defRPr>
            </a:lvl1pPr>
          </a:lstStyle>
          <a:p>
            <a:pPr lvl="0"/>
            <a:r>
              <a:rPr lang="en-US"/>
              <a:t>Click to enter title</a:t>
            </a:r>
          </a:p>
        </p:txBody>
      </p:sp>
      <p:sp>
        <p:nvSpPr>
          <p:cNvPr id="5" name="Text Placeholder 4" descr="This layout should only be used for developer code. The font used is a monospace font which is ideal for showing code.">
            <a:extLst>
              <a:ext uri="{FF2B5EF4-FFF2-40B4-BE49-F238E27FC236}">
                <a16:creationId xmlns:a16="http://schemas.microsoft.com/office/drawing/2014/main" id="{BA9F61CF-FF79-485A-A6C8-A1952EFD58AE}"/>
              </a:ext>
            </a:extLst>
          </p:cNvPr>
          <p:cNvSpPr>
            <a:spLocks noGrp="1"/>
          </p:cNvSpPr>
          <p:nvPr>
            <p:ph type="body" sz="quarter" idx="10"/>
          </p:nvPr>
        </p:nvSpPr>
        <p:spPr>
          <a:xfrm>
            <a:off x="588263" y="2099310"/>
            <a:ext cx="11018520" cy="369332"/>
          </a:xfrm>
        </p:spPr>
        <p:txBody>
          <a:bodyPr/>
          <a:lstStyle>
            <a:lvl1pPr marL="0" indent="0">
              <a:buNone/>
              <a:tabLst/>
              <a:defRPr sz="2400">
                <a:solidFill>
                  <a:srgbClr val="000000"/>
                </a:solidFill>
                <a:latin typeface="Consolas" panose="020B0609020204030204" pitchFamily="49" charset="0"/>
                <a:cs typeface="Consolas" panose="020B0609020204030204" pitchFamily="49" charset="0"/>
              </a:defRPr>
            </a:lvl1pPr>
            <a:lvl2pPr marL="346553" indent="0">
              <a:buNone/>
              <a:tabLst>
                <a:tab pos="344488" algn="l"/>
              </a:tabLst>
              <a:defRPr sz="2400">
                <a:solidFill>
                  <a:schemeClr val="tx1"/>
                </a:solidFill>
                <a:latin typeface="Consolas" panose="020B0609020204030204" pitchFamily="49" charset="0"/>
                <a:cs typeface="Consolas" panose="020B0609020204030204" pitchFamily="49" charset="0"/>
              </a:defRPr>
            </a:lvl2pPr>
            <a:lvl3pPr marL="584607" indent="0">
              <a:buNone/>
              <a:tabLst>
                <a:tab pos="569913" algn="l"/>
              </a:tabLst>
              <a:defRPr sz="2400">
                <a:solidFill>
                  <a:schemeClr val="tx1"/>
                </a:solidFill>
                <a:latin typeface="Consolas" panose="020B0609020204030204" pitchFamily="49" charset="0"/>
                <a:cs typeface="Consolas" panose="020B0609020204030204" pitchFamily="49" charset="0"/>
              </a:defRPr>
            </a:lvl3pPr>
            <a:lvl4pPr marL="814563" indent="0">
              <a:buNone/>
              <a:tabLst>
                <a:tab pos="800100" algn="l"/>
              </a:tabLst>
              <a:defRPr sz="2400">
                <a:solidFill>
                  <a:schemeClr val="tx1"/>
                </a:solidFill>
                <a:latin typeface="Consolas" panose="020B0609020204030204" pitchFamily="49" charset="0"/>
                <a:cs typeface="Consolas" panose="020B0609020204030204" pitchFamily="49" charset="0"/>
              </a:defRPr>
            </a:lvl4pPr>
            <a:lvl5pPr marL="1050997" indent="0">
              <a:buNone/>
              <a:tabLst>
                <a:tab pos="1028700" algn="l"/>
              </a:tabLst>
              <a:defRPr sz="2400">
                <a:solidFill>
                  <a:schemeClr val="tx1"/>
                </a:solidFill>
                <a:latin typeface="Consolas" panose="020B0609020204030204" pitchFamily="49" charset="0"/>
                <a:cs typeface="Consolas" panose="020B0609020204030204" pitchFamily="49" charset="0"/>
              </a:defRPr>
            </a:lvl5pPr>
          </a:lstStyle>
          <a:p>
            <a:pPr lvl="0"/>
            <a:r>
              <a:rPr lang="en-US"/>
              <a:t>Click to edit Master text styles</a:t>
            </a:r>
          </a:p>
        </p:txBody>
      </p:sp>
    </p:spTree>
    <p:extLst>
      <p:ext uri="{BB962C8B-B14F-4D97-AF65-F5344CB8AC3E}">
        <p14:creationId xmlns:p14="http://schemas.microsoft.com/office/powerpoint/2010/main" val="568486163"/>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1322">
          <p15:clr>
            <a:srgbClr val="5ACBF0"/>
          </p15:clr>
        </p15:guide>
        <p15:guide id="2" orient="horz" pos="905">
          <p15:clr>
            <a:srgbClr val="5ACBF0"/>
          </p15:clr>
        </p15:guide>
        <p15:guide id="3" orient="horz" pos="288">
          <p15:clr>
            <a:srgbClr val="5ACBF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p:cSld name="Code Bottom">
    <p:bg>
      <p:bgPr>
        <a:solidFill>
          <a:schemeClr val="bg2"/>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1845FFD-6B9A-4013-932A-5E4D7E849D10}"/>
              </a:ext>
            </a:extLst>
          </p:cNvPr>
          <p:cNvSpPr>
            <a:spLocks noGrp="1"/>
          </p:cNvSpPr>
          <p:nvPr>
            <p:ph type="title"/>
          </p:nvPr>
        </p:nvSpPr>
        <p:spPr/>
        <p:txBody>
          <a:bodyPr/>
          <a:lstStyle>
            <a:lvl1pPr>
              <a:defRPr>
                <a:solidFill>
                  <a:schemeClr val="tx2"/>
                </a:solidFill>
              </a:defRPr>
            </a:lvl1pPr>
          </a:lstStyle>
          <a:p>
            <a:r>
              <a:rPr lang="en-US"/>
              <a:t>Click to edit Master title style</a:t>
            </a:r>
          </a:p>
        </p:txBody>
      </p:sp>
      <p:sp>
        <p:nvSpPr>
          <p:cNvPr id="19" name="Text Placeholder 3">
            <a:extLst>
              <a:ext uri="{FF2B5EF4-FFF2-40B4-BE49-F238E27FC236}">
                <a16:creationId xmlns:a16="http://schemas.microsoft.com/office/drawing/2014/main" id="{7B17F8BB-3610-1A4F-9E76-B12E706A5517}"/>
              </a:ext>
            </a:extLst>
          </p:cNvPr>
          <p:cNvSpPr>
            <a:spLocks noGrp="1"/>
          </p:cNvSpPr>
          <p:nvPr>
            <p:ph type="body" sz="quarter" idx="10" hasCustomPrompt="1"/>
          </p:nvPr>
        </p:nvSpPr>
        <p:spPr>
          <a:xfrm>
            <a:off x="586390" y="1230681"/>
            <a:ext cx="11018520" cy="369332"/>
          </a:xfrm>
        </p:spPr>
        <p:txBody>
          <a:bodyPr wrap="square">
            <a:spAutoFit/>
          </a:bodyPr>
          <a:lstStyle>
            <a:lvl1pPr marL="0" indent="0">
              <a:spcBef>
                <a:spcPts val="600"/>
              </a:spcBef>
              <a:spcAft>
                <a:spcPts val="0"/>
              </a:spcAft>
              <a:buNone/>
              <a:defRPr sz="2400" b="0" i="0">
                <a:solidFill>
                  <a:schemeClr val="tx1"/>
                </a:solidFill>
                <a:latin typeface="+mn-lt"/>
                <a:cs typeface="Segoe UI" panose="020B0502040204020203" pitchFamily="34" charset="0"/>
              </a:defRPr>
            </a:lvl1pPr>
            <a:lvl2pPr marL="228531" indent="0">
              <a:buNone/>
              <a:defRPr sz="2400">
                <a:solidFill>
                  <a:srgbClr val="2F2F2F"/>
                </a:solidFill>
                <a:latin typeface="Segoe UI" panose="020B0502040204020203" pitchFamily="34" charset="0"/>
                <a:cs typeface="Segoe UI" panose="020B0502040204020203" pitchFamily="34" charset="0"/>
              </a:defRPr>
            </a:lvl2pPr>
            <a:lvl3pPr marL="457063" indent="0">
              <a:buNone/>
              <a:defRPr/>
            </a:lvl3pPr>
            <a:lvl4pPr marL="685594" indent="0">
              <a:buNone/>
              <a:defRPr/>
            </a:lvl4pPr>
            <a:lvl5pPr marL="914126" indent="0">
              <a:buNone/>
              <a:defRPr/>
            </a:lvl5pPr>
          </a:lstStyle>
          <a:p>
            <a:pPr lvl="0"/>
            <a:r>
              <a:rPr lang="en-US"/>
              <a:t>Click to edit text</a:t>
            </a:r>
          </a:p>
        </p:txBody>
      </p:sp>
      <p:sp>
        <p:nvSpPr>
          <p:cNvPr id="5" name="Rectangle 4">
            <a:extLst>
              <a:ext uri="{FF2B5EF4-FFF2-40B4-BE49-F238E27FC236}">
                <a16:creationId xmlns:a16="http://schemas.microsoft.com/office/drawing/2014/main" id="{F1EBE70E-6A93-4EB4-A189-6F9DE42CEE12}"/>
              </a:ext>
              <a:ext uri="{C183D7F6-B498-43B3-948B-1728B52AA6E4}">
                <adec:decorative xmlns:adec="http://schemas.microsoft.com/office/drawing/2017/decorative" val="1"/>
              </a:ext>
            </a:extLst>
          </p:cNvPr>
          <p:cNvSpPr/>
          <p:nvPr/>
        </p:nvSpPr>
        <p:spPr bwMode="auto">
          <a:xfrm>
            <a:off x="0" y="2827138"/>
            <a:ext cx="12192000" cy="4030862"/>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b="0" i="0">
              <a:solidFill>
                <a:srgbClr val="FFFFFF"/>
              </a:solidFill>
              <a:latin typeface="Segoe UI" panose="020B0502040204020203" pitchFamily="34" charset="0"/>
              <a:ea typeface="Segoe UI" pitchFamily="34" charset="0"/>
              <a:cs typeface="Segoe UI" panose="020B0502040204020203" pitchFamily="34" charset="0"/>
            </a:endParaRPr>
          </a:p>
        </p:txBody>
      </p:sp>
      <p:sp>
        <p:nvSpPr>
          <p:cNvPr id="17" name="Text Placeholder 14">
            <a:extLst>
              <a:ext uri="{FF2B5EF4-FFF2-40B4-BE49-F238E27FC236}">
                <a16:creationId xmlns:a16="http://schemas.microsoft.com/office/drawing/2014/main" id="{0E9A2E28-037B-FA4D-ADDC-1AFA11D65CB2}"/>
              </a:ext>
            </a:extLst>
          </p:cNvPr>
          <p:cNvSpPr>
            <a:spLocks noGrp="1"/>
          </p:cNvSpPr>
          <p:nvPr>
            <p:ph type="body" sz="quarter" idx="13" hasCustomPrompt="1"/>
          </p:nvPr>
        </p:nvSpPr>
        <p:spPr>
          <a:xfrm>
            <a:off x="0" y="2827138"/>
            <a:ext cx="3788358" cy="446148"/>
          </a:xfrm>
          <a:gradFill flip="none" rotWithShape="1">
            <a:gsLst>
              <a:gs pos="0">
                <a:srgbClr val="000000"/>
              </a:gs>
              <a:gs pos="92000">
                <a:srgbClr val="000000"/>
              </a:gs>
              <a:gs pos="92000">
                <a:schemeClr val="accent1"/>
              </a:gs>
            </a:gsLst>
            <a:lin ang="16200000" scaled="1"/>
            <a:tileRect/>
          </a:gradFill>
        </p:spPr>
        <p:txBody>
          <a:bodyPr lIns="585216" tIns="91440" bIns="45720"/>
          <a:lstStyle>
            <a:lvl1pPr marL="0" indent="0">
              <a:buNone/>
              <a:defRPr lang="en-US" sz="1999" b="0" i="0" kern="1200" spc="0" baseline="0" dirty="0">
                <a:solidFill>
                  <a:srgbClr val="FFFFFF"/>
                </a:solidFill>
                <a:latin typeface="+mn-lt"/>
                <a:ea typeface="+mn-ea"/>
                <a:cs typeface="Segoe UI" panose="020B0502040204020203" pitchFamily="34" charset="0"/>
              </a:defRPr>
            </a:lvl1pPr>
          </a:lstStyle>
          <a:p>
            <a:pPr marL="0" marR="0" lvl="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pPr>
            <a:r>
              <a:rPr lang="en-US"/>
              <a:t>Click to enter title</a:t>
            </a:r>
          </a:p>
        </p:txBody>
      </p:sp>
      <p:sp>
        <p:nvSpPr>
          <p:cNvPr id="13" name="Text Placeholder 4" descr="This layout should only be used for developer code. The font used is a monospace font which is ideal for showing code.">
            <a:extLst>
              <a:ext uri="{FF2B5EF4-FFF2-40B4-BE49-F238E27FC236}">
                <a16:creationId xmlns:a16="http://schemas.microsoft.com/office/drawing/2014/main" id="{47501FD0-A948-CC48-8B11-3BD4F2AE4E8F}"/>
              </a:ext>
            </a:extLst>
          </p:cNvPr>
          <p:cNvSpPr>
            <a:spLocks noGrp="1"/>
          </p:cNvSpPr>
          <p:nvPr>
            <p:ph type="body" sz="quarter" idx="11" hasCustomPrompt="1"/>
          </p:nvPr>
        </p:nvSpPr>
        <p:spPr>
          <a:xfrm>
            <a:off x="586389" y="3491219"/>
            <a:ext cx="11018520" cy="369332"/>
          </a:xfrm>
        </p:spPr>
        <p:txBody>
          <a:bodyPr/>
          <a:lstStyle>
            <a:lvl1pPr marL="0" indent="0">
              <a:buNone/>
              <a:tabLst/>
              <a:defRPr sz="2400">
                <a:solidFill>
                  <a:srgbClr val="000000"/>
                </a:solidFill>
                <a:latin typeface="Consolas" panose="020B0609020204030204" pitchFamily="49" charset="0"/>
                <a:cs typeface="Consolas" panose="020B0609020204030204" pitchFamily="49" charset="0"/>
              </a:defRPr>
            </a:lvl1pPr>
            <a:lvl2pPr marL="346449"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a:t>Click to edit or paste code</a:t>
            </a:r>
          </a:p>
        </p:txBody>
      </p:sp>
    </p:spTree>
    <p:extLst>
      <p:ext uri="{BB962C8B-B14F-4D97-AF65-F5344CB8AC3E}">
        <p14:creationId xmlns:p14="http://schemas.microsoft.com/office/powerpoint/2010/main" val="3657639216"/>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288">
          <p15:clr>
            <a:srgbClr val="5ACBF0"/>
          </p15:clr>
        </p15:guide>
        <p15:guide id="4" orient="horz" pos="1776">
          <p15:clr>
            <a:srgbClr val="5ACBF0"/>
          </p15:clr>
        </p15:guide>
        <p15:guide id="5" orient="horz" pos="2197">
          <p15:clr>
            <a:srgbClr val="5ACBF0"/>
          </p15:clr>
        </p15:guide>
        <p15:guide id="6" orient="horz" pos="773">
          <p15:clr>
            <a:srgbClr val="5ACBF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p:cSld name="Code Top">
    <p:bg>
      <p:bgPr>
        <a:solidFill>
          <a:schemeClr val="bg2"/>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1EBE70E-6A93-4EB4-A189-6F9DE42CEE12}"/>
              </a:ext>
              <a:ext uri="{C183D7F6-B498-43B3-948B-1728B52AA6E4}">
                <adec:decorative xmlns:adec="http://schemas.microsoft.com/office/drawing/2017/decorative" val="1"/>
              </a:ext>
            </a:extLst>
          </p:cNvPr>
          <p:cNvSpPr/>
          <p:nvPr/>
        </p:nvSpPr>
        <p:spPr bwMode="auto">
          <a:xfrm>
            <a:off x="0" y="0"/>
            <a:ext cx="12192000" cy="4030862"/>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b="0" i="0">
              <a:solidFill>
                <a:srgbClr val="FFFFFF"/>
              </a:solidFill>
              <a:latin typeface="Segoe UI" panose="020B0502040204020203" pitchFamily="34" charset="0"/>
              <a:ea typeface="Segoe UI" pitchFamily="34" charset="0"/>
              <a:cs typeface="Segoe UI" panose="020B0502040204020203" pitchFamily="34" charset="0"/>
            </a:endParaRPr>
          </a:p>
        </p:txBody>
      </p:sp>
      <p:sp>
        <p:nvSpPr>
          <p:cNvPr id="3" name="Title 2">
            <a:extLst>
              <a:ext uri="{FF2B5EF4-FFF2-40B4-BE49-F238E27FC236}">
                <a16:creationId xmlns:a16="http://schemas.microsoft.com/office/drawing/2014/main" id="{71845FFD-6B9A-4013-932A-5E4D7E849D10}"/>
              </a:ext>
            </a:extLst>
          </p:cNvPr>
          <p:cNvSpPr>
            <a:spLocks noGrp="1"/>
          </p:cNvSpPr>
          <p:nvPr>
            <p:ph type="title"/>
          </p:nvPr>
        </p:nvSpPr>
        <p:spPr>
          <a:xfrm>
            <a:off x="588263" y="4224580"/>
            <a:ext cx="11018520" cy="492443"/>
          </a:xfrm>
        </p:spPr>
        <p:txBody>
          <a:bodyPr/>
          <a:lstStyle>
            <a:lvl1pPr>
              <a:defRPr sz="3200">
                <a:solidFill>
                  <a:schemeClr val="tx2"/>
                </a:solidFill>
                <a:latin typeface="+mj-lt"/>
              </a:defRPr>
            </a:lvl1pPr>
          </a:lstStyle>
          <a:p>
            <a:r>
              <a:rPr lang="en-US"/>
              <a:t>Click to edit Master title style</a:t>
            </a:r>
          </a:p>
        </p:txBody>
      </p:sp>
      <p:sp>
        <p:nvSpPr>
          <p:cNvPr id="17" name="Text Placeholder 14">
            <a:extLst>
              <a:ext uri="{FF2B5EF4-FFF2-40B4-BE49-F238E27FC236}">
                <a16:creationId xmlns:a16="http://schemas.microsoft.com/office/drawing/2014/main" id="{0E9A2E28-037B-FA4D-ADDC-1AFA11D65CB2}"/>
              </a:ext>
            </a:extLst>
          </p:cNvPr>
          <p:cNvSpPr>
            <a:spLocks noGrp="1"/>
          </p:cNvSpPr>
          <p:nvPr>
            <p:ph type="body" sz="quarter" idx="13" hasCustomPrompt="1"/>
          </p:nvPr>
        </p:nvSpPr>
        <p:spPr>
          <a:xfrm>
            <a:off x="0" y="0"/>
            <a:ext cx="3788358" cy="446148"/>
          </a:xfrm>
          <a:gradFill flip="none" rotWithShape="1">
            <a:gsLst>
              <a:gs pos="0">
                <a:srgbClr val="000000"/>
              </a:gs>
              <a:gs pos="92000">
                <a:srgbClr val="000000"/>
              </a:gs>
              <a:gs pos="92000">
                <a:schemeClr val="accent1"/>
              </a:gs>
            </a:gsLst>
            <a:lin ang="16200000" scaled="1"/>
            <a:tileRect/>
          </a:gradFill>
        </p:spPr>
        <p:txBody>
          <a:bodyPr lIns="585216" tIns="91440" bIns="45720"/>
          <a:lstStyle>
            <a:lvl1pPr marL="0" indent="0">
              <a:buNone/>
              <a:defRPr lang="en-US" sz="1999" b="0" i="0" kern="1200" spc="0" baseline="0" dirty="0">
                <a:solidFill>
                  <a:srgbClr val="FFFFFF"/>
                </a:solidFill>
                <a:latin typeface="+mn-lt"/>
                <a:ea typeface="+mn-ea"/>
                <a:cs typeface="Segoe UI" panose="020B0502040204020203" pitchFamily="34" charset="0"/>
              </a:defRPr>
            </a:lvl1pPr>
          </a:lstStyle>
          <a:p>
            <a:pPr marL="0" marR="0" lvl="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pPr>
            <a:r>
              <a:rPr lang="en-US"/>
              <a:t>Click to enter title</a:t>
            </a:r>
          </a:p>
        </p:txBody>
      </p:sp>
      <p:sp>
        <p:nvSpPr>
          <p:cNvPr id="13" name="Text Placeholder 4" descr="This layout should only be used for developer code. The font used is a monospace font which is ideal for showing code.">
            <a:extLst>
              <a:ext uri="{FF2B5EF4-FFF2-40B4-BE49-F238E27FC236}">
                <a16:creationId xmlns:a16="http://schemas.microsoft.com/office/drawing/2014/main" id="{47501FD0-A948-CC48-8B11-3BD4F2AE4E8F}"/>
              </a:ext>
            </a:extLst>
          </p:cNvPr>
          <p:cNvSpPr>
            <a:spLocks noGrp="1"/>
          </p:cNvSpPr>
          <p:nvPr>
            <p:ph type="body" sz="quarter" idx="11" hasCustomPrompt="1"/>
          </p:nvPr>
        </p:nvSpPr>
        <p:spPr>
          <a:xfrm>
            <a:off x="586389" y="660508"/>
            <a:ext cx="11018520" cy="369332"/>
          </a:xfrm>
        </p:spPr>
        <p:txBody>
          <a:bodyPr/>
          <a:lstStyle>
            <a:lvl1pPr marL="0" indent="0">
              <a:buNone/>
              <a:tabLst/>
              <a:defRPr sz="2400">
                <a:solidFill>
                  <a:srgbClr val="000000"/>
                </a:solidFill>
                <a:latin typeface="Consolas" panose="020B0609020204030204" pitchFamily="49" charset="0"/>
                <a:cs typeface="Consolas" panose="020B0609020204030204" pitchFamily="49" charset="0"/>
              </a:defRPr>
            </a:lvl1pPr>
            <a:lvl2pPr marL="346449"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a:t>Click to edit or paste code</a:t>
            </a:r>
          </a:p>
        </p:txBody>
      </p:sp>
      <p:sp>
        <p:nvSpPr>
          <p:cNvPr id="19" name="Text Placeholder 3">
            <a:extLst>
              <a:ext uri="{FF2B5EF4-FFF2-40B4-BE49-F238E27FC236}">
                <a16:creationId xmlns:a16="http://schemas.microsoft.com/office/drawing/2014/main" id="{7B17F8BB-3610-1A4F-9E76-B12E706A5517}"/>
              </a:ext>
            </a:extLst>
          </p:cNvPr>
          <p:cNvSpPr>
            <a:spLocks noGrp="1"/>
          </p:cNvSpPr>
          <p:nvPr>
            <p:ph type="body" sz="quarter" idx="10" hasCustomPrompt="1"/>
          </p:nvPr>
        </p:nvSpPr>
        <p:spPr>
          <a:xfrm>
            <a:off x="591152" y="4996505"/>
            <a:ext cx="11018520" cy="369332"/>
          </a:xfrm>
        </p:spPr>
        <p:txBody>
          <a:bodyPr wrap="square">
            <a:spAutoFit/>
          </a:bodyPr>
          <a:lstStyle>
            <a:lvl1pPr marL="0" indent="0">
              <a:spcBef>
                <a:spcPts val="600"/>
              </a:spcBef>
              <a:spcAft>
                <a:spcPts val="0"/>
              </a:spcAft>
              <a:buNone/>
              <a:defRPr sz="2400" b="0" i="0">
                <a:solidFill>
                  <a:schemeClr val="tx1"/>
                </a:solidFill>
                <a:latin typeface="+mn-lt"/>
                <a:cs typeface="Segoe UI" panose="020B0502040204020203" pitchFamily="34" charset="0"/>
              </a:defRPr>
            </a:lvl1pPr>
            <a:lvl2pPr marL="228531" indent="0">
              <a:buNone/>
              <a:defRPr sz="2400">
                <a:solidFill>
                  <a:srgbClr val="2F2F2F"/>
                </a:solidFill>
                <a:latin typeface="Segoe UI" panose="020B0502040204020203" pitchFamily="34" charset="0"/>
                <a:cs typeface="Segoe UI" panose="020B0502040204020203" pitchFamily="34" charset="0"/>
              </a:defRPr>
            </a:lvl2pPr>
            <a:lvl3pPr marL="457063" indent="0">
              <a:buNone/>
              <a:defRPr/>
            </a:lvl3pPr>
            <a:lvl4pPr marL="685594" indent="0">
              <a:buNone/>
              <a:defRPr/>
            </a:lvl4pPr>
            <a:lvl5pPr marL="914126" indent="0">
              <a:buNone/>
              <a:defRPr/>
            </a:lvl5pPr>
          </a:lstStyle>
          <a:p>
            <a:pPr lvl="0"/>
            <a:r>
              <a:rPr lang="en-US"/>
              <a:t>Click to edit text</a:t>
            </a:r>
          </a:p>
        </p:txBody>
      </p:sp>
    </p:spTree>
    <p:extLst>
      <p:ext uri="{BB962C8B-B14F-4D97-AF65-F5344CB8AC3E}">
        <p14:creationId xmlns:p14="http://schemas.microsoft.com/office/powerpoint/2010/main" val="692859220"/>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288">
          <p15:clr>
            <a:srgbClr val="5ACBF0"/>
          </p15:clr>
        </p15:guide>
        <p15:guide id="4" orient="horz" pos="2661">
          <p15:clr>
            <a:srgbClr val="5ACBF0"/>
          </p15:clr>
        </p15:guide>
        <p15:guide id="5" orient="horz" pos="3147">
          <p15:clr>
            <a:srgbClr val="5ACBF0"/>
          </p15:clr>
        </p15:guide>
        <p15:guide id="6" orient="horz" pos="419">
          <p15:clr>
            <a:srgbClr val="5ACBF0"/>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p:cSld name="Code Right Side">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82BB27-7DA5-4478-8C18-C1FFEE20AAC1}"/>
              </a:ext>
            </a:extLst>
          </p:cNvPr>
          <p:cNvSpPr>
            <a:spLocks noGrp="1"/>
          </p:cNvSpPr>
          <p:nvPr>
            <p:ph type="title" hasCustomPrompt="1"/>
          </p:nvPr>
        </p:nvSpPr>
        <p:spPr>
          <a:xfrm>
            <a:off x="588263" y="457200"/>
            <a:ext cx="4040887" cy="492443"/>
          </a:xfrm>
        </p:spPr>
        <p:txBody>
          <a:bodyPr/>
          <a:lstStyle>
            <a:lvl1pPr>
              <a:defRPr sz="3200">
                <a:solidFill>
                  <a:schemeClr val="tx2"/>
                </a:solidFill>
              </a:defRPr>
            </a:lvl1pPr>
          </a:lstStyle>
          <a:p>
            <a:r>
              <a:rPr lang="en-US"/>
              <a:t>Click to edit title</a:t>
            </a:r>
          </a:p>
        </p:txBody>
      </p:sp>
      <p:sp>
        <p:nvSpPr>
          <p:cNvPr id="12" name="Text Placeholder 3">
            <a:extLst>
              <a:ext uri="{FF2B5EF4-FFF2-40B4-BE49-F238E27FC236}">
                <a16:creationId xmlns:a16="http://schemas.microsoft.com/office/drawing/2014/main" id="{2BB818A5-4223-0847-B6E2-655C7DC7B6B4}"/>
              </a:ext>
            </a:extLst>
          </p:cNvPr>
          <p:cNvSpPr>
            <a:spLocks noGrp="1"/>
          </p:cNvSpPr>
          <p:nvPr>
            <p:ph type="body" sz="quarter" idx="10" hasCustomPrompt="1"/>
          </p:nvPr>
        </p:nvSpPr>
        <p:spPr>
          <a:xfrm>
            <a:off x="588965" y="1338139"/>
            <a:ext cx="4040185" cy="369332"/>
          </a:xfrm>
        </p:spPr>
        <p:txBody>
          <a:bodyPr wrap="square">
            <a:spAutoFit/>
          </a:bodyPr>
          <a:lstStyle>
            <a:lvl1pPr marL="0" indent="0">
              <a:lnSpc>
                <a:spcPct val="100000"/>
              </a:lnSpc>
              <a:spcBef>
                <a:spcPts val="600"/>
              </a:spcBef>
              <a:spcAft>
                <a:spcPts val="0"/>
              </a:spcAft>
              <a:buNone/>
              <a:defRPr sz="2400" b="0" i="0" baseline="0">
                <a:solidFill>
                  <a:schemeClr val="tx1"/>
                </a:solidFill>
                <a:latin typeface="+mn-lt"/>
                <a:cs typeface="Segoe UI" panose="020B0502040204020203" pitchFamily="34" charset="0"/>
              </a:defRPr>
            </a:lvl1pPr>
            <a:lvl2pPr marL="0" indent="0">
              <a:lnSpc>
                <a:spcPct val="100000"/>
              </a:lnSpc>
              <a:spcBef>
                <a:spcPts val="60"/>
              </a:spcBef>
              <a:spcAft>
                <a:spcPts val="60"/>
              </a:spcAft>
              <a:buNone/>
              <a:defRPr sz="2400" b="0" i="0">
                <a:solidFill>
                  <a:srgbClr val="2F2F2F"/>
                </a:solidFill>
                <a:latin typeface="Segoe UI" panose="020B0502040204020203" pitchFamily="34" charset="0"/>
                <a:cs typeface="Segoe UI" panose="020B0502040204020203" pitchFamily="34" charset="0"/>
              </a:defRPr>
            </a:lvl2pPr>
            <a:lvl3pPr marL="457063" indent="0">
              <a:buNone/>
              <a:defRPr/>
            </a:lvl3pPr>
            <a:lvl4pPr marL="685594" indent="0">
              <a:buNone/>
              <a:defRPr/>
            </a:lvl4pPr>
            <a:lvl5pPr marL="914126" indent="0">
              <a:buNone/>
              <a:defRPr/>
            </a:lvl5pPr>
          </a:lstStyle>
          <a:p>
            <a:pPr lvl="0"/>
            <a:r>
              <a:rPr lang="en-US"/>
              <a:t>Click to edit text</a:t>
            </a:r>
          </a:p>
        </p:txBody>
      </p:sp>
      <p:sp>
        <p:nvSpPr>
          <p:cNvPr id="3" name="Rectangle 2">
            <a:extLst>
              <a:ext uri="{FF2B5EF4-FFF2-40B4-BE49-F238E27FC236}">
                <a16:creationId xmlns:a16="http://schemas.microsoft.com/office/drawing/2014/main" id="{2316165A-5926-4F59-B348-996936FBB574}"/>
              </a:ext>
              <a:ext uri="{C183D7F6-B498-43B3-948B-1728B52AA6E4}">
                <adec:decorative xmlns:adec="http://schemas.microsoft.com/office/drawing/2017/decorative" val="1"/>
              </a:ext>
            </a:extLst>
          </p:cNvPr>
          <p:cNvSpPr/>
          <p:nvPr/>
        </p:nvSpPr>
        <p:spPr bwMode="auto">
          <a:xfrm>
            <a:off x="5205984" y="0"/>
            <a:ext cx="6986016" cy="6858000"/>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b="0" i="0">
              <a:solidFill>
                <a:srgbClr val="FFFFFF"/>
              </a:solidFill>
              <a:latin typeface="Segoe UI" panose="020B0502040204020203" pitchFamily="34" charset="0"/>
              <a:ea typeface="Segoe UI" pitchFamily="34" charset="0"/>
              <a:cs typeface="Segoe UI" panose="020B0502040204020203" pitchFamily="34" charset="0"/>
            </a:endParaRPr>
          </a:p>
        </p:txBody>
      </p:sp>
      <p:sp>
        <p:nvSpPr>
          <p:cNvPr id="19" name="Text Placeholder 14">
            <a:extLst>
              <a:ext uri="{FF2B5EF4-FFF2-40B4-BE49-F238E27FC236}">
                <a16:creationId xmlns:a16="http://schemas.microsoft.com/office/drawing/2014/main" id="{0D599919-A8E3-4D2B-86CF-50C6704F17D5}"/>
              </a:ext>
            </a:extLst>
          </p:cNvPr>
          <p:cNvSpPr>
            <a:spLocks noGrp="1"/>
          </p:cNvSpPr>
          <p:nvPr>
            <p:ph type="body" sz="quarter" idx="13" hasCustomPrompt="1"/>
          </p:nvPr>
        </p:nvSpPr>
        <p:spPr>
          <a:xfrm>
            <a:off x="5211763" y="0"/>
            <a:ext cx="3788358" cy="492314"/>
          </a:xfrm>
          <a:gradFill flip="none" rotWithShape="1">
            <a:gsLst>
              <a:gs pos="0">
                <a:srgbClr val="000000"/>
              </a:gs>
              <a:gs pos="99000">
                <a:srgbClr val="000000"/>
              </a:gs>
              <a:gs pos="99000">
                <a:schemeClr val="accent1"/>
              </a:gs>
            </a:gsLst>
            <a:lin ang="10800000" scaled="1"/>
            <a:tileRect/>
          </a:gradFill>
        </p:spPr>
        <p:txBody>
          <a:bodyPr lIns="585216" tIns="91440" bIns="91440"/>
          <a:lstStyle>
            <a:lvl1pPr marL="0" indent="0">
              <a:buNone/>
              <a:defRPr lang="en-US" sz="1999" b="0" i="0" kern="1200" spc="0" baseline="0" dirty="0">
                <a:solidFill>
                  <a:srgbClr val="FFFFFF"/>
                </a:solidFill>
                <a:latin typeface="+mn-lt"/>
                <a:ea typeface="+mn-ea"/>
                <a:cs typeface="Segoe UI" panose="020B0502040204020203" pitchFamily="34" charset="0"/>
              </a:defRPr>
            </a:lvl1pPr>
          </a:lstStyle>
          <a:p>
            <a:pPr marL="0" marR="0" lvl="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pPr>
            <a:r>
              <a:rPr lang="en-US"/>
              <a:t>Click to enter title</a:t>
            </a:r>
          </a:p>
        </p:txBody>
      </p:sp>
      <p:sp>
        <p:nvSpPr>
          <p:cNvPr id="13" name="Text Placeholder 4" descr="This layout should only be used for developer code. The font used is a monospace font which is ideal for showing code.">
            <a:extLst>
              <a:ext uri="{FF2B5EF4-FFF2-40B4-BE49-F238E27FC236}">
                <a16:creationId xmlns:a16="http://schemas.microsoft.com/office/drawing/2014/main" id="{47501FD0-A948-CC48-8B11-3BD4F2AE4E8F}"/>
              </a:ext>
            </a:extLst>
          </p:cNvPr>
          <p:cNvSpPr>
            <a:spLocks noGrp="1"/>
          </p:cNvSpPr>
          <p:nvPr>
            <p:ph type="body" sz="quarter" idx="11" hasCustomPrompt="1"/>
          </p:nvPr>
        </p:nvSpPr>
        <p:spPr>
          <a:xfrm>
            <a:off x="5800725" y="709187"/>
            <a:ext cx="5801961" cy="369332"/>
          </a:xfrm>
        </p:spPr>
        <p:txBody>
          <a:bodyPr/>
          <a:lstStyle>
            <a:lvl1pPr marL="0" indent="0">
              <a:buNone/>
              <a:tabLst/>
              <a:defRPr sz="2400">
                <a:solidFill>
                  <a:srgbClr val="2F2F2F"/>
                </a:solidFill>
                <a:latin typeface="Consolas" panose="020B0609020204030204" pitchFamily="49" charset="0"/>
                <a:cs typeface="Consolas" panose="020B0609020204030204" pitchFamily="49" charset="0"/>
              </a:defRPr>
            </a:lvl1pPr>
            <a:lvl2pPr marL="346449"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a:t>Click to edit or paste code</a:t>
            </a:r>
          </a:p>
        </p:txBody>
      </p:sp>
    </p:spTree>
    <p:extLst>
      <p:ext uri="{BB962C8B-B14F-4D97-AF65-F5344CB8AC3E}">
        <p14:creationId xmlns:p14="http://schemas.microsoft.com/office/powerpoint/2010/main" val="1857840245"/>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288">
          <p15:clr>
            <a:srgbClr val="5ACBF0"/>
          </p15:clr>
        </p15:guide>
        <p15:guide id="2" orient="horz" pos="445">
          <p15:clr>
            <a:srgbClr val="5ACBF0"/>
          </p15:clr>
        </p15:guide>
        <p15:guide id="4" orient="horz" pos="843">
          <p15:clr>
            <a:srgbClr val="5ACBF0"/>
          </p15:clr>
        </p15:guide>
        <p15:guide id="7" pos="3283">
          <p15:clr>
            <a:srgbClr val="5ACBF0"/>
          </p15:clr>
        </p15:guide>
        <p15:guide id="8" pos="3654">
          <p15:clr>
            <a:srgbClr val="5ACBF0"/>
          </p15:clr>
        </p15:guide>
        <p15:guide id="9" pos="2916">
          <p15:clr>
            <a:srgbClr val="5ACBF0"/>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Code Left Side">
    <p:bg>
      <p:bgPr>
        <a:solidFill>
          <a:schemeClr val="bg2"/>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316165A-5926-4F59-B348-996936FBB574}"/>
              </a:ext>
              <a:ext uri="{C183D7F6-B498-43B3-948B-1728B52AA6E4}">
                <adec:decorative xmlns:adec="http://schemas.microsoft.com/office/drawing/2017/decorative" val="1"/>
              </a:ext>
            </a:extLst>
          </p:cNvPr>
          <p:cNvSpPr/>
          <p:nvPr/>
        </p:nvSpPr>
        <p:spPr bwMode="auto">
          <a:xfrm>
            <a:off x="-2" y="0"/>
            <a:ext cx="6986016" cy="6858000"/>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b="0" i="0">
              <a:solidFill>
                <a:srgbClr val="FFFFFF"/>
              </a:solidFill>
              <a:latin typeface="Segoe UI" panose="020B0502040204020203" pitchFamily="34" charset="0"/>
              <a:ea typeface="Segoe UI" pitchFamily="34" charset="0"/>
              <a:cs typeface="Segoe UI" panose="020B0502040204020203" pitchFamily="34" charset="0"/>
            </a:endParaRPr>
          </a:p>
        </p:txBody>
      </p:sp>
      <p:sp>
        <p:nvSpPr>
          <p:cNvPr id="2" name="Title 1">
            <a:extLst>
              <a:ext uri="{FF2B5EF4-FFF2-40B4-BE49-F238E27FC236}">
                <a16:creationId xmlns:a16="http://schemas.microsoft.com/office/drawing/2014/main" id="{6BB14A7D-C409-4A7C-9D82-A2E5DBB8AB72}"/>
              </a:ext>
            </a:extLst>
          </p:cNvPr>
          <p:cNvSpPr>
            <a:spLocks noGrp="1"/>
          </p:cNvSpPr>
          <p:nvPr>
            <p:ph type="title" hasCustomPrompt="1"/>
          </p:nvPr>
        </p:nvSpPr>
        <p:spPr>
          <a:xfrm>
            <a:off x="7575549" y="457200"/>
            <a:ext cx="4031233" cy="492443"/>
          </a:xfrm>
        </p:spPr>
        <p:txBody>
          <a:bodyPr/>
          <a:lstStyle>
            <a:lvl1pPr>
              <a:defRPr sz="3200">
                <a:solidFill>
                  <a:schemeClr val="tx2"/>
                </a:solidFill>
              </a:defRPr>
            </a:lvl1pPr>
          </a:lstStyle>
          <a:p>
            <a:r>
              <a:rPr lang="en-US"/>
              <a:t>Click to edit title</a:t>
            </a:r>
          </a:p>
        </p:txBody>
      </p:sp>
      <p:sp>
        <p:nvSpPr>
          <p:cNvPr id="19" name="Text Placeholder 14">
            <a:extLst>
              <a:ext uri="{FF2B5EF4-FFF2-40B4-BE49-F238E27FC236}">
                <a16:creationId xmlns:a16="http://schemas.microsoft.com/office/drawing/2014/main" id="{0D599919-A8E3-4D2B-86CF-50C6704F17D5}"/>
              </a:ext>
            </a:extLst>
          </p:cNvPr>
          <p:cNvSpPr>
            <a:spLocks noGrp="1"/>
          </p:cNvSpPr>
          <p:nvPr>
            <p:ph type="body" sz="quarter" idx="13" hasCustomPrompt="1"/>
          </p:nvPr>
        </p:nvSpPr>
        <p:spPr>
          <a:xfrm>
            <a:off x="-1" y="0"/>
            <a:ext cx="3788358" cy="492314"/>
          </a:xfrm>
          <a:gradFill flip="none" rotWithShape="1">
            <a:gsLst>
              <a:gs pos="0">
                <a:srgbClr val="000000"/>
              </a:gs>
              <a:gs pos="99000">
                <a:srgbClr val="000000"/>
              </a:gs>
              <a:gs pos="99000">
                <a:schemeClr val="accent1"/>
              </a:gs>
            </a:gsLst>
            <a:lin ang="10800000" scaled="1"/>
            <a:tileRect/>
          </a:gradFill>
        </p:spPr>
        <p:txBody>
          <a:bodyPr lIns="585216" tIns="91440" bIns="91440"/>
          <a:lstStyle>
            <a:lvl1pPr marL="0" indent="0">
              <a:buNone/>
              <a:defRPr lang="en-US" sz="1999" b="0" i="0" kern="1200" spc="0" baseline="0" dirty="0">
                <a:solidFill>
                  <a:srgbClr val="FFFFFF"/>
                </a:solidFill>
                <a:latin typeface="+mn-lt"/>
                <a:ea typeface="+mn-ea"/>
                <a:cs typeface="Segoe UI" panose="020B0502040204020203" pitchFamily="34" charset="0"/>
              </a:defRPr>
            </a:lvl1pPr>
          </a:lstStyle>
          <a:p>
            <a:pPr marL="0" marR="0" lvl="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pPr>
            <a:r>
              <a:rPr lang="en-US"/>
              <a:t>Click to enter title</a:t>
            </a:r>
          </a:p>
        </p:txBody>
      </p:sp>
      <p:sp>
        <p:nvSpPr>
          <p:cNvPr id="13" name="Text Placeholder 4" descr="This layout should only be used for developer code. The font used is a monospace font which is ideal for showing code.">
            <a:extLst>
              <a:ext uri="{FF2B5EF4-FFF2-40B4-BE49-F238E27FC236}">
                <a16:creationId xmlns:a16="http://schemas.microsoft.com/office/drawing/2014/main" id="{47501FD0-A948-CC48-8B11-3BD4F2AE4E8F}"/>
              </a:ext>
            </a:extLst>
          </p:cNvPr>
          <p:cNvSpPr>
            <a:spLocks noGrp="1"/>
          </p:cNvSpPr>
          <p:nvPr>
            <p:ph type="body" sz="quarter" idx="11" hasCustomPrompt="1"/>
          </p:nvPr>
        </p:nvSpPr>
        <p:spPr>
          <a:xfrm>
            <a:off x="584199" y="706011"/>
            <a:ext cx="5819775" cy="369332"/>
          </a:xfrm>
        </p:spPr>
        <p:txBody>
          <a:bodyPr/>
          <a:lstStyle>
            <a:lvl1pPr marL="0" indent="0">
              <a:buNone/>
              <a:defRPr sz="2400">
                <a:solidFill>
                  <a:srgbClr val="2F2F2F"/>
                </a:solidFill>
                <a:latin typeface="Consolas" panose="020B0609020204030204" pitchFamily="49" charset="0"/>
                <a:cs typeface="Consolas" panose="020B0609020204030204" pitchFamily="49" charset="0"/>
              </a:defRPr>
            </a:lvl1pPr>
            <a:lvl2pPr marL="346449"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a:t>Click to edit or paste code</a:t>
            </a:r>
          </a:p>
        </p:txBody>
      </p:sp>
      <p:sp>
        <p:nvSpPr>
          <p:cNvPr id="12" name="Text Placeholder 3">
            <a:extLst>
              <a:ext uri="{FF2B5EF4-FFF2-40B4-BE49-F238E27FC236}">
                <a16:creationId xmlns:a16="http://schemas.microsoft.com/office/drawing/2014/main" id="{2BB818A5-4223-0847-B6E2-655C7DC7B6B4}"/>
              </a:ext>
            </a:extLst>
          </p:cNvPr>
          <p:cNvSpPr>
            <a:spLocks noGrp="1"/>
          </p:cNvSpPr>
          <p:nvPr>
            <p:ph type="body" sz="quarter" idx="10" hasCustomPrompt="1"/>
          </p:nvPr>
        </p:nvSpPr>
        <p:spPr>
          <a:xfrm>
            <a:off x="7575550" y="1336675"/>
            <a:ext cx="4033838" cy="369332"/>
          </a:xfrm>
        </p:spPr>
        <p:txBody>
          <a:bodyPr wrap="square">
            <a:spAutoFit/>
          </a:bodyPr>
          <a:lstStyle>
            <a:lvl1pPr marL="0" indent="0">
              <a:lnSpc>
                <a:spcPct val="100000"/>
              </a:lnSpc>
              <a:spcBef>
                <a:spcPts val="600"/>
              </a:spcBef>
              <a:spcAft>
                <a:spcPts val="0"/>
              </a:spcAft>
              <a:buNone/>
              <a:defRPr sz="2400" b="0" i="0" baseline="0">
                <a:solidFill>
                  <a:schemeClr val="tx1"/>
                </a:solidFill>
                <a:latin typeface="+mn-lt"/>
                <a:cs typeface="Segoe UI" panose="020B0502040204020203" pitchFamily="34" charset="0"/>
              </a:defRPr>
            </a:lvl1pPr>
            <a:lvl2pPr marL="0" indent="0">
              <a:lnSpc>
                <a:spcPct val="100000"/>
              </a:lnSpc>
              <a:spcBef>
                <a:spcPts val="60"/>
              </a:spcBef>
              <a:spcAft>
                <a:spcPts val="60"/>
              </a:spcAft>
              <a:buNone/>
              <a:defRPr sz="2400" b="0" i="0">
                <a:solidFill>
                  <a:srgbClr val="2F2F2F"/>
                </a:solidFill>
                <a:latin typeface="Segoe UI" panose="020B0502040204020203" pitchFamily="34" charset="0"/>
                <a:cs typeface="Segoe UI" panose="020B0502040204020203" pitchFamily="34" charset="0"/>
              </a:defRPr>
            </a:lvl2pPr>
            <a:lvl3pPr marL="457063" indent="0">
              <a:buNone/>
              <a:defRPr/>
            </a:lvl3pPr>
            <a:lvl4pPr marL="685594" indent="0">
              <a:buNone/>
              <a:defRPr/>
            </a:lvl4pPr>
            <a:lvl5pPr marL="914126" indent="0">
              <a:buNone/>
              <a:defRPr/>
            </a:lvl5pPr>
          </a:lstStyle>
          <a:p>
            <a:pPr lvl="0"/>
            <a:r>
              <a:rPr lang="en-US"/>
              <a:t>Click to edit text</a:t>
            </a:r>
          </a:p>
        </p:txBody>
      </p:sp>
    </p:spTree>
    <p:extLst>
      <p:ext uri="{BB962C8B-B14F-4D97-AF65-F5344CB8AC3E}">
        <p14:creationId xmlns:p14="http://schemas.microsoft.com/office/powerpoint/2010/main" val="3986416915"/>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288">
          <p15:clr>
            <a:srgbClr val="5ACBF0"/>
          </p15:clr>
        </p15:guide>
        <p15:guide id="2" orient="horz" pos="436">
          <p15:clr>
            <a:srgbClr val="5ACBF0"/>
          </p15:clr>
        </p15:guide>
        <p15:guide id="4" orient="horz" pos="839">
          <p15:clr>
            <a:srgbClr val="5ACBF0"/>
          </p15:clr>
        </p15:guide>
        <p15:guide id="6" pos="4402">
          <p15:clr>
            <a:srgbClr val="5ACBF0"/>
          </p15:clr>
        </p15:guide>
        <p15:guide id="7" pos="4034">
          <p15:clr>
            <a:srgbClr val="5ACBF0"/>
          </p15:clr>
        </p15:guide>
        <p15:guide id="8" pos="4772">
          <p15:clr>
            <a:srgbClr val="5ACBF0"/>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Section Slide 1">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2980408"/>
            <a:ext cx="4800600" cy="553998"/>
          </a:xfrm>
          <a:noFill/>
        </p:spPr>
        <p:txBody>
          <a:bodyPr vert="horz" wrap="square" lIns="0" tIns="0" rIns="0" bIns="0" rtlCol="0" anchor="b" anchorCtr="0">
            <a:spAutoFit/>
          </a:bodyPr>
          <a:lstStyle>
            <a:lvl1pPr>
              <a:defRPr lang="en-US" sz="4000" b="0" i="0" kern="1200" cap="none" spc="-150" baseline="0" dirty="0">
                <a:ln w="3175">
                  <a:noFill/>
                </a:ln>
                <a:solidFill>
                  <a:schemeClr val="accent5"/>
                </a:solidFill>
                <a:effectLst/>
                <a:latin typeface="+mj-lt"/>
                <a:ea typeface="+mn-ea"/>
                <a:cs typeface="Segoe UI" panose="020B0502040204020203" pitchFamily="34" charset="0"/>
              </a:defRPr>
            </a:lvl1pPr>
          </a:lstStyle>
          <a:p>
            <a:pPr lvl="0" algn="l" defTabSz="932742" rtl="0" eaLnBrk="1" latinLnBrk="0" hangingPunct="1">
              <a:lnSpc>
                <a:spcPct val="90000"/>
              </a:lnSpc>
              <a:spcBef>
                <a:spcPct val="0"/>
              </a:spcBef>
              <a:buNone/>
            </a:pPr>
            <a:r>
              <a:rPr lang="en-US"/>
              <a:t>Section title</a:t>
            </a:r>
          </a:p>
        </p:txBody>
      </p:sp>
    </p:spTree>
    <p:extLst>
      <p:ext uri="{BB962C8B-B14F-4D97-AF65-F5344CB8AC3E}">
        <p14:creationId xmlns:p14="http://schemas.microsoft.com/office/powerpoint/2010/main" val="3800282220"/>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27">
          <p15:clr>
            <a:srgbClr val="5ACBF0"/>
          </p15:clr>
        </p15:guide>
        <p15:guide id="3" orient="horz" pos="1911">
          <p15:clr>
            <a:srgbClr val="5ACBF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p:cSld name="Section Slide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2980408"/>
            <a:ext cx="4800600" cy="553998"/>
          </a:xfrm>
          <a:noFill/>
        </p:spPr>
        <p:txBody>
          <a:bodyPr lIns="0" tIns="0" rIns="0" bIns="0" anchor="b" anchorCtr="0">
            <a:spAutoFit/>
          </a:bodyPr>
          <a:lstStyle>
            <a:lvl1pPr algn="l" defTabSz="932742" rtl="0" eaLnBrk="1" latinLnBrk="0" hangingPunct="1">
              <a:lnSpc>
                <a:spcPct val="90000"/>
              </a:lnSpc>
              <a:spcBef>
                <a:spcPct val="0"/>
              </a:spcBef>
              <a:buNone/>
              <a:defRPr lang="en-US" sz="4000" b="0" i="0" kern="1200" cap="none" spc="-150" baseline="0" dirty="0">
                <a:ln w="3175">
                  <a:noFill/>
                </a:ln>
                <a:solidFill>
                  <a:schemeClr val="bg1"/>
                </a:solidFill>
                <a:effectLst/>
                <a:latin typeface="+mj-lt"/>
                <a:ea typeface="+mn-ea"/>
                <a:cs typeface="Segoe UI" panose="020B0502040204020203" pitchFamily="34" charset="0"/>
              </a:defRPr>
            </a:lvl1pPr>
          </a:lstStyle>
          <a:p>
            <a:r>
              <a:rPr lang="en-US"/>
              <a:t>Section title</a:t>
            </a:r>
          </a:p>
        </p:txBody>
      </p:sp>
    </p:spTree>
    <p:extLst>
      <p:ext uri="{BB962C8B-B14F-4D97-AF65-F5344CB8AC3E}">
        <p14:creationId xmlns:p14="http://schemas.microsoft.com/office/powerpoint/2010/main" val="3515310404"/>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27">
          <p15:clr>
            <a:srgbClr val="5ACBF0"/>
          </p15:clr>
        </p15:guide>
        <p15:guide id="3" orient="horz" pos="1911">
          <p15:clr>
            <a:srgbClr val="5ACBF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p:cSld name="Section Slide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2980408"/>
            <a:ext cx="4800600" cy="553998"/>
          </a:xfrm>
          <a:noFill/>
        </p:spPr>
        <p:txBody>
          <a:bodyPr lIns="0" tIns="0" rIns="0" bIns="0" anchor="b" anchorCtr="0">
            <a:spAutoFit/>
          </a:bodyPr>
          <a:lstStyle>
            <a:lvl1pPr algn="l" defTabSz="932742" rtl="0" eaLnBrk="1" latinLnBrk="0" hangingPunct="1">
              <a:lnSpc>
                <a:spcPct val="90000"/>
              </a:lnSpc>
              <a:spcBef>
                <a:spcPct val="0"/>
              </a:spcBef>
              <a:buNone/>
              <a:defRPr lang="en-US" sz="4000" b="0" i="0" kern="1200" cap="none" spc="-150" baseline="0" dirty="0">
                <a:ln w="3175">
                  <a:noFill/>
                </a:ln>
                <a:solidFill>
                  <a:schemeClr val="bg1"/>
                </a:solidFill>
                <a:effectLst/>
                <a:latin typeface="+mj-lt"/>
                <a:ea typeface="+mn-ea"/>
                <a:cs typeface="Segoe UI" panose="020B0502040204020203" pitchFamily="34" charset="0"/>
              </a:defRPr>
            </a:lvl1pPr>
          </a:lstStyle>
          <a:p>
            <a:r>
              <a:rPr lang="en-US"/>
              <a:t>Section title</a:t>
            </a:r>
          </a:p>
        </p:txBody>
      </p:sp>
    </p:spTree>
    <p:extLst>
      <p:ext uri="{BB962C8B-B14F-4D97-AF65-F5344CB8AC3E}">
        <p14:creationId xmlns:p14="http://schemas.microsoft.com/office/powerpoint/2010/main" val="3906862518"/>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27">
          <p15:clr>
            <a:srgbClr val="5ACBF0"/>
          </p15:clr>
        </p15:guide>
        <p15:guide id="3" orient="horz" pos="1911">
          <p15:clr>
            <a:srgbClr val="5ACBF0"/>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p:cSld name="Section Slide 4">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2980408"/>
            <a:ext cx="4800600" cy="553998"/>
          </a:xfrm>
          <a:noFill/>
        </p:spPr>
        <p:txBody>
          <a:bodyPr vert="horz" wrap="square" lIns="0" tIns="0" rIns="0" bIns="0" rtlCol="0" anchor="b" anchorCtr="0">
            <a:spAutoFit/>
          </a:bodyPr>
          <a:lstStyle>
            <a:lvl1pPr>
              <a:defRPr lang="en-US" sz="4000" b="0" i="0" kern="1200" cap="none" spc="-150" baseline="0" dirty="0">
                <a:ln w="3175">
                  <a:noFill/>
                </a:ln>
                <a:solidFill>
                  <a:schemeClr val="accent5"/>
                </a:solidFill>
                <a:effectLst/>
                <a:latin typeface="+mj-lt"/>
                <a:ea typeface="+mn-ea"/>
                <a:cs typeface="Segoe UI" panose="020B0502040204020203" pitchFamily="34" charset="0"/>
              </a:defRPr>
            </a:lvl1pPr>
          </a:lstStyle>
          <a:p>
            <a:pPr lvl="0" algn="l" defTabSz="932742" rtl="0" eaLnBrk="1" latinLnBrk="0" hangingPunct="1">
              <a:lnSpc>
                <a:spcPct val="90000"/>
              </a:lnSpc>
              <a:spcBef>
                <a:spcPct val="0"/>
              </a:spcBef>
              <a:buNone/>
            </a:pPr>
            <a:r>
              <a:rPr lang="en-US"/>
              <a:t>Section title</a:t>
            </a:r>
          </a:p>
        </p:txBody>
      </p:sp>
    </p:spTree>
    <p:extLst>
      <p:ext uri="{BB962C8B-B14F-4D97-AF65-F5344CB8AC3E}">
        <p14:creationId xmlns:p14="http://schemas.microsoft.com/office/powerpoint/2010/main" val="3763256966"/>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27">
          <p15:clr>
            <a:srgbClr val="5ACBF0"/>
          </p15:clr>
        </p15:guide>
        <p15:guide id="3" orient="horz" pos="1911">
          <p15:clr>
            <a:srgbClr val="5ACBF0"/>
          </p15:clr>
        </p15:guide>
      </p15:sldGuideLst>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p:cSld name="Alternate Section Slide 1">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2980408"/>
            <a:ext cx="4800600" cy="553998"/>
          </a:xfrm>
          <a:noFill/>
        </p:spPr>
        <p:txBody>
          <a:bodyPr vert="horz" wrap="square" lIns="0" tIns="0" rIns="0" bIns="0" rtlCol="0" anchor="b" anchorCtr="0">
            <a:spAutoFit/>
          </a:bodyPr>
          <a:lstStyle>
            <a:lvl1pPr>
              <a:defRPr lang="en-US" sz="4000" b="0" i="0" dirty="0">
                <a:solidFill>
                  <a:schemeClr val="tx1"/>
                </a:solidFill>
                <a:latin typeface="+mj-lt"/>
              </a:defRPr>
            </a:lvl1pPr>
          </a:lstStyle>
          <a:p>
            <a:pPr lvl="0">
              <a:lnSpc>
                <a:spcPct val="90000"/>
              </a:lnSpc>
            </a:pPr>
            <a:r>
              <a:rPr lang="en-US"/>
              <a:t>Section title</a:t>
            </a:r>
          </a:p>
        </p:txBody>
      </p:sp>
    </p:spTree>
    <p:extLst>
      <p:ext uri="{BB962C8B-B14F-4D97-AF65-F5344CB8AC3E}">
        <p14:creationId xmlns:p14="http://schemas.microsoft.com/office/powerpoint/2010/main" val="97555665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27">
          <p15:clr>
            <a:srgbClr val="5ACBF0"/>
          </p15:clr>
        </p15:guide>
        <p15:guide id="3" orient="horz" pos="1911">
          <p15:clr>
            <a:srgbClr val="5ACBF0"/>
          </p15:clr>
        </p15:guide>
      </p15:sldGuideLst>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Alternate Section Slide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2980408"/>
            <a:ext cx="4800600" cy="553998"/>
          </a:xfrm>
          <a:noFill/>
        </p:spPr>
        <p:txBody>
          <a:bodyPr vert="horz" wrap="square" lIns="0" tIns="0" rIns="0" bIns="0" rtlCol="0" anchor="b" anchorCtr="0">
            <a:spAutoFit/>
          </a:bodyPr>
          <a:lstStyle>
            <a:lvl1pPr>
              <a:defRPr lang="en-US" sz="4000" b="0" i="0" kern="1200" cap="none" spc="-150" baseline="0" dirty="0">
                <a:ln w="3175">
                  <a:noFill/>
                </a:ln>
                <a:solidFill>
                  <a:schemeClr val="tx1"/>
                </a:solidFill>
                <a:effectLst/>
                <a:latin typeface="+mj-lt"/>
                <a:ea typeface="+mn-ea"/>
                <a:cs typeface="Segoe UI" panose="020B0502040204020203" pitchFamily="34" charset="0"/>
              </a:defRPr>
            </a:lvl1pPr>
          </a:lstStyle>
          <a:p>
            <a:pPr lvl="0" algn="l" defTabSz="932742" rtl="0" eaLnBrk="1" latinLnBrk="0" hangingPunct="1">
              <a:lnSpc>
                <a:spcPct val="90000"/>
              </a:lnSpc>
              <a:spcBef>
                <a:spcPct val="0"/>
              </a:spcBef>
              <a:buNone/>
            </a:pPr>
            <a:r>
              <a:rPr lang="en-US"/>
              <a:t>Section title</a:t>
            </a:r>
          </a:p>
        </p:txBody>
      </p:sp>
    </p:spTree>
    <p:extLst>
      <p:ext uri="{BB962C8B-B14F-4D97-AF65-F5344CB8AC3E}">
        <p14:creationId xmlns:p14="http://schemas.microsoft.com/office/powerpoint/2010/main" val="164218293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27">
          <p15:clr>
            <a:srgbClr val="5ACBF0"/>
          </p15:clr>
        </p15:guide>
        <p15:guide id="3" orient="horz" pos="1911">
          <p15:clr>
            <a:srgbClr val="5ACBF0"/>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Alternate Section Slide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2980408"/>
            <a:ext cx="4800600" cy="553998"/>
          </a:xfrm>
          <a:noFill/>
        </p:spPr>
        <p:txBody>
          <a:bodyPr vert="horz" wrap="square" lIns="0" tIns="0" rIns="0" bIns="0" rtlCol="0" anchor="b" anchorCtr="0">
            <a:spAutoFit/>
          </a:bodyPr>
          <a:lstStyle>
            <a:lvl1pPr>
              <a:defRPr lang="en-US" sz="4000" b="0" i="0" kern="1200" cap="none" spc="-150" baseline="0" dirty="0">
                <a:ln w="3175">
                  <a:noFill/>
                </a:ln>
                <a:solidFill>
                  <a:schemeClr val="accent5"/>
                </a:solidFill>
                <a:effectLst/>
                <a:latin typeface="+mj-lt"/>
                <a:ea typeface="+mn-ea"/>
                <a:cs typeface="Segoe UI" panose="020B0502040204020203" pitchFamily="34" charset="0"/>
              </a:defRPr>
            </a:lvl1pPr>
          </a:lstStyle>
          <a:p>
            <a:pPr lvl="0" algn="l" defTabSz="932742" rtl="0" eaLnBrk="1" latinLnBrk="0" hangingPunct="1">
              <a:lnSpc>
                <a:spcPct val="90000"/>
              </a:lnSpc>
              <a:spcBef>
                <a:spcPct val="0"/>
              </a:spcBef>
              <a:buNone/>
            </a:pPr>
            <a:r>
              <a:rPr lang="en-US"/>
              <a:t>Section title</a:t>
            </a:r>
          </a:p>
        </p:txBody>
      </p:sp>
    </p:spTree>
    <p:extLst>
      <p:ext uri="{BB962C8B-B14F-4D97-AF65-F5344CB8AC3E}">
        <p14:creationId xmlns:p14="http://schemas.microsoft.com/office/powerpoint/2010/main" val="191691575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27">
          <p15:clr>
            <a:srgbClr val="5ACBF0"/>
          </p15:clr>
        </p15:guide>
        <p15:guide id="3" orient="horz" pos="1911">
          <p15:clr>
            <a:srgbClr val="5ACBF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p:cSld name="Alternate Section Slide 4">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2980408"/>
            <a:ext cx="4800600" cy="553998"/>
          </a:xfrm>
          <a:noFill/>
        </p:spPr>
        <p:txBody>
          <a:bodyPr vert="horz" wrap="square" lIns="0" tIns="0" rIns="0" bIns="0" rtlCol="0" anchor="b" anchorCtr="0">
            <a:spAutoFit/>
          </a:bodyPr>
          <a:lstStyle>
            <a:lvl1pPr>
              <a:defRPr lang="en-US" sz="4000" b="0" i="0" kern="1200" cap="none" spc="-150" baseline="0" dirty="0">
                <a:ln w="3175">
                  <a:noFill/>
                </a:ln>
                <a:solidFill>
                  <a:srgbClr val="0D0061"/>
                </a:solidFill>
                <a:effectLst/>
                <a:latin typeface="+mj-lt"/>
                <a:ea typeface="+mn-ea"/>
                <a:cs typeface="Segoe UI" panose="020B0502040204020203" pitchFamily="34" charset="0"/>
              </a:defRPr>
            </a:lvl1pPr>
          </a:lstStyle>
          <a:p>
            <a:pPr lvl="0" algn="l" defTabSz="932742" rtl="0" eaLnBrk="1" latinLnBrk="0" hangingPunct="1">
              <a:lnSpc>
                <a:spcPct val="90000"/>
              </a:lnSpc>
              <a:spcBef>
                <a:spcPct val="0"/>
              </a:spcBef>
              <a:buNone/>
            </a:pPr>
            <a:r>
              <a:rPr lang="en-US"/>
              <a:t>Section title</a:t>
            </a:r>
          </a:p>
        </p:txBody>
      </p:sp>
    </p:spTree>
    <p:extLst>
      <p:ext uri="{BB962C8B-B14F-4D97-AF65-F5344CB8AC3E}">
        <p14:creationId xmlns:p14="http://schemas.microsoft.com/office/powerpoint/2010/main" val="164641461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27">
          <p15:clr>
            <a:srgbClr val="5ACBF0"/>
          </p15:clr>
        </p15:guide>
        <p15:guide id="3" orient="horz" pos="1911">
          <p15:clr>
            <a:srgbClr val="5ACBF0"/>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p:cSld name="Alternate Section Slide 5">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2980408"/>
            <a:ext cx="4800600" cy="553998"/>
          </a:xfrm>
          <a:noFill/>
        </p:spPr>
        <p:txBody>
          <a:bodyPr lIns="0" tIns="0" rIns="0" bIns="0" anchor="b" anchorCtr="0">
            <a:spAutoFit/>
          </a:bodyPr>
          <a:lstStyle>
            <a:lvl1pPr algn="l" defTabSz="932742" rtl="0" eaLnBrk="1" latinLnBrk="0" hangingPunct="1">
              <a:lnSpc>
                <a:spcPct val="90000"/>
              </a:lnSpc>
              <a:spcBef>
                <a:spcPct val="0"/>
              </a:spcBef>
              <a:buNone/>
              <a:defRPr lang="en-US" sz="4000" b="0" i="0" kern="1200" cap="none" spc="-150" baseline="0" dirty="0">
                <a:ln w="3175">
                  <a:noFill/>
                </a:ln>
                <a:solidFill>
                  <a:schemeClr val="accent5"/>
                </a:solidFill>
                <a:effectLst/>
                <a:latin typeface="+mj-lt"/>
                <a:ea typeface="+mn-ea"/>
                <a:cs typeface="Segoe UI" panose="020B0502040204020203" pitchFamily="34" charset="0"/>
              </a:defRPr>
            </a:lvl1pPr>
          </a:lstStyle>
          <a:p>
            <a:r>
              <a:rPr lang="en-US"/>
              <a:t>Section title</a:t>
            </a:r>
          </a:p>
        </p:txBody>
      </p:sp>
    </p:spTree>
    <p:extLst>
      <p:ext uri="{BB962C8B-B14F-4D97-AF65-F5344CB8AC3E}">
        <p14:creationId xmlns:p14="http://schemas.microsoft.com/office/powerpoint/2010/main" val="521082539"/>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27">
          <p15:clr>
            <a:srgbClr val="5ACBF0"/>
          </p15:clr>
        </p15:guide>
        <p15:guide id="3" orient="horz" pos="1911">
          <p15:clr>
            <a:srgbClr val="5ACBF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Alternate Section Slide 6">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9EC132A7-E105-7F97-5825-C64651DAB1F6}"/>
              </a:ext>
            </a:extLst>
          </p:cNvPr>
          <p:cNvSpPr>
            <a:spLocks noGrp="1"/>
          </p:cNvSpPr>
          <p:nvPr>
            <p:ph type="title" hasCustomPrompt="1"/>
          </p:nvPr>
        </p:nvSpPr>
        <p:spPr>
          <a:xfrm>
            <a:off x="585216" y="2977823"/>
            <a:ext cx="4800600" cy="553998"/>
          </a:xfrm>
          <a:noFill/>
        </p:spPr>
        <p:txBody>
          <a:bodyPr vert="horz" wrap="square" lIns="0" tIns="0" rIns="0" bIns="0" rtlCol="0" anchor="b" anchorCtr="0">
            <a:spAutoFit/>
          </a:bodyPr>
          <a:lstStyle>
            <a:lvl1pPr>
              <a:defRPr lang="en-US" sz="4000" dirty="0">
                <a:solidFill>
                  <a:schemeClr val="bg1"/>
                </a:solidFill>
              </a:defRPr>
            </a:lvl1pPr>
          </a:lstStyle>
          <a:p>
            <a:pPr lvl="0">
              <a:lnSpc>
                <a:spcPct val="90000"/>
              </a:lnSpc>
            </a:pPr>
            <a:r>
              <a:rPr lang="en-US"/>
              <a:t>Section title</a:t>
            </a:r>
          </a:p>
        </p:txBody>
      </p:sp>
    </p:spTree>
    <p:extLst>
      <p:ext uri="{BB962C8B-B14F-4D97-AF65-F5344CB8AC3E}">
        <p14:creationId xmlns:p14="http://schemas.microsoft.com/office/powerpoint/2010/main" val="1128351159"/>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27">
          <p15:clr>
            <a:srgbClr val="5ACBF0"/>
          </p15:clr>
        </p15:guide>
        <p15:guide id="3" orient="horz" pos="1911">
          <p15:clr>
            <a:srgbClr val="5ACBF0"/>
          </p15:clr>
        </p15:guide>
      </p15:sldGuideLst>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p:cSld name="Demo 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2977823"/>
            <a:ext cx="4800600" cy="553998"/>
          </a:xfrm>
          <a:noFill/>
        </p:spPr>
        <p:txBody>
          <a:bodyPr vert="horz" wrap="square" lIns="0" tIns="0" rIns="0" bIns="0" rtlCol="0" anchor="b" anchorCtr="0">
            <a:spAutoFit/>
          </a:bodyPr>
          <a:lstStyle>
            <a:lvl1pPr>
              <a:defRPr lang="en-US" sz="4000" dirty="0">
                <a:solidFill>
                  <a:schemeClr val="accent1"/>
                </a:solidFill>
              </a:defRPr>
            </a:lvl1pPr>
          </a:lstStyle>
          <a:p>
            <a:pPr lvl="0">
              <a:lnSpc>
                <a:spcPct val="90000"/>
              </a:lnSpc>
            </a:pPr>
            <a:r>
              <a:rPr lang="en-US"/>
              <a:t>Demo title</a:t>
            </a:r>
          </a:p>
        </p:txBody>
      </p:sp>
      <p:sp>
        <p:nvSpPr>
          <p:cNvPr id="5" name="Text Placeholder 4"/>
          <p:cNvSpPr>
            <a:spLocks noGrp="1"/>
          </p:cNvSpPr>
          <p:nvPr>
            <p:ph type="body" sz="quarter" idx="12" hasCustomPrompt="1"/>
          </p:nvPr>
        </p:nvSpPr>
        <p:spPr>
          <a:xfrm>
            <a:off x="585216" y="3977319"/>
            <a:ext cx="4800600" cy="246221"/>
          </a:xfrm>
          <a:noFill/>
        </p:spPr>
        <p:txBody>
          <a:bodyPr lIns="0" tIns="0" rIns="0" bIns="0">
            <a:spAutoFit/>
          </a:bodyPr>
          <a:lstStyle>
            <a:lvl1pPr marL="0" indent="0">
              <a:spcBef>
                <a:spcPts val="0"/>
              </a:spcBef>
              <a:spcAft>
                <a:spcPts val="0"/>
              </a:spcAft>
              <a:buFont typeface="Arial" panose="020B0604020202020204" pitchFamily="34" charset="0"/>
              <a:buNone/>
              <a:defRPr sz="1600" b="0" i="0" spc="0" baseline="0">
                <a:solidFill>
                  <a:schemeClr val="accent5"/>
                </a:solidFill>
                <a:latin typeface="+mn-lt"/>
              </a:defRPr>
            </a:lvl1pPr>
          </a:lstStyle>
          <a:p>
            <a:pPr lvl="0"/>
            <a:r>
              <a:rPr lang="en-US"/>
              <a:t>Speaker name</a:t>
            </a:r>
          </a:p>
        </p:txBody>
      </p:sp>
    </p:spTree>
    <p:extLst>
      <p:ext uri="{BB962C8B-B14F-4D97-AF65-F5344CB8AC3E}">
        <p14:creationId xmlns:p14="http://schemas.microsoft.com/office/powerpoint/2010/main" val="812763992"/>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guide id="4" orient="horz" pos="2505">
          <p15:clr>
            <a:srgbClr val="5ACBF0"/>
          </p15:clr>
        </p15:guide>
      </p15:sldGuideLst>
    </p:ext>
  </p:extLst>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Quot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60D155-47E8-D819-5FA4-748607570A1C}"/>
              </a:ext>
            </a:extLst>
          </p:cNvPr>
          <p:cNvSpPr>
            <a:spLocks noGrp="1"/>
          </p:cNvSpPr>
          <p:nvPr>
            <p:ph type="title"/>
          </p:nvPr>
        </p:nvSpPr>
        <p:spPr/>
        <p:txBody>
          <a:bodyPr/>
          <a:lstStyle>
            <a:lvl1pPr>
              <a:defRPr>
                <a:solidFill>
                  <a:schemeClr val="tx1"/>
                </a:solidFill>
              </a:defRPr>
            </a:lvl1pPr>
          </a:lstStyle>
          <a:p>
            <a:r>
              <a:rPr lang="en-US"/>
              <a:t>Click to edit Master title style</a:t>
            </a:r>
          </a:p>
        </p:txBody>
      </p:sp>
      <p:sp>
        <p:nvSpPr>
          <p:cNvPr id="3" name="Picture Placeholder 9">
            <a:extLst>
              <a:ext uri="{FF2B5EF4-FFF2-40B4-BE49-F238E27FC236}">
                <a16:creationId xmlns:a16="http://schemas.microsoft.com/office/drawing/2014/main" id="{5022EE65-FBB2-C961-B89F-9DADBDB2DB30}"/>
              </a:ext>
            </a:extLst>
          </p:cNvPr>
          <p:cNvSpPr>
            <a:spLocks noGrp="1"/>
          </p:cNvSpPr>
          <p:nvPr>
            <p:ph type="pic" sz="quarter" idx="14"/>
          </p:nvPr>
        </p:nvSpPr>
        <p:spPr>
          <a:xfrm>
            <a:off x="6976658" y="1582894"/>
            <a:ext cx="4022822" cy="4022822"/>
          </a:xfrm>
          <a:prstGeom prst="rect">
            <a:avLst/>
          </a:prstGeom>
          <a:blipFill>
            <a:blip r:embed="rId3"/>
            <a:stretch>
              <a:fillRect/>
            </a:stretch>
          </a:blipFill>
          <a:effectLst>
            <a:outerShdw blurRad="215900" dist="190500" dir="2700000" sx="101000" sy="101000" algn="ctr" rotWithShape="0">
              <a:srgbClr val="000000">
                <a:alpha val="23000"/>
              </a:srgbClr>
            </a:outerShdw>
          </a:effectLst>
        </p:spPr>
        <p:txBody>
          <a:bodyPr vert="horz" wrap="square" lIns="0" tIns="0" rIns="0" bIns="0" rtlCol="0" anchor="t" anchorCtr="0">
            <a:normAutofit/>
          </a:bodyPr>
          <a:lstStyle>
            <a:lvl1pPr marL="228600" indent="-228600" algn="ctr">
              <a:buNone/>
              <a:defRPr lang="en-US" sz="1800" b="0" i="0">
                <a:solidFill>
                  <a:schemeClr val="tx1"/>
                </a:solidFill>
                <a:latin typeface="+mn-lt"/>
              </a:defRPr>
            </a:lvl1pPr>
          </a:lstStyle>
          <a:p>
            <a:pPr marL="228600" lvl="0" indent="-228600" algn="ctr"/>
            <a:r>
              <a:rPr lang="en-US"/>
              <a:t>Click icon to add picture</a:t>
            </a:r>
          </a:p>
        </p:txBody>
      </p:sp>
      <p:sp>
        <p:nvSpPr>
          <p:cNvPr id="10" name="Freeform: Shape 9">
            <a:extLst>
              <a:ext uri="{FF2B5EF4-FFF2-40B4-BE49-F238E27FC236}">
                <a16:creationId xmlns:a16="http://schemas.microsoft.com/office/drawing/2014/main" id="{52A3F807-DEFB-6026-D7BD-82284EB7FB76}"/>
              </a:ext>
            </a:extLst>
          </p:cNvPr>
          <p:cNvSpPr/>
          <p:nvPr/>
        </p:nvSpPr>
        <p:spPr>
          <a:xfrm>
            <a:off x="627162" y="1582894"/>
            <a:ext cx="829497" cy="724371"/>
          </a:xfrm>
          <a:custGeom>
            <a:avLst/>
            <a:gdLst>
              <a:gd name="connsiteX0" fmla="*/ 393237 w 674431"/>
              <a:gd name="connsiteY0" fmla="*/ 0 h 587906"/>
              <a:gd name="connsiteX1" fmla="*/ 616089 w 674431"/>
              <a:gd name="connsiteY1" fmla="*/ 0 h 587906"/>
              <a:gd name="connsiteX2" fmla="*/ 616151 w 674431"/>
              <a:gd name="connsiteY2" fmla="*/ 0 h 587906"/>
              <a:gd name="connsiteX3" fmla="*/ 674431 w 674431"/>
              <a:gd name="connsiteY3" fmla="*/ 58280 h 587906"/>
              <a:gd name="connsiteX4" fmla="*/ 674431 w 674431"/>
              <a:gd name="connsiteY4" fmla="*/ 221738 h 587906"/>
              <a:gd name="connsiteX5" fmla="*/ 597219 w 674431"/>
              <a:gd name="connsiteY5" fmla="*/ 471750 h 587906"/>
              <a:gd name="connsiteX6" fmla="*/ 393361 w 674431"/>
              <a:gd name="connsiteY6" fmla="*/ 587630 h 587906"/>
              <a:gd name="connsiteX7" fmla="*/ 380245 w 674431"/>
              <a:gd name="connsiteY7" fmla="*/ 577174 h 587906"/>
              <a:gd name="connsiteX8" fmla="*/ 380245 w 674431"/>
              <a:gd name="connsiteY8" fmla="*/ 489011 h 587906"/>
              <a:gd name="connsiteX9" fmla="*/ 387484 w 674431"/>
              <a:gd name="connsiteY9" fmla="*/ 478865 h 587906"/>
              <a:gd name="connsiteX10" fmla="*/ 523100 w 674431"/>
              <a:gd name="connsiteY10" fmla="*/ 363541 h 587906"/>
              <a:gd name="connsiteX11" fmla="*/ 540423 w 674431"/>
              <a:gd name="connsiteY11" fmla="*/ 283112 h 587906"/>
              <a:gd name="connsiteX12" fmla="*/ 533308 w 674431"/>
              <a:gd name="connsiteY12" fmla="*/ 276306 h 587906"/>
              <a:gd name="connsiteX13" fmla="*/ 393361 w 674431"/>
              <a:gd name="connsiteY13" fmla="*/ 276306 h 587906"/>
              <a:gd name="connsiteX14" fmla="*/ 374986 w 674431"/>
              <a:gd name="connsiteY14" fmla="*/ 257931 h 587906"/>
              <a:gd name="connsiteX15" fmla="*/ 374986 w 674431"/>
              <a:gd name="connsiteY15" fmla="*/ 18251 h 587906"/>
              <a:gd name="connsiteX16" fmla="*/ 393237 w 674431"/>
              <a:gd name="connsiteY16" fmla="*/ 0 h 587906"/>
              <a:gd name="connsiteX17" fmla="*/ 58466 w 674431"/>
              <a:gd name="connsiteY17" fmla="*/ 0 h 587906"/>
              <a:gd name="connsiteX18" fmla="*/ 281070 w 674431"/>
              <a:gd name="connsiteY18" fmla="*/ 0 h 587906"/>
              <a:gd name="connsiteX19" fmla="*/ 299445 w 674431"/>
              <a:gd name="connsiteY19" fmla="*/ 18375 h 587906"/>
              <a:gd name="connsiteX20" fmla="*/ 299445 w 674431"/>
              <a:gd name="connsiteY20" fmla="*/ 221738 h 587906"/>
              <a:gd name="connsiteX21" fmla="*/ 222233 w 674431"/>
              <a:gd name="connsiteY21" fmla="*/ 471750 h 587906"/>
              <a:gd name="connsiteX22" fmla="*/ 18375 w 674431"/>
              <a:gd name="connsiteY22" fmla="*/ 587630 h 587906"/>
              <a:gd name="connsiteX23" fmla="*/ 5259 w 674431"/>
              <a:gd name="connsiteY23" fmla="*/ 577174 h 587906"/>
              <a:gd name="connsiteX24" fmla="*/ 5259 w 674431"/>
              <a:gd name="connsiteY24" fmla="*/ 489011 h 587906"/>
              <a:gd name="connsiteX25" fmla="*/ 12497 w 674431"/>
              <a:gd name="connsiteY25" fmla="*/ 478865 h 587906"/>
              <a:gd name="connsiteX26" fmla="*/ 148114 w 674431"/>
              <a:gd name="connsiteY26" fmla="*/ 363541 h 587906"/>
              <a:gd name="connsiteX27" fmla="*/ 165437 w 674431"/>
              <a:gd name="connsiteY27" fmla="*/ 283112 h 587906"/>
              <a:gd name="connsiteX28" fmla="*/ 158322 w 674431"/>
              <a:gd name="connsiteY28" fmla="*/ 276306 h 587906"/>
              <a:gd name="connsiteX29" fmla="*/ 18375 w 674431"/>
              <a:gd name="connsiteY29" fmla="*/ 276306 h 587906"/>
              <a:gd name="connsiteX30" fmla="*/ 0 w 674431"/>
              <a:gd name="connsiteY30" fmla="*/ 257931 h 587906"/>
              <a:gd name="connsiteX31" fmla="*/ 0 w 674431"/>
              <a:gd name="connsiteY31" fmla="*/ 58466 h 587906"/>
              <a:gd name="connsiteX32" fmla="*/ 58466 w 674431"/>
              <a:gd name="connsiteY32" fmla="*/ 0 h 5879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674431" h="587906">
                <a:moveTo>
                  <a:pt x="393237" y="0"/>
                </a:moveTo>
                <a:lnTo>
                  <a:pt x="616089" y="0"/>
                </a:lnTo>
                <a:lnTo>
                  <a:pt x="616151" y="0"/>
                </a:lnTo>
                <a:cubicBezTo>
                  <a:pt x="648322" y="0"/>
                  <a:pt x="674431" y="26109"/>
                  <a:pt x="674431" y="58280"/>
                </a:cubicBezTo>
                <a:lnTo>
                  <a:pt x="674431" y="221738"/>
                </a:lnTo>
                <a:cubicBezTo>
                  <a:pt x="674431" y="328152"/>
                  <a:pt x="648694" y="411490"/>
                  <a:pt x="597219" y="471750"/>
                </a:cubicBezTo>
                <a:cubicBezTo>
                  <a:pt x="548157" y="529102"/>
                  <a:pt x="480225" y="567770"/>
                  <a:pt x="393361" y="587630"/>
                </a:cubicBezTo>
                <a:cubicBezTo>
                  <a:pt x="386679" y="589177"/>
                  <a:pt x="380245" y="584042"/>
                  <a:pt x="380245" y="577174"/>
                </a:cubicBezTo>
                <a:lnTo>
                  <a:pt x="380245" y="489011"/>
                </a:lnTo>
                <a:cubicBezTo>
                  <a:pt x="380245" y="484433"/>
                  <a:pt x="383153" y="480288"/>
                  <a:pt x="387484" y="478865"/>
                </a:cubicBezTo>
                <a:cubicBezTo>
                  <a:pt x="454240" y="456778"/>
                  <a:pt x="499466" y="418295"/>
                  <a:pt x="523100" y="363541"/>
                </a:cubicBezTo>
                <a:cubicBezTo>
                  <a:pt x="535969" y="335824"/>
                  <a:pt x="541784" y="309035"/>
                  <a:pt x="540423" y="283112"/>
                </a:cubicBezTo>
                <a:cubicBezTo>
                  <a:pt x="540238" y="279276"/>
                  <a:pt x="537082" y="276306"/>
                  <a:pt x="533308" y="276306"/>
                </a:cubicBezTo>
                <a:lnTo>
                  <a:pt x="393361" y="276306"/>
                </a:lnTo>
                <a:cubicBezTo>
                  <a:pt x="383215" y="276306"/>
                  <a:pt x="374986" y="268078"/>
                  <a:pt x="374986" y="257931"/>
                </a:cubicBezTo>
                <a:lnTo>
                  <a:pt x="374986" y="18251"/>
                </a:lnTo>
                <a:cubicBezTo>
                  <a:pt x="374986" y="8167"/>
                  <a:pt x="383153" y="0"/>
                  <a:pt x="393237" y="0"/>
                </a:cubicBezTo>
                <a:close/>
                <a:moveTo>
                  <a:pt x="58466" y="0"/>
                </a:moveTo>
                <a:lnTo>
                  <a:pt x="281070" y="0"/>
                </a:lnTo>
                <a:cubicBezTo>
                  <a:pt x="291216" y="0"/>
                  <a:pt x="299445" y="8229"/>
                  <a:pt x="299445" y="18375"/>
                </a:cubicBezTo>
                <a:lnTo>
                  <a:pt x="299445" y="221738"/>
                </a:lnTo>
                <a:cubicBezTo>
                  <a:pt x="299445" y="328152"/>
                  <a:pt x="273708" y="411490"/>
                  <a:pt x="222233" y="471750"/>
                </a:cubicBezTo>
                <a:cubicBezTo>
                  <a:pt x="173171" y="529102"/>
                  <a:pt x="105239" y="567770"/>
                  <a:pt x="18375" y="587630"/>
                </a:cubicBezTo>
                <a:cubicBezTo>
                  <a:pt x="11631" y="589177"/>
                  <a:pt x="5259" y="584042"/>
                  <a:pt x="5259" y="577174"/>
                </a:cubicBezTo>
                <a:lnTo>
                  <a:pt x="5259" y="489011"/>
                </a:lnTo>
                <a:cubicBezTo>
                  <a:pt x="5259" y="484433"/>
                  <a:pt x="8167" y="480288"/>
                  <a:pt x="12497" y="478865"/>
                </a:cubicBezTo>
                <a:cubicBezTo>
                  <a:pt x="79254" y="456778"/>
                  <a:pt x="124480" y="418295"/>
                  <a:pt x="148114" y="363541"/>
                </a:cubicBezTo>
                <a:cubicBezTo>
                  <a:pt x="160983" y="335824"/>
                  <a:pt x="166798" y="309035"/>
                  <a:pt x="165437" y="283112"/>
                </a:cubicBezTo>
                <a:cubicBezTo>
                  <a:pt x="165252" y="279276"/>
                  <a:pt x="162096" y="276306"/>
                  <a:pt x="158322" y="276306"/>
                </a:cubicBezTo>
                <a:lnTo>
                  <a:pt x="18375" y="276306"/>
                </a:lnTo>
                <a:cubicBezTo>
                  <a:pt x="8229" y="276306"/>
                  <a:pt x="0" y="268078"/>
                  <a:pt x="0" y="257931"/>
                </a:cubicBezTo>
                <a:lnTo>
                  <a:pt x="0" y="58466"/>
                </a:lnTo>
                <a:cubicBezTo>
                  <a:pt x="0" y="26171"/>
                  <a:pt x="26171" y="0"/>
                  <a:pt x="58466" y="0"/>
                </a:cubicBezTo>
                <a:close/>
              </a:path>
            </a:pathLst>
          </a:custGeom>
          <a:noFill/>
          <a:ln w="19050" cap="flat">
            <a:solidFill>
              <a:schemeClr val="accent3"/>
            </a:solidFill>
            <a:prstDash val="solid"/>
            <a:miter/>
          </a:ln>
        </p:spPr>
        <p:txBody>
          <a:bodyPr rtlCol="0" anchor="ctr"/>
          <a:lstStyle/>
          <a:p>
            <a:endParaRPr lang="en-US" b="0" i="0">
              <a:latin typeface="Segoe UI" panose="020B0502040204020203" pitchFamily="34" charset="0"/>
            </a:endParaRPr>
          </a:p>
        </p:txBody>
      </p:sp>
      <p:sp>
        <p:nvSpPr>
          <p:cNvPr id="11" name="Text Placeholder 4">
            <a:extLst>
              <a:ext uri="{FF2B5EF4-FFF2-40B4-BE49-F238E27FC236}">
                <a16:creationId xmlns:a16="http://schemas.microsoft.com/office/drawing/2014/main" id="{6B8F6EDE-3287-C98A-2287-E97E9546E9E1}"/>
              </a:ext>
            </a:extLst>
          </p:cNvPr>
          <p:cNvSpPr>
            <a:spLocks noGrp="1"/>
          </p:cNvSpPr>
          <p:nvPr>
            <p:ph type="body" sz="quarter" idx="12" hasCustomPrompt="1"/>
          </p:nvPr>
        </p:nvSpPr>
        <p:spPr>
          <a:xfrm>
            <a:off x="627162" y="5296372"/>
            <a:ext cx="2706480" cy="246221"/>
          </a:xfrm>
          <a:noFill/>
        </p:spPr>
        <p:txBody>
          <a:bodyPr wrap="square" lIns="0" tIns="0" rIns="0" bIns="0">
            <a:spAutoFit/>
          </a:bodyPr>
          <a:lstStyle>
            <a:lvl1pPr marL="0" indent="0">
              <a:spcBef>
                <a:spcPts val="0"/>
              </a:spcBef>
              <a:buNone/>
              <a:defRPr sz="1600" b="0" i="0" spc="0" baseline="0">
                <a:solidFill>
                  <a:schemeClr val="tx1"/>
                </a:solidFill>
                <a:latin typeface="+mn-lt"/>
                <a:cs typeface="Segoe UI" panose="020B0502040204020203" pitchFamily="34" charset="0"/>
              </a:defRPr>
            </a:lvl1pPr>
          </a:lstStyle>
          <a:p>
            <a:pPr lvl="0"/>
            <a:r>
              <a:rPr lang="en-US"/>
              <a:t>Quote author</a:t>
            </a:r>
          </a:p>
        </p:txBody>
      </p:sp>
      <p:sp>
        <p:nvSpPr>
          <p:cNvPr id="12" name="Text Placeholder 8">
            <a:extLst>
              <a:ext uri="{FF2B5EF4-FFF2-40B4-BE49-F238E27FC236}">
                <a16:creationId xmlns:a16="http://schemas.microsoft.com/office/drawing/2014/main" id="{0D2446EE-1B44-9522-17E3-B1D17638082A}"/>
              </a:ext>
            </a:extLst>
          </p:cNvPr>
          <p:cNvSpPr>
            <a:spLocks noGrp="1"/>
          </p:cNvSpPr>
          <p:nvPr>
            <p:ph type="body" sz="quarter" idx="18"/>
          </p:nvPr>
        </p:nvSpPr>
        <p:spPr>
          <a:xfrm>
            <a:off x="627162" y="2735352"/>
            <a:ext cx="4705350" cy="430887"/>
          </a:xfrm>
        </p:spPr>
        <p:txBody>
          <a:bodyPr/>
          <a:lstStyle>
            <a:lvl1pPr marL="0" indent="0">
              <a:buNone/>
              <a:defRPr/>
            </a:lvl1pPr>
            <a:lvl2pPr>
              <a:buNone/>
              <a:defRPr/>
            </a:lvl2pPr>
            <a:lvl3pPr>
              <a:buNone/>
              <a:defRPr/>
            </a:lvl3pPr>
            <a:lvl4pPr>
              <a:buNone/>
              <a:defRPr/>
            </a:lvl4pPr>
            <a:lvl5pPr>
              <a:buNone/>
              <a:defRPr/>
            </a:lvl5pPr>
          </a:lstStyle>
          <a:p>
            <a:pPr lvl="0"/>
            <a:r>
              <a:rPr lang="en-US"/>
              <a:t>Click to edit Master text styles</a:t>
            </a:r>
          </a:p>
        </p:txBody>
      </p:sp>
    </p:spTree>
    <p:extLst>
      <p:ext uri="{BB962C8B-B14F-4D97-AF65-F5344CB8AC3E}">
        <p14:creationId xmlns:p14="http://schemas.microsoft.com/office/powerpoint/2010/main" val="1740735056"/>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Screenshot 1">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3E7235-22DD-1125-FF85-028A2E641445}"/>
              </a:ext>
            </a:extLst>
          </p:cNvPr>
          <p:cNvSpPr>
            <a:spLocks noGrp="1"/>
          </p:cNvSpPr>
          <p:nvPr>
            <p:ph type="title"/>
          </p:nvPr>
        </p:nvSpPr>
        <p:spPr>
          <a:xfrm>
            <a:off x="588263" y="457200"/>
            <a:ext cx="6359434" cy="553998"/>
          </a:xfrm>
        </p:spPr>
        <p:txBody>
          <a:bodyPr/>
          <a:lstStyle>
            <a:lvl1pPr>
              <a:defRPr>
                <a:solidFill>
                  <a:schemeClr val="bg1"/>
                </a:solidFill>
              </a:defRPr>
            </a:lvl1pPr>
          </a:lstStyle>
          <a:p>
            <a:r>
              <a:rPr lang="en-US"/>
              <a:t>Click to edit Master title style</a:t>
            </a:r>
          </a:p>
        </p:txBody>
      </p:sp>
      <p:sp>
        <p:nvSpPr>
          <p:cNvPr id="16" name="Picture Placeholder 15">
            <a:extLst>
              <a:ext uri="{FF2B5EF4-FFF2-40B4-BE49-F238E27FC236}">
                <a16:creationId xmlns:a16="http://schemas.microsoft.com/office/drawing/2014/main" id="{B5068233-F46E-B659-0799-22A45E3DA223}"/>
              </a:ext>
            </a:extLst>
          </p:cNvPr>
          <p:cNvSpPr>
            <a:spLocks noGrp="1"/>
          </p:cNvSpPr>
          <p:nvPr>
            <p:ph type="pic" sz="quarter" idx="10" hasCustomPrompt="1"/>
          </p:nvPr>
        </p:nvSpPr>
        <p:spPr>
          <a:xfrm>
            <a:off x="4704034" y="1435099"/>
            <a:ext cx="7075954" cy="3987505"/>
          </a:xfrm>
          <a:blipFill>
            <a:blip r:embed="rId3"/>
            <a:stretch>
              <a:fillRect/>
            </a:stretch>
          </a:blipFill>
          <a:effectLst>
            <a:outerShdw blurRad="241300" dist="304800" dir="2700000" sx="101000" sy="101000" algn="ctr" rotWithShape="0">
              <a:srgbClr val="000000">
                <a:alpha val="17000"/>
              </a:srgbClr>
            </a:outerShdw>
          </a:effectLst>
        </p:spPr>
        <p:txBody>
          <a:bodyPr lIns="731520" rIns="731520" bIns="1097280" anchor="ctr" anchorCtr="0">
            <a:normAutofit/>
          </a:bodyPr>
          <a:lstStyle>
            <a:lvl1pPr marL="0" indent="0" algn="ctr">
              <a:buFont typeface="Arial" panose="020B0604020202020204" pitchFamily="34" charset="0"/>
              <a:buNone/>
              <a:defRPr sz="1800" b="0">
                <a:solidFill>
                  <a:schemeClr val="bg1"/>
                </a:solidFill>
                <a:latin typeface="+mn-lt"/>
              </a:defRPr>
            </a:lvl1pPr>
          </a:lstStyle>
          <a:p>
            <a:r>
              <a:rPr lang="en-US"/>
              <a:t>Drag &amp; drop your photo here </a:t>
            </a:r>
            <a:br>
              <a:rPr lang="en-US"/>
            </a:br>
            <a:r>
              <a:rPr lang="en-US"/>
              <a:t>or click or tap icon below to insert</a:t>
            </a:r>
          </a:p>
        </p:txBody>
      </p:sp>
      <p:sp>
        <p:nvSpPr>
          <p:cNvPr id="17" name="Content Placeholder 4">
            <a:extLst>
              <a:ext uri="{FF2B5EF4-FFF2-40B4-BE49-F238E27FC236}">
                <a16:creationId xmlns:a16="http://schemas.microsoft.com/office/drawing/2014/main" id="{1020F17E-67BE-FC02-AF7B-709A3923C231}"/>
              </a:ext>
            </a:extLst>
          </p:cNvPr>
          <p:cNvSpPr>
            <a:spLocks noGrp="1"/>
          </p:cNvSpPr>
          <p:nvPr>
            <p:ph sz="quarter" idx="12"/>
          </p:nvPr>
        </p:nvSpPr>
        <p:spPr>
          <a:xfrm>
            <a:off x="584201" y="1435099"/>
            <a:ext cx="3828312" cy="2043636"/>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673978346"/>
      </p:ext>
    </p:extLst>
  </p:cSld>
  <p:clrMapOvr>
    <a:masterClrMapping/>
  </p:clrMapOvr>
  <p:transition>
    <p:fade/>
  </p:transition>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Screenshot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3E7235-22DD-1125-FF85-028A2E641445}"/>
              </a:ext>
            </a:extLst>
          </p:cNvPr>
          <p:cNvSpPr>
            <a:spLocks noGrp="1"/>
          </p:cNvSpPr>
          <p:nvPr>
            <p:ph type="title"/>
          </p:nvPr>
        </p:nvSpPr>
        <p:spPr>
          <a:xfrm>
            <a:off x="588263" y="2896801"/>
            <a:ext cx="3590037" cy="1661993"/>
          </a:xfrm>
        </p:spPr>
        <p:txBody>
          <a:bodyPr/>
          <a:lstStyle>
            <a:lvl1pPr algn="l">
              <a:defRPr>
                <a:solidFill>
                  <a:schemeClr val="tx1"/>
                </a:solidFill>
              </a:defRPr>
            </a:lvl1pPr>
          </a:lstStyle>
          <a:p>
            <a:r>
              <a:rPr lang="en-US"/>
              <a:t>Click to edit Master title style</a:t>
            </a:r>
          </a:p>
        </p:txBody>
      </p:sp>
      <p:sp>
        <p:nvSpPr>
          <p:cNvPr id="16" name="Picture Placeholder 15">
            <a:extLst>
              <a:ext uri="{FF2B5EF4-FFF2-40B4-BE49-F238E27FC236}">
                <a16:creationId xmlns:a16="http://schemas.microsoft.com/office/drawing/2014/main" id="{B5068233-F46E-B659-0799-22A45E3DA223}"/>
              </a:ext>
            </a:extLst>
          </p:cNvPr>
          <p:cNvSpPr>
            <a:spLocks noGrp="1"/>
          </p:cNvSpPr>
          <p:nvPr>
            <p:ph type="pic" sz="quarter" idx="10" hasCustomPrompt="1"/>
          </p:nvPr>
        </p:nvSpPr>
        <p:spPr>
          <a:xfrm>
            <a:off x="4933507" y="831427"/>
            <a:ext cx="5167423" cy="5165335"/>
          </a:xfrm>
          <a:blipFill>
            <a:blip r:embed="rId3"/>
            <a:stretch>
              <a:fillRect/>
            </a:stretch>
          </a:blipFill>
          <a:effectLst>
            <a:outerShdw blurRad="241300" dist="304800" dir="2700000" sx="101000" sy="101000" algn="ctr" rotWithShape="0">
              <a:srgbClr val="000000">
                <a:alpha val="17000"/>
              </a:srgbClr>
            </a:outerShdw>
          </a:effectLst>
        </p:spPr>
        <p:txBody>
          <a:bodyPr lIns="1097280" rIns="1097280" bIns="1097280" anchor="ctr" anchorCtr="0">
            <a:normAutofit/>
          </a:bodyPr>
          <a:lstStyle>
            <a:lvl1pPr marL="0" indent="0" algn="ctr">
              <a:buFont typeface="Arial" panose="020B0604020202020204" pitchFamily="34" charset="0"/>
              <a:buNone/>
              <a:defRPr sz="1400" b="0">
                <a:solidFill>
                  <a:schemeClr val="bg1"/>
                </a:solidFill>
              </a:defRPr>
            </a:lvl1pPr>
          </a:lstStyle>
          <a:p>
            <a:r>
              <a:rPr lang="en-US"/>
              <a:t>Drag &amp; drop your photo here </a:t>
            </a:r>
            <a:br>
              <a:rPr lang="en-US"/>
            </a:br>
            <a:r>
              <a:rPr lang="en-US"/>
              <a:t>or click or tap icon below to insert</a:t>
            </a:r>
          </a:p>
        </p:txBody>
      </p:sp>
    </p:spTree>
    <p:extLst>
      <p:ext uri="{BB962C8B-B14F-4D97-AF65-F5344CB8AC3E}">
        <p14:creationId xmlns:p14="http://schemas.microsoft.com/office/powerpoint/2010/main" val="831227176"/>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Photo Slide 1">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DB0FE6-6EE4-72F6-EE0C-E481F72F7DFB}"/>
              </a:ext>
            </a:extLst>
          </p:cNvPr>
          <p:cNvSpPr>
            <a:spLocks noGrp="1"/>
          </p:cNvSpPr>
          <p:nvPr>
            <p:ph type="title"/>
          </p:nvPr>
        </p:nvSpPr>
        <p:spPr>
          <a:xfrm>
            <a:off x="588263" y="457200"/>
            <a:ext cx="4910837" cy="1107996"/>
          </a:xfrm>
        </p:spPr>
        <p:txBody>
          <a:bodyPr/>
          <a:lstStyle>
            <a:lvl1pPr>
              <a:defRPr>
                <a:solidFill>
                  <a:schemeClr val="tx1"/>
                </a:solidFill>
              </a:defRPr>
            </a:lvl1pPr>
          </a:lstStyle>
          <a:p>
            <a:r>
              <a:rPr lang="en-US"/>
              <a:t>Click to edit Master title style</a:t>
            </a:r>
          </a:p>
        </p:txBody>
      </p:sp>
      <p:sp>
        <p:nvSpPr>
          <p:cNvPr id="5" name="Content Placeholder 4">
            <a:extLst>
              <a:ext uri="{FF2B5EF4-FFF2-40B4-BE49-F238E27FC236}">
                <a16:creationId xmlns:a16="http://schemas.microsoft.com/office/drawing/2014/main" id="{DBEC160D-0F95-E237-7287-43174DA4A3F3}"/>
              </a:ext>
            </a:extLst>
          </p:cNvPr>
          <p:cNvSpPr>
            <a:spLocks noGrp="1"/>
          </p:cNvSpPr>
          <p:nvPr>
            <p:ph sz="quarter" idx="12"/>
          </p:nvPr>
        </p:nvSpPr>
        <p:spPr>
          <a:xfrm>
            <a:off x="584201" y="1816100"/>
            <a:ext cx="4910838" cy="204363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Picture Placeholder 15">
            <a:extLst>
              <a:ext uri="{FF2B5EF4-FFF2-40B4-BE49-F238E27FC236}">
                <a16:creationId xmlns:a16="http://schemas.microsoft.com/office/drawing/2014/main" id="{90C592A4-DBC6-A7A9-63D9-5020A47499F3}"/>
              </a:ext>
            </a:extLst>
          </p:cNvPr>
          <p:cNvSpPr>
            <a:spLocks noGrp="1"/>
          </p:cNvSpPr>
          <p:nvPr>
            <p:ph type="pic" sz="quarter" idx="10" hasCustomPrompt="1"/>
          </p:nvPr>
        </p:nvSpPr>
        <p:spPr>
          <a:xfrm>
            <a:off x="6096000" y="0"/>
            <a:ext cx="6096000" cy="6858000"/>
          </a:xfrm>
          <a:blipFill>
            <a:blip r:embed="rId2"/>
            <a:stretch>
              <a:fillRect/>
            </a:stretch>
          </a:blipFill>
          <a:effectLst/>
        </p:spPr>
        <p:txBody>
          <a:bodyPr lIns="1097280" rIns="1097280" bIns="1097280" anchor="ctr" anchorCtr="0">
            <a:normAutofit/>
          </a:bodyPr>
          <a:lstStyle>
            <a:lvl1pPr marL="0" indent="0" algn="ctr">
              <a:buFont typeface="Arial" panose="020B0604020202020204" pitchFamily="34" charset="0"/>
              <a:buNone/>
              <a:defRPr sz="2000" b="0">
                <a:solidFill>
                  <a:schemeClr val="tx1"/>
                </a:solidFill>
              </a:defRPr>
            </a:lvl1pPr>
          </a:lstStyle>
          <a:p>
            <a:r>
              <a:rPr lang="en-US"/>
              <a:t>Drag &amp; drop your photo here </a:t>
            </a:r>
            <a:br>
              <a:rPr lang="en-US"/>
            </a:br>
            <a:r>
              <a:rPr lang="en-US"/>
              <a:t>or click or tap icon below to insert</a:t>
            </a:r>
          </a:p>
        </p:txBody>
      </p:sp>
    </p:spTree>
    <p:extLst>
      <p:ext uri="{BB962C8B-B14F-4D97-AF65-F5344CB8AC3E}">
        <p14:creationId xmlns:p14="http://schemas.microsoft.com/office/powerpoint/2010/main" val="2002029427"/>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Photo Slid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DB0FE6-6EE4-72F6-EE0C-E481F72F7DFB}"/>
              </a:ext>
            </a:extLst>
          </p:cNvPr>
          <p:cNvSpPr>
            <a:spLocks noGrp="1"/>
          </p:cNvSpPr>
          <p:nvPr>
            <p:ph type="title"/>
          </p:nvPr>
        </p:nvSpPr>
        <p:spPr>
          <a:xfrm>
            <a:off x="588263" y="457200"/>
            <a:ext cx="4910837" cy="1107996"/>
          </a:xfrm>
        </p:spPr>
        <p:txBody>
          <a:bodyPr/>
          <a:lstStyle>
            <a:lvl1pPr>
              <a:defRPr>
                <a:solidFill>
                  <a:srgbClr val="0000B3"/>
                </a:solidFill>
              </a:defRPr>
            </a:lvl1pPr>
          </a:lstStyle>
          <a:p>
            <a:r>
              <a:rPr lang="en-US"/>
              <a:t>Click to edit Master title style</a:t>
            </a:r>
          </a:p>
        </p:txBody>
      </p:sp>
      <p:sp>
        <p:nvSpPr>
          <p:cNvPr id="5" name="Content Placeholder 4">
            <a:extLst>
              <a:ext uri="{FF2B5EF4-FFF2-40B4-BE49-F238E27FC236}">
                <a16:creationId xmlns:a16="http://schemas.microsoft.com/office/drawing/2014/main" id="{DBEC160D-0F95-E237-7287-43174DA4A3F3}"/>
              </a:ext>
            </a:extLst>
          </p:cNvPr>
          <p:cNvSpPr>
            <a:spLocks noGrp="1"/>
          </p:cNvSpPr>
          <p:nvPr>
            <p:ph sz="quarter" idx="12"/>
          </p:nvPr>
        </p:nvSpPr>
        <p:spPr>
          <a:xfrm>
            <a:off x="584201" y="1816100"/>
            <a:ext cx="4910838" cy="2043636"/>
          </a:xfrm>
        </p:spPr>
        <p:txBody>
          <a:bodyPr/>
          <a:lstStyle>
            <a:lvl1pPr>
              <a:defRPr>
                <a:solidFill>
                  <a:srgbClr val="0000B3"/>
                </a:solidFill>
              </a:defRPr>
            </a:lvl1pPr>
            <a:lvl2pPr>
              <a:defRPr>
                <a:solidFill>
                  <a:srgbClr val="0000B3"/>
                </a:solidFill>
              </a:defRPr>
            </a:lvl2pPr>
            <a:lvl3pPr>
              <a:defRPr>
                <a:solidFill>
                  <a:srgbClr val="0000B3"/>
                </a:solidFill>
              </a:defRPr>
            </a:lvl3pPr>
            <a:lvl4pPr>
              <a:defRPr>
                <a:solidFill>
                  <a:srgbClr val="0000B3"/>
                </a:solidFill>
              </a:defRPr>
            </a:lvl4pPr>
            <a:lvl5pPr>
              <a:defRPr>
                <a:solidFill>
                  <a:srgbClr val="0000B3"/>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Picture Placeholder 15">
            <a:extLst>
              <a:ext uri="{FF2B5EF4-FFF2-40B4-BE49-F238E27FC236}">
                <a16:creationId xmlns:a16="http://schemas.microsoft.com/office/drawing/2014/main" id="{830D09FD-2495-FD73-64EA-14E484039EF8}"/>
              </a:ext>
            </a:extLst>
          </p:cNvPr>
          <p:cNvSpPr>
            <a:spLocks noGrp="1"/>
          </p:cNvSpPr>
          <p:nvPr>
            <p:ph type="pic" sz="quarter" idx="10" hasCustomPrompt="1"/>
          </p:nvPr>
        </p:nvSpPr>
        <p:spPr>
          <a:xfrm>
            <a:off x="6096000" y="0"/>
            <a:ext cx="6096000" cy="6858000"/>
          </a:xfrm>
          <a:blipFill>
            <a:blip r:embed="rId2"/>
            <a:stretch>
              <a:fillRect/>
            </a:stretch>
          </a:blipFill>
          <a:effectLst/>
        </p:spPr>
        <p:txBody>
          <a:bodyPr lIns="1097280" rIns="1097280" bIns="1097280" anchor="ctr" anchorCtr="0">
            <a:normAutofit/>
          </a:bodyPr>
          <a:lstStyle>
            <a:lvl1pPr marL="0" indent="0" algn="ctr">
              <a:buFont typeface="Arial" panose="020B0604020202020204" pitchFamily="34" charset="0"/>
              <a:buNone/>
              <a:defRPr sz="2000" b="0">
                <a:solidFill>
                  <a:schemeClr val="bg1"/>
                </a:solidFill>
              </a:defRPr>
            </a:lvl1pPr>
          </a:lstStyle>
          <a:p>
            <a:r>
              <a:rPr lang="en-US"/>
              <a:t>Drag &amp; drop your photo here</a:t>
            </a:r>
            <a:br>
              <a:rPr lang="en-US"/>
            </a:br>
            <a:r>
              <a:rPr lang="en-US"/>
              <a:t>or click or tap icon below to insert</a:t>
            </a:r>
          </a:p>
        </p:txBody>
      </p:sp>
    </p:spTree>
    <p:extLst>
      <p:ext uri="{BB962C8B-B14F-4D97-AF65-F5344CB8AC3E}">
        <p14:creationId xmlns:p14="http://schemas.microsoft.com/office/powerpoint/2010/main" val="127590121"/>
      </p:ext>
    </p:extLst>
  </p:cSld>
  <p:clrMapOvr>
    <a:masterClrMapping/>
  </p:clrMapOvr>
  <p:transition>
    <p:fade/>
  </p:transition>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Thank You 1">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655B182-C5FF-81E8-8156-470DF32495DC}"/>
              </a:ext>
            </a:extLst>
          </p:cNvPr>
          <p:cNvSpPr>
            <a:spLocks noGrp="1"/>
          </p:cNvSpPr>
          <p:nvPr>
            <p:ph type="title" hasCustomPrompt="1"/>
          </p:nvPr>
        </p:nvSpPr>
        <p:spPr>
          <a:xfrm>
            <a:off x="584200" y="2230849"/>
            <a:ext cx="4663440" cy="923330"/>
          </a:xfrm>
          <a:noFill/>
        </p:spPr>
        <p:txBody>
          <a:bodyPr wrap="square" lIns="0" tIns="0" rIns="0" bIns="0" anchor="b" anchorCtr="0">
            <a:spAutoFit/>
          </a:bodyPr>
          <a:lstStyle>
            <a:lvl1pPr>
              <a:defRPr sz="6000" b="0" i="0" spc="-150" baseline="0">
                <a:solidFill>
                  <a:schemeClr val="tx1"/>
                </a:solidFill>
                <a:latin typeface="+mj-lt"/>
                <a:cs typeface="Segoe UI" panose="020B0502040204020203" pitchFamily="34" charset="0"/>
              </a:defRPr>
            </a:lvl1pPr>
          </a:lstStyle>
          <a:p>
            <a:r>
              <a:rPr lang="en-US"/>
              <a:t>Thank you</a:t>
            </a:r>
          </a:p>
        </p:txBody>
      </p:sp>
      <p:sp>
        <p:nvSpPr>
          <p:cNvPr id="4" name="Text Placeholder 4">
            <a:extLst>
              <a:ext uri="{FF2B5EF4-FFF2-40B4-BE49-F238E27FC236}">
                <a16:creationId xmlns:a16="http://schemas.microsoft.com/office/drawing/2014/main" id="{BC71D650-3B87-D82E-F786-ADD5DDCE4C70}"/>
              </a:ext>
            </a:extLst>
          </p:cNvPr>
          <p:cNvSpPr>
            <a:spLocks noGrp="1"/>
          </p:cNvSpPr>
          <p:nvPr>
            <p:ph type="body" sz="quarter" idx="12" hasCustomPrompt="1"/>
          </p:nvPr>
        </p:nvSpPr>
        <p:spPr>
          <a:xfrm>
            <a:off x="584199" y="4634804"/>
            <a:ext cx="3898901" cy="246221"/>
          </a:xfrm>
          <a:noFill/>
        </p:spPr>
        <p:txBody>
          <a:bodyPr wrap="square" lIns="0" tIns="0" rIns="0" bIns="0" anchor="b" anchorCtr="0">
            <a:spAutoFit/>
          </a:bodyPr>
          <a:lstStyle>
            <a:lvl1pPr marL="0" indent="0">
              <a:spcBef>
                <a:spcPts val="0"/>
              </a:spcBef>
              <a:buNone/>
              <a:defRPr sz="1600" b="0" i="0" spc="0" baseline="0">
                <a:solidFill>
                  <a:schemeClr val="tx1"/>
                </a:solidFill>
                <a:latin typeface="+mn-lt"/>
                <a:cs typeface="Segoe UI" panose="020B0502040204020203" pitchFamily="34" charset="0"/>
              </a:defRPr>
            </a:lvl1pPr>
          </a:lstStyle>
          <a:p>
            <a:pPr lvl="0"/>
            <a:r>
              <a:rPr lang="en-US"/>
              <a:t>Speaker name</a:t>
            </a:r>
          </a:p>
        </p:txBody>
      </p:sp>
      <p:sp>
        <p:nvSpPr>
          <p:cNvPr id="5" name="Text Placeholder 4">
            <a:extLst>
              <a:ext uri="{FF2B5EF4-FFF2-40B4-BE49-F238E27FC236}">
                <a16:creationId xmlns:a16="http://schemas.microsoft.com/office/drawing/2014/main" id="{735A3663-712F-A49D-172F-24B861511350}"/>
              </a:ext>
            </a:extLst>
          </p:cNvPr>
          <p:cNvSpPr>
            <a:spLocks noGrp="1"/>
          </p:cNvSpPr>
          <p:nvPr>
            <p:ph type="body" sz="quarter" idx="13" hasCustomPrompt="1"/>
          </p:nvPr>
        </p:nvSpPr>
        <p:spPr>
          <a:xfrm>
            <a:off x="584199" y="4893480"/>
            <a:ext cx="3898901" cy="184666"/>
          </a:xfrm>
          <a:noFill/>
        </p:spPr>
        <p:txBody>
          <a:bodyPr wrap="square" lIns="0" tIns="0" rIns="0" bIns="0">
            <a:spAutoFit/>
          </a:bodyPr>
          <a:lstStyle>
            <a:lvl1pPr marL="0" indent="0">
              <a:spcBef>
                <a:spcPts val="0"/>
              </a:spcBef>
              <a:buNone/>
              <a:defRPr sz="1200" b="0" i="0" spc="0" baseline="0">
                <a:solidFill>
                  <a:schemeClr val="tx1"/>
                </a:solidFill>
                <a:latin typeface="+mn-lt"/>
                <a:cs typeface="Segoe UI" panose="020B0502040204020203" pitchFamily="34" charset="0"/>
              </a:defRPr>
            </a:lvl1pPr>
          </a:lstStyle>
          <a:p>
            <a:pPr lvl="0"/>
            <a:r>
              <a:rPr lang="en-US"/>
              <a:t>Contact information</a:t>
            </a:r>
          </a:p>
        </p:txBody>
      </p:sp>
      <p:pic>
        <p:nvPicPr>
          <p:cNvPr id="2" name="Picture 1" descr="Microsoft Azure logo">
            <a:extLst>
              <a:ext uri="{FF2B5EF4-FFF2-40B4-BE49-F238E27FC236}">
                <a16:creationId xmlns:a16="http://schemas.microsoft.com/office/drawing/2014/main" id="{D42E5B19-2052-7046-4D8E-C679D9A69F96}"/>
              </a:ext>
            </a:extLst>
          </p:cNvPr>
          <p:cNvPicPr>
            <a:picLocks noChangeAspect="1"/>
          </p:cNvPicPr>
          <p:nvPr userDrawn="1"/>
        </p:nvPicPr>
        <p:blipFill>
          <a:blip r:embed="rId3"/>
          <a:srcRect/>
          <a:stretch/>
        </p:blipFill>
        <p:spPr>
          <a:xfrm>
            <a:off x="294224" y="296181"/>
            <a:ext cx="2623903" cy="867877"/>
          </a:xfrm>
          <a:prstGeom prst="rect">
            <a:avLst/>
          </a:prstGeom>
        </p:spPr>
      </p:pic>
    </p:spTree>
    <p:extLst>
      <p:ext uri="{BB962C8B-B14F-4D97-AF65-F5344CB8AC3E}">
        <p14:creationId xmlns:p14="http://schemas.microsoft.com/office/powerpoint/2010/main" val="2214744208"/>
      </p:ext>
    </p:extLst>
  </p:cSld>
  <p:clrMapOvr>
    <a:masterClrMapping/>
  </p:clrMapOvr>
  <p:transition>
    <p:fade/>
  </p:transition>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Thank You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655B182-C5FF-81E8-8156-470DF32495DC}"/>
              </a:ext>
            </a:extLst>
          </p:cNvPr>
          <p:cNvSpPr>
            <a:spLocks noGrp="1"/>
          </p:cNvSpPr>
          <p:nvPr>
            <p:ph type="title" hasCustomPrompt="1"/>
          </p:nvPr>
        </p:nvSpPr>
        <p:spPr>
          <a:xfrm>
            <a:off x="584200" y="2230838"/>
            <a:ext cx="4663440" cy="923330"/>
          </a:xfrm>
          <a:noFill/>
        </p:spPr>
        <p:txBody>
          <a:bodyPr wrap="square" lIns="0" tIns="0" rIns="0" bIns="0" anchor="b" anchorCtr="0">
            <a:spAutoFit/>
          </a:bodyPr>
          <a:lstStyle>
            <a:lvl1pPr>
              <a:defRPr lang="en-US" sz="6000" b="0" i="0" kern="1200" cap="none" spc="-150" baseline="0" dirty="0">
                <a:ln w="3175">
                  <a:noFill/>
                </a:ln>
                <a:solidFill>
                  <a:schemeClr val="bg1"/>
                </a:solidFill>
                <a:effectLst/>
                <a:latin typeface="+mj-lt"/>
                <a:ea typeface="+mn-ea"/>
                <a:cs typeface="Segoe UI" panose="020B0502040204020203" pitchFamily="34" charset="0"/>
              </a:defRPr>
            </a:lvl1pPr>
          </a:lstStyle>
          <a:p>
            <a:r>
              <a:rPr lang="en-US"/>
              <a:t>Thank you</a:t>
            </a:r>
          </a:p>
        </p:txBody>
      </p:sp>
      <p:sp>
        <p:nvSpPr>
          <p:cNvPr id="4" name="Text Placeholder 4">
            <a:extLst>
              <a:ext uri="{FF2B5EF4-FFF2-40B4-BE49-F238E27FC236}">
                <a16:creationId xmlns:a16="http://schemas.microsoft.com/office/drawing/2014/main" id="{BC71D650-3B87-D82E-F786-ADD5DDCE4C70}"/>
              </a:ext>
            </a:extLst>
          </p:cNvPr>
          <p:cNvSpPr>
            <a:spLocks noGrp="1"/>
          </p:cNvSpPr>
          <p:nvPr>
            <p:ph type="body" sz="quarter" idx="12" hasCustomPrompt="1"/>
          </p:nvPr>
        </p:nvSpPr>
        <p:spPr>
          <a:xfrm>
            <a:off x="584199" y="4634804"/>
            <a:ext cx="3898901" cy="246221"/>
          </a:xfrm>
          <a:noFill/>
        </p:spPr>
        <p:txBody>
          <a:bodyPr wrap="square" lIns="0" tIns="0" rIns="0" bIns="0" anchor="b" anchorCtr="0">
            <a:spAutoFit/>
          </a:bodyPr>
          <a:lstStyle>
            <a:lvl1pPr marL="0" indent="0">
              <a:spcBef>
                <a:spcPts val="0"/>
              </a:spcBef>
              <a:buNone/>
              <a:defRPr sz="1600" b="0" i="0" spc="0" baseline="0">
                <a:solidFill>
                  <a:schemeClr val="bg1"/>
                </a:solidFill>
                <a:latin typeface="+mn-lt"/>
                <a:cs typeface="Segoe UI" panose="020B0502040204020203" pitchFamily="34" charset="0"/>
              </a:defRPr>
            </a:lvl1pPr>
          </a:lstStyle>
          <a:p>
            <a:pPr lvl="0"/>
            <a:r>
              <a:rPr lang="en-US"/>
              <a:t>Speaker name</a:t>
            </a:r>
          </a:p>
        </p:txBody>
      </p:sp>
      <p:sp>
        <p:nvSpPr>
          <p:cNvPr id="5" name="Text Placeholder 4">
            <a:extLst>
              <a:ext uri="{FF2B5EF4-FFF2-40B4-BE49-F238E27FC236}">
                <a16:creationId xmlns:a16="http://schemas.microsoft.com/office/drawing/2014/main" id="{735A3663-712F-A49D-172F-24B861511350}"/>
              </a:ext>
            </a:extLst>
          </p:cNvPr>
          <p:cNvSpPr>
            <a:spLocks noGrp="1"/>
          </p:cNvSpPr>
          <p:nvPr>
            <p:ph type="body" sz="quarter" idx="13" hasCustomPrompt="1"/>
          </p:nvPr>
        </p:nvSpPr>
        <p:spPr>
          <a:xfrm>
            <a:off x="584199" y="4893480"/>
            <a:ext cx="3898901" cy="184666"/>
          </a:xfrm>
          <a:noFill/>
        </p:spPr>
        <p:txBody>
          <a:bodyPr wrap="square" lIns="0" tIns="0" rIns="0" bIns="0">
            <a:spAutoFit/>
          </a:bodyPr>
          <a:lstStyle>
            <a:lvl1pPr marL="0" indent="0">
              <a:spcBef>
                <a:spcPts val="0"/>
              </a:spcBef>
              <a:buNone/>
              <a:defRPr sz="1200" b="0" i="0" spc="0" baseline="0">
                <a:solidFill>
                  <a:schemeClr val="bg1"/>
                </a:solidFill>
                <a:latin typeface="+mn-lt"/>
                <a:cs typeface="Segoe UI" panose="020B0502040204020203" pitchFamily="34" charset="0"/>
              </a:defRPr>
            </a:lvl1pPr>
          </a:lstStyle>
          <a:p>
            <a:pPr lvl="0"/>
            <a:r>
              <a:rPr lang="en-US"/>
              <a:t>Contact information</a:t>
            </a:r>
          </a:p>
        </p:txBody>
      </p:sp>
      <p:pic>
        <p:nvPicPr>
          <p:cNvPr id="2" name="Picture 1" descr="Microsoft Azure logo">
            <a:extLst>
              <a:ext uri="{FF2B5EF4-FFF2-40B4-BE49-F238E27FC236}">
                <a16:creationId xmlns:a16="http://schemas.microsoft.com/office/drawing/2014/main" id="{247BD802-3C21-6E62-9CF4-4BE1913FDD1A}"/>
              </a:ext>
            </a:extLst>
          </p:cNvPr>
          <p:cNvPicPr>
            <a:picLocks noChangeAspect="1"/>
          </p:cNvPicPr>
          <p:nvPr userDrawn="1"/>
        </p:nvPicPr>
        <p:blipFill>
          <a:blip r:embed="rId3"/>
          <a:srcRect/>
          <a:stretch/>
        </p:blipFill>
        <p:spPr>
          <a:xfrm>
            <a:off x="294223" y="296181"/>
            <a:ext cx="2623905" cy="867877"/>
          </a:xfrm>
          <a:prstGeom prst="rect">
            <a:avLst/>
          </a:prstGeom>
        </p:spPr>
      </p:pic>
    </p:spTree>
    <p:extLst>
      <p:ext uri="{BB962C8B-B14F-4D97-AF65-F5344CB8AC3E}">
        <p14:creationId xmlns:p14="http://schemas.microsoft.com/office/powerpoint/2010/main" val="1813905559"/>
      </p:ext>
    </p:extLst>
  </p:cSld>
  <p:clrMapOvr>
    <a:masterClrMapping/>
  </p:clrMapOvr>
  <p:transition>
    <p:fade/>
  </p:transition>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p:cSld name=" Blank 1">
    <p:spTree>
      <p:nvGrpSpPr>
        <p:cNvPr id="1" name=""/>
        <p:cNvGrpSpPr/>
        <p:nvPr/>
      </p:nvGrpSpPr>
      <p:grpSpPr>
        <a:xfrm>
          <a:off x="0" y="0"/>
          <a:ext cx="0" cy="0"/>
          <a:chOff x="0" y="0"/>
          <a:chExt cx="0" cy="0"/>
        </a:xfrm>
      </p:grpSpPr>
    </p:spTree>
    <p:extLst>
      <p:ext uri="{BB962C8B-B14F-4D97-AF65-F5344CB8AC3E}">
        <p14:creationId xmlns:p14="http://schemas.microsoft.com/office/powerpoint/2010/main" val="86853595"/>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p15:clr>
            <a:srgbClr val="A4A3A4"/>
          </p15:clr>
        </p15:guide>
        <p15:guide id="15" pos="3348">
          <p15:clr>
            <a:srgbClr val="A4A3A4"/>
          </p15:clr>
        </p15:guide>
        <p15:guide id="16" pos="3754">
          <p15:clr>
            <a:srgbClr val="A4A3A4"/>
          </p15:clr>
        </p15:guide>
        <p15:guide id="17" pos="3931">
          <p15:clr>
            <a:srgbClr val="A4A3A4"/>
          </p15:clr>
        </p15:guide>
        <p15:guide id="18" pos="4342">
          <p15:clr>
            <a:srgbClr val="A4A3A4"/>
          </p15:clr>
        </p15:guide>
        <p15:guide id="19" pos="453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p:cSld name="Blank 2">
    <p:bg>
      <p:bgRef idx="1001">
        <a:schemeClr val="bg2"/>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45260213"/>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p:cSld name="Closing Logo">
    <p:bg>
      <p:bgRef idx="1001">
        <a:schemeClr val="bg2"/>
      </p:bgRef>
    </p:bg>
    <p:spTree>
      <p:nvGrpSpPr>
        <p:cNvPr id="1" name=""/>
        <p:cNvGrpSpPr/>
        <p:nvPr/>
      </p:nvGrpSpPr>
      <p:grpSpPr>
        <a:xfrm>
          <a:off x="0" y="0"/>
          <a:ext cx="0" cy="0"/>
          <a:chOff x="0" y="0"/>
          <a:chExt cx="0" cy="0"/>
        </a:xfrm>
      </p:grpSpPr>
      <p:sp>
        <p:nvSpPr>
          <p:cNvPr id="2" name="Text Box 3" descr="This is a copyright notice that should be included on the final slide."/>
          <p:cNvSpPr txBox="1">
            <a:spLocks noChangeArrowheads="1"/>
          </p:cNvSpPr>
          <p:nvPr/>
        </p:nvSpPr>
        <p:spPr bwMode="blackWhite">
          <a:xfrm>
            <a:off x="584200" y="6161316"/>
            <a:ext cx="4482124" cy="107722"/>
          </a:xfrm>
          <a:prstGeom prst="rect">
            <a:avLst/>
          </a:prstGeom>
          <a:noFill/>
          <a:ln w="12700">
            <a:noFill/>
            <a:miter lim="800000"/>
            <a:headEnd type="none" w="sm" len="sm"/>
            <a:tailEnd type="none" w="sm" len="sm"/>
          </a:ln>
          <a:effectLst/>
        </p:spPr>
        <p:txBody>
          <a:bodyPr vert="horz" wrap="square" lIns="0" tIns="0" rIns="0" bIns="0" numCol="1" anchor="b" anchorCtr="0" compatLnSpc="1">
            <a:prstTxWarp prst="textNoShape">
              <a:avLst/>
            </a:prstTxWarp>
            <a:spAutoFit/>
          </a:bodyPr>
          <a:lstStyle/>
          <a:p>
            <a:pPr defTabSz="932290" eaLnBrk="0" hangingPunct="0"/>
            <a:r>
              <a:rPr lang="en-US" sz="700" b="0" i="0">
                <a:solidFill>
                  <a:schemeClr val="tx1"/>
                </a:solidFill>
                <a:latin typeface="+mn-lt"/>
                <a:cs typeface="Segoe Sans Small" pitchFamily="2" charset="0"/>
              </a:rPr>
              <a:t>© Copyright Microsoft Corporation. All rights reserved. </a:t>
            </a:r>
          </a:p>
        </p:txBody>
      </p:sp>
      <p:pic>
        <p:nvPicPr>
          <p:cNvPr id="3" name="Picture 2" descr="Microsoft Azure logo">
            <a:extLst>
              <a:ext uri="{FF2B5EF4-FFF2-40B4-BE49-F238E27FC236}">
                <a16:creationId xmlns:a16="http://schemas.microsoft.com/office/drawing/2014/main" id="{AB70AEE7-2748-CC99-65A6-ABB4DD421886}"/>
              </a:ext>
            </a:extLst>
          </p:cNvPr>
          <p:cNvPicPr>
            <a:picLocks noChangeAspect="1"/>
          </p:cNvPicPr>
          <p:nvPr userDrawn="1"/>
        </p:nvPicPr>
        <p:blipFill>
          <a:blip r:embed="rId2"/>
          <a:srcRect/>
          <a:stretch/>
        </p:blipFill>
        <p:spPr>
          <a:xfrm>
            <a:off x="294223" y="296181"/>
            <a:ext cx="2623905" cy="867877"/>
          </a:xfrm>
          <a:prstGeom prst="rect">
            <a:avLst/>
          </a:prstGeom>
        </p:spPr>
      </p:pic>
    </p:spTree>
    <p:extLst>
      <p:ext uri="{BB962C8B-B14F-4D97-AF65-F5344CB8AC3E}">
        <p14:creationId xmlns:p14="http://schemas.microsoft.com/office/powerpoint/2010/main" val="3594519733"/>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p:cSld name="Black Notes">
    <p:bg bwMode="gray">
      <p:bgPr>
        <a:solidFill>
          <a:schemeClr val="bg1"/>
        </a:solidFill>
        <a:effectLst/>
      </p:bgPr>
    </p:bg>
    <p:spTree>
      <p:nvGrpSpPr>
        <p:cNvPr id="1" name=""/>
        <p:cNvGrpSpPr/>
        <p:nvPr/>
      </p:nvGrpSpPr>
      <p:grpSpPr>
        <a:xfrm>
          <a:off x="0" y="0"/>
          <a:ext cx="0" cy="0"/>
          <a:chOff x="0" y="0"/>
          <a:chExt cx="0" cy="0"/>
        </a:xfrm>
      </p:grpSpPr>
      <p:sp>
        <p:nvSpPr>
          <p:cNvPr id="3" name="Title 2"/>
          <p:cNvSpPr>
            <a:spLocks noGrp="1"/>
          </p:cNvSpPr>
          <p:nvPr>
            <p:ph type="title"/>
          </p:nvPr>
        </p:nvSpPr>
        <p:spPr bwMode="white"/>
        <p:txBody>
          <a:bodyPr/>
          <a:lstStyle>
            <a:lvl1pPr>
              <a:defRPr b="0" i="0">
                <a:solidFill>
                  <a:schemeClr val="tx1"/>
                </a:solidFill>
                <a:latin typeface="+mj-lt"/>
                <a:ea typeface="Segoe UI" panose="020B0502040204020203" pitchFamily="34" charset="0"/>
                <a:cs typeface="Segoe UI" panose="020B0502040204020203" pitchFamily="34" charset="0"/>
              </a:defRPr>
            </a:lvl1pPr>
          </a:lstStyle>
          <a:p>
            <a:r>
              <a:rPr lang="en-US"/>
              <a:t>Click to edit Master title style</a:t>
            </a:r>
          </a:p>
        </p:txBody>
      </p:sp>
      <p:sp>
        <p:nvSpPr>
          <p:cNvPr id="5" name="Text Placeholder 4">
            <a:extLst>
              <a:ext uri="{FF2B5EF4-FFF2-40B4-BE49-F238E27FC236}">
                <a16:creationId xmlns:a16="http://schemas.microsoft.com/office/drawing/2014/main" id="{F4B6606D-2DF9-48CD-BBE9-B751BF55CD2B}"/>
              </a:ext>
            </a:extLst>
          </p:cNvPr>
          <p:cNvSpPr>
            <a:spLocks noGrp="1"/>
          </p:cNvSpPr>
          <p:nvPr>
            <p:ph type="body" sz="quarter" idx="12"/>
          </p:nvPr>
        </p:nvSpPr>
        <p:spPr bwMode="white">
          <a:xfrm>
            <a:off x="584200" y="1436688"/>
            <a:ext cx="11018838" cy="2215991"/>
          </a:xfrm>
        </p:spPr>
        <p:txBody>
          <a:bodyPr>
            <a:spAutoFit/>
          </a:bodyPr>
          <a:lstStyle>
            <a:lvl1pPr>
              <a:defRPr sz="3600" b="0" i="0">
                <a:latin typeface="+mn-lt"/>
              </a:defRPr>
            </a:lvl1pPr>
            <a:lvl2pPr>
              <a:defRPr sz="2800" b="0" i="0">
                <a:latin typeface="+mn-lt"/>
              </a:defRPr>
            </a:lvl2pPr>
            <a:lvl3pPr>
              <a:defRPr sz="2400" b="0" i="0">
                <a:latin typeface="+mn-lt"/>
              </a:defRPr>
            </a:lvl3pPr>
            <a:lvl4pPr>
              <a:defRPr sz="2000" b="0" i="0">
                <a:latin typeface="+mn-lt"/>
              </a:defRPr>
            </a:lvl4pPr>
            <a:lvl5pPr>
              <a:defRPr sz="1800" b="0" i="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Next slide"/>
          <p:cNvSpPr>
            <a:spLocks noGrp="1"/>
          </p:cNvSpPr>
          <p:nvPr>
            <p:ph type="body" sz="quarter" idx="11" hasCustomPrompt="1"/>
          </p:nvPr>
        </p:nvSpPr>
        <p:spPr>
          <a:xfrm>
            <a:off x="1" y="6269038"/>
            <a:ext cx="12192001" cy="588963"/>
          </a:xfrm>
          <a:prstGeom prst="rect">
            <a:avLst/>
          </a:prstGeom>
          <a:solidFill>
            <a:srgbClr val="FFFF99"/>
          </a:solidFill>
        </p:spPr>
        <p:txBody>
          <a:bodyPr wrap="square" lIns="155457" tIns="77729" rIns="155457" bIns="45720" anchor="b" anchorCtr="0">
            <a:noAutofit/>
          </a:bodyPr>
          <a:lstStyle>
            <a:lvl1pPr algn="r">
              <a:buFont typeface="Arial" pitchFamily="34" charset="0"/>
              <a:buNone/>
              <a:defRPr sz="3700" spc="-51" baseline="0">
                <a:solidFill>
                  <a:srgbClr val="000000"/>
                </a:solidFill>
                <a:effectLst/>
                <a:latin typeface="+mj-lt"/>
                <a:ea typeface="Segoe UI" panose="020B0502040204020203" pitchFamily="34" charset="0"/>
                <a:cs typeface="Segoe UI" panose="020B0502040204020203" pitchFamily="34" charset="0"/>
              </a:defRPr>
            </a:lvl1pPr>
          </a:lstStyle>
          <a:p>
            <a:pPr lvl="0"/>
            <a:r>
              <a:rPr lang="en-US"/>
              <a:t>Next:</a:t>
            </a:r>
          </a:p>
        </p:txBody>
      </p:sp>
    </p:spTree>
    <p:extLst>
      <p:ext uri="{BB962C8B-B14F-4D97-AF65-F5344CB8AC3E}">
        <p14:creationId xmlns:p14="http://schemas.microsoft.com/office/powerpoint/2010/main" val="4065474139"/>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904">
          <p15:clr>
            <a:srgbClr val="5ACBF0"/>
          </p15:clr>
        </p15:guide>
        <p15:guide id="2" orient="horz" pos="288">
          <p15:clr>
            <a:srgbClr val="5ACBF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slideLayout" Target="../slideLayouts/slideLayout53.xml"/><Relationship Id="rId54" Type="http://schemas.openxmlformats.org/officeDocument/2006/relationships/slideLayout" Target="../slideLayouts/slideLayout54.xml"/><Relationship Id="rId55" Type="http://schemas.openxmlformats.org/officeDocument/2006/relationships/slideLayout" Target="../slideLayouts/slideLayout55.xml"/><Relationship Id="rId56" Type="http://schemas.openxmlformats.org/officeDocument/2006/relationships/slideLayout" Target="../slideLayouts/slideLayout56.xml"/><Relationship Id="rId57" Type="http://schemas.openxmlformats.org/officeDocument/2006/relationships/slideLayout" Target="../slideLayouts/slideLayout57.xml"/><Relationship Id="rId58" Type="http://schemas.openxmlformats.org/officeDocument/2006/relationships/slideLayout" Target="../slideLayouts/slideLayout58.xml"/><Relationship Id="rId59" Type="http://schemas.openxmlformats.org/officeDocument/2006/relationships/slideLayout" Target="../slideLayouts/slideLayout59.xml"/><Relationship Id="rId60" Type="http://schemas.openxmlformats.org/officeDocument/2006/relationships/slideLayout" Target="../slideLayouts/slideLayout60.xml"/><Relationship Id="rId61" Type="http://schemas.openxmlformats.org/officeDocument/2006/relationships/slideLayout" Target="../slideLayouts/slideLayout61.xml"/><Relationship Id="rId62" Type="http://schemas.openxmlformats.org/officeDocument/2006/relationships/slideLayout" Target="../slideLayouts/slideLayout62.xml"/><Relationship Id="rId63" Type="http://schemas.openxmlformats.org/officeDocument/2006/relationships/slideLayout" Target="../slideLayouts/slideLayout63.xml"/><Relationship Id="rId64" Type="http://schemas.openxmlformats.org/officeDocument/2006/relationships/slideLayout" Target="../slideLayouts/slideLayout64.xml"/><Relationship Id="rId65" Type="http://schemas.openxmlformats.org/officeDocument/2006/relationships/slideLayout" Target="../slideLayouts/slideLayout65.xml"/><Relationship Id="rId66" Type="http://schemas.openxmlformats.org/officeDocument/2006/relationships/slideLayout" Target="../slideLayouts/slideLayout66.xml"/><Relationship Id="rId67" Type="http://schemas.openxmlformats.org/officeDocument/2006/relationships/slideLayout" Target="../slideLayouts/slideLayout67.xml"/><Relationship Id="rId68" Type="http://schemas.openxmlformats.org/officeDocument/2006/relationships/slideLayout" Target="../slideLayouts/slideLayout68.xml"/><Relationship Id="rId69" Type="http://schemas.openxmlformats.org/officeDocument/2006/relationships/slideLayout" Target="../slideLayouts/slideLayout69.xml"/><Relationship Id="rId70" Type="http://schemas.openxmlformats.org/officeDocument/2006/relationships/slideLayout" Target="../slideLayouts/slideLayout70.xml"/><Relationship Id="rId71" Type="http://schemas.openxmlformats.org/officeDocument/2006/relationships/slideLayout" Target="../slideLayouts/slideLayout71.xml"/><Relationship Id="rId72" Type="http://schemas.openxmlformats.org/officeDocument/2006/relationships/theme" Target="../theme/theme1.xml"/><Relationship Id="rId73" Type="http://schemas.openxmlformats.org/officeDocument/2006/relationships/image" Target="../media/image1.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blackWhite">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8263" y="457200"/>
            <a:ext cx="11018520" cy="553998"/>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p:ph type="body" idx="1"/>
          </p:nvPr>
        </p:nvSpPr>
        <p:spPr>
          <a:xfrm>
            <a:off x="584200" y="1435503"/>
            <a:ext cx="11018520" cy="16127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7" name="GRID" hidden="1">
            <a:extLst>
              <a:ext uri="{FF2B5EF4-FFF2-40B4-BE49-F238E27FC236}">
                <a16:creationId xmlns:a16="http://schemas.microsoft.com/office/drawing/2014/main" id="{32B5FFBF-552A-4973-B5B3-9EE3A765185F}"/>
              </a:ext>
            </a:extLst>
          </p:cNvPr>
          <p:cNvGrpSpPr/>
          <p:nvPr/>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b="0" i="0">
              <a:gradFill>
                <a:gsLst>
                  <a:gs pos="0">
                    <a:srgbClr val="FFFFFF"/>
                  </a:gs>
                  <a:gs pos="100000">
                    <a:srgbClr val="FFFFFF"/>
                  </a:gs>
                </a:gsLst>
                <a:lin ang="5400000" scaled="0"/>
              </a:gradFill>
              <a:latin typeface="Segoe UI" panose="020B0502040204020203" pitchFamily="34" charset="0"/>
              <a:ea typeface="Segoe UI" pitchFamily="34" charset="0"/>
              <a:cs typeface="Segoe UI" panose="020B0502040204020203" pitchFamily="34" charset="0"/>
            </a:endParaRPr>
          </a:p>
        </p:txBody>
      </p:sp>
      <p:sp>
        <p:nvSpPr>
          <p:cNvPr id="35" name=".32 square" hidden="1">
            <a:extLst>
              <a:ext uri="{FF2B5EF4-FFF2-40B4-BE49-F238E27FC236}">
                <a16:creationId xmlns:a16="http://schemas.microsoft.com/office/drawing/2014/main" id="{09835393-211C-428D-B22F-51EE7A413599}"/>
              </a:ext>
            </a:extLst>
          </p:cNvPr>
          <p:cNvSpPr/>
          <p:nvPr/>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b="0" i="0">
              <a:gradFill>
                <a:gsLst>
                  <a:gs pos="0">
                    <a:srgbClr val="FFFFFF"/>
                  </a:gs>
                  <a:gs pos="100000">
                    <a:srgbClr val="FFFFFF"/>
                  </a:gs>
                </a:gsLst>
                <a:lin ang="5400000" scaled="0"/>
              </a:gradFill>
              <a:latin typeface="Segoe UI" panose="020B0502040204020203" pitchFamily="34" charset="0"/>
              <a:ea typeface="Segoe UI" pitchFamily="34" charset="0"/>
              <a:cs typeface="Segoe UI" panose="020B0502040204020203" pitchFamily="34" charset="0"/>
            </a:endParaRPr>
          </a:p>
        </p:txBody>
      </p:sp>
      <p:pic>
        <p:nvPicPr>
          <p:cNvPr id="144" name="Graphic 143">
            <a:extLst>
              <a:ext uri="{FF2B5EF4-FFF2-40B4-BE49-F238E27FC236}">
                <a16:creationId xmlns:a16="http://schemas.microsoft.com/office/drawing/2014/main" id="{55FCE7D5-5796-0746-3173-EB75FBE85E45}"/>
              </a:ext>
            </a:extLst>
          </p:cNvPr>
          <p:cNvPicPr>
            <a:picLocks noChangeAspect="1"/>
          </p:cNvPicPr>
          <p:nvPr/>
        </p:nvPicPr>
        <p:blipFill>
          <a:blip>
            <a:extLst>
              <a:ext uri="{96DAC541-7B7A-43D3-8B79-37D633B846F1}">
                <asvg:svgBlip xmlns:asvg="http://schemas.microsoft.com/office/drawing/2016/SVG/main" r:embed="rId73"/>
              </a:ext>
            </a:extLst>
          </a:blip>
          <a:srcRect/>
          <a:stretch/>
        </p:blipFill>
        <p:spPr>
          <a:xfrm rot="5400000">
            <a:off x="9509919" y="2743200"/>
            <a:ext cx="6858000" cy="1371600"/>
          </a:xfrm>
          <a:prstGeom prst="rect">
            <a:avLst/>
          </a:prstGeom>
        </p:spPr>
      </p:pic>
    </p:spTree>
    <p:extLst>
      <p:ext uri="{BB962C8B-B14F-4D97-AF65-F5344CB8AC3E}">
        <p14:creationId xmlns:p14="http://schemas.microsoft.com/office/powerpoint/2010/main" val="3418689686"/>
      </p:ext>
    </p:extLst>
  </p:cSld>
  <p:clrMap bg1="lt1" tx1="dk1" bg2="lt2" tx2="dk2" accent1="accent1" accent2="accent2" accent3="accent3" accent4="accent4" accent5="accent5" accent6="accent6" hlink="hlink" folHlink="folHlink"/>
  <p:sldLayoutIdLst>
    <p:sldLayoutId id="2147485512" r:id="rId1"/>
    <p:sldLayoutId id="2147485502" r:id="rId2"/>
    <p:sldLayoutId id="2147485497" r:id="rId3"/>
    <p:sldLayoutId id="2147485523" r:id="rId4"/>
    <p:sldLayoutId id="2147485524" r:id="rId5"/>
    <p:sldLayoutId id="2147485513" r:id="rId6"/>
    <p:sldLayoutId id="2147485498" r:id="rId7"/>
    <p:sldLayoutId id="2147485514" r:id="rId8"/>
    <p:sldLayoutId id="2147485510" r:id="rId9"/>
    <p:sldLayoutId id="2147485515" r:id="rId10"/>
    <p:sldLayoutId id="2147485451" r:id="rId11"/>
    <p:sldLayoutId id="2147485503" r:id="rId12"/>
    <p:sldLayoutId id="2147485452" r:id="rId13"/>
    <p:sldLayoutId id="2147485453" r:id="rId14"/>
    <p:sldLayoutId id="2147485454" r:id="rId15"/>
    <p:sldLayoutId id="2147485455" r:id="rId16"/>
    <p:sldLayoutId id="2147485456" r:id="rId17"/>
    <p:sldLayoutId id="2147485457" r:id="rId18"/>
    <p:sldLayoutId id="2147485458" r:id="rId19"/>
    <p:sldLayoutId id="2147485459" r:id="rId20"/>
    <p:sldLayoutId id="2147485460" r:id="rId21"/>
    <p:sldLayoutId id="2147485461" r:id="rId22"/>
    <p:sldLayoutId id="2147485462" r:id="rId23"/>
    <p:sldLayoutId id="2147485463" r:id="rId24"/>
    <p:sldLayoutId id="2147485464" r:id="rId25"/>
    <p:sldLayoutId id="2147485465" r:id="rId26"/>
    <p:sldLayoutId id="2147485466" r:id="rId27"/>
    <p:sldLayoutId id="2147485467" r:id="rId28"/>
    <p:sldLayoutId id="2147485468" r:id="rId29"/>
    <p:sldLayoutId id="2147485469" r:id="rId30"/>
    <p:sldLayoutId id="2147485470" r:id="rId31"/>
    <p:sldLayoutId id="2147485471" r:id="rId32"/>
    <p:sldLayoutId id="2147485472" r:id="rId33"/>
    <p:sldLayoutId id="2147485473" r:id="rId34"/>
    <p:sldLayoutId id="2147485474" r:id="rId35"/>
    <p:sldLayoutId id="2147485475" r:id="rId36"/>
    <p:sldLayoutId id="2147485476" r:id="rId37"/>
    <p:sldLayoutId id="2147485477" r:id="rId38"/>
    <p:sldLayoutId id="2147485478" r:id="rId39"/>
    <p:sldLayoutId id="2147485479" r:id="rId40"/>
    <p:sldLayoutId id="2147485480" r:id="rId41"/>
    <p:sldLayoutId id="2147485481" r:id="rId42"/>
    <p:sldLayoutId id="2147485482" r:id="rId43"/>
    <p:sldLayoutId id="2147485483" r:id="rId44"/>
    <p:sldLayoutId id="2147485484" r:id="rId45"/>
    <p:sldLayoutId id="2147485485" r:id="rId46"/>
    <p:sldLayoutId id="2147485486" r:id="rId47"/>
    <p:sldLayoutId id="2147485487" r:id="rId48"/>
    <p:sldLayoutId id="2147485488" r:id="rId49"/>
    <p:sldLayoutId id="2147485518" r:id="rId50"/>
    <p:sldLayoutId id="2147485521" r:id="rId51"/>
    <p:sldLayoutId id="2147485520" r:id="rId52"/>
    <p:sldLayoutId id="2147485499" r:id="rId53"/>
    <p:sldLayoutId id="2147485491" r:id="rId54"/>
    <p:sldLayoutId id="2147485516" r:id="rId55"/>
    <p:sldLayoutId id="2147485525" r:id="rId56"/>
    <p:sldLayoutId id="2147485517" r:id="rId57"/>
    <p:sldLayoutId id="2147485519" r:id="rId58"/>
    <p:sldLayoutId id="2147485511" r:id="rId59"/>
    <p:sldLayoutId id="2147485490" r:id="rId60"/>
    <p:sldLayoutId id="2147485504" r:id="rId61"/>
    <p:sldLayoutId id="2147485505" r:id="rId62"/>
    <p:sldLayoutId id="2147485506" r:id="rId63"/>
    <p:sldLayoutId id="2147485507" r:id="rId64"/>
    <p:sldLayoutId id="2147485508" r:id="rId65"/>
    <p:sldLayoutId id="2147485509" r:id="rId66"/>
    <p:sldLayoutId id="2147485522" r:id="rId67"/>
    <p:sldLayoutId id="2147485493" r:id="rId68"/>
    <p:sldLayoutId id="2147485494" r:id="rId69"/>
    <p:sldLayoutId id="2147485495" r:id="rId70"/>
    <p:sldLayoutId id="2147485496" r:id="rId71"/>
  </p:sldLayoutIdLst>
  <p:transition>
    <p:fade/>
  </p:transition>
  <p:hf sldNum="0" hdr="0" ftr="0" dt="0"/>
  <p:txStyles>
    <p:titleStyle>
      <a:lvl1pPr algn="l" defTabSz="932742" rtl="0" eaLnBrk="1" latinLnBrk="0" hangingPunct="1">
        <a:lnSpc>
          <a:spcPct val="100000"/>
        </a:lnSpc>
        <a:spcBef>
          <a:spcPct val="0"/>
        </a:spcBef>
        <a:buNone/>
        <a:defRPr lang="en-US" sz="3600" b="0" i="0" kern="1200" cap="none" spc="-150" baseline="0" dirty="0" smtClean="0">
          <a:ln w="3175">
            <a:noFill/>
          </a:ln>
          <a:solidFill>
            <a:schemeClr val="tx2"/>
          </a:solidFill>
          <a:effectLst/>
          <a:latin typeface="+mj-lt"/>
          <a:ea typeface="+mn-ea"/>
          <a:cs typeface="Segoe UI" panose="020B0502040204020203" pitchFamily="34"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b="0" i="0" kern="1200" spc="0" baseline="0">
          <a:solidFill>
            <a:schemeClr val="tx1"/>
          </a:solidFill>
          <a:latin typeface="+mn-lt"/>
          <a:ea typeface="+mn-ea"/>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b="0" i="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b="0" i="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b="0" i="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b="0" i="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0" userDrawn="1">
          <p15:clr>
            <a:srgbClr val="C35EA4"/>
          </p15:clr>
        </p15:guide>
        <p15:guide id="17" pos="7320" userDrawn="1">
          <p15:clr>
            <a:srgbClr val="C35EA4"/>
          </p15:clr>
        </p15:guide>
        <p15:guide id="25" orient="horz" pos="369">
          <p15:clr>
            <a:srgbClr val="C35EA4"/>
          </p15:clr>
        </p15:guide>
        <p15:guide id="26" orient="horz" pos="3949">
          <p15:clr>
            <a:srgbClr val="C35EA4"/>
          </p15:clr>
        </p15:guide>
        <p15:guide id="27" orient="horz" pos="184">
          <p15:clr>
            <a:srgbClr val="A4A3A4"/>
          </p15:clr>
        </p15:guide>
        <p15:guide id="28" pos="192" userDrawn="1">
          <p15:clr>
            <a:srgbClr val="A4A3A4"/>
          </p15:clr>
        </p15:guide>
        <p15:guide id="29" orient="horz" pos="4135">
          <p15:clr>
            <a:srgbClr val="A4A3A4"/>
          </p15:clr>
        </p15:guide>
        <p15:guide id="30" pos="7488" userDrawn="1">
          <p15:clr>
            <a:srgbClr val="A4A3A4"/>
          </p15:clr>
        </p15:guide>
        <p15:guide id="31" orient="horz" pos="4008">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Agent-ready repos and the delivery loop</a:t>
            </a:r>
          </a:p>
        </p:txBody>
      </p:sp>
      <p:sp>
        <p:nvSpPr>
          <p:cNvPr id="3" name="Text Placeholder 2"/>
          <p:cNvSpPr>
            <a:spLocks noGrp="1"/>
          </p:cNvSpPr>
          <p:nvPr>
            <p:ph type="body" idx="12" sz="quarter"/>
          </p:nvPr>
        </p:nvSpPr>
        <p:spPr/>
        <p:txBody>
          <a:bodyPr/>
          <a:lstStyle/>
          <a:p>
            <a:r>
              <a:t>Saba Jamalian  |  PepsiCo Engineering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Your repo is now the interface</a:t>
            </a:r>
          </a:p>
        </p:txBody>
      </p:sp>
      <p:sp>
        <p:nvSpPr>
          <p:cNvPr id="3" name="Text Placeholder 2"/>
          <p:cNvSpPr>
            <a:spLocks noGrp="1"/>
          </p:cNvSpPr>
          <p:nvPr>
            <p:ph type="body" idx="10" sz="quarter"/>
          </p:nvPr>
        </p:nvSpPr>
        <p:spPr/>
        <p:txBody>
          <a:bodyPr wrap="square"/>
          <a:lstStyle/>
          <a:p>
            <a:pPr/>
            <a:r>
              <a:rPr sz="2800"/>
              <a:t>An agent starts a task the way a new hire does. It reads the repo.</a:t>
            </a:r>
          </a:p>
          <a:p>
            <a:pPr lvl="1"/>
            <a:r>
              <a:rPr sz="2000"/>
              <a:t>But it can't ask you in the hallway, dig up the Slack thread from 2023, or absorb the rules nobody wrote down.</a:t>
            </a:r>
          </a:p>
          <a:p>
            <a:pPr lvl="1"/>
            <a:r>
              <a:rPr sz="2000"/>
              <a:t>So everything it needs has to be written down, runnable, and checkable.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agent-ready actually means</a:t>
            </a:r>
          </a:p>
        </p:txBody>
      </p:sp>
      <p:sp>
        <p:nvSpPr>
          <p:cNvPr id="3" name="Text Placeholder 2"/>
          <p:cNvSpPr>
            <a:spLocks noGrp="1"/>
          </p:cNvSpPr>
          <p:nvPr>
            <p:ph type="body" idx="16" sz="quarter"/>
          </p:nvPr>
        </p:nvSpPr>
        <p:spPr/>
        <p:txBody>
          <a:bodyPr wrap="square"/>
          <a:lstStyle/>
          <a:p>
            <a:pPr>
              <a:buNone/>
            </a:pPr>
            <a:r>
              <a:rPr sz="2000"/>
              <a:t>Instructions</a:t>
            </a:r>
          </a:p>
        </p:txBody>
      </p:sp>
      <p:sp>
        <p:nvSpPr>
          <p:cNvPr id="4" name="Text Placeholder 3"/>
          <p:cNvSpPr>
            <a:spLocks noGrp="1"/>
          </p:cNvSpPr>
          <p:nvPr>
            <p:ph type="body" idx="14" sz="quarter"/>
          </p:nvPr>
        </p:nvSpPr>
        <p:spPr/>
        <p:txBody>
          <a:bodyPr wrap="square"/>
          <a:lstStyle/>
          <a:p>
            <a:pPr/>
            <a:r>
              <a:rPr sz="1600"/>
              <a:t>What you'd tell a new hire, written down and kept true</a:t>
            </a:r>
          </a:p>
        </p:txBody>
      </p:sp>
      <p:sp>
        <p:nvSpPr>
          <p:cNvPr id="5" name="Text Placeholder 4"/>
          <p:cNvSpPr>
            <a:spLocks noGrp="1"/>
          </p:cNvSpPr>
          <p:nvPr>
            <p:ph type="body" idx="17" sz="quarter"/>
          </p:nvPr>
        </p:nvSpPr>
        <p:spPr/>
        <p:txBody>
          <a:bodyPr wrap="square"/>
          <a:lstStyle/>
          <a:p>
            <a:pPr>
              <a:buNone/>
            </a:pPr>
            <a:r>
              <a:rPr sz="2000"/>
              <a:t>Environment</a:t>
            </a:r>
          </a:p>
        </p:txBody>
      </p:sp>
      <p:sp>
        <p:nvSpPr>
          <p:cNvPr id="6" name="Text Placeholder 5"/>
          <p:cNvSpPr>
            <a:spLocks noGrp="1"/>
          </p:cNvSpPr>
          <p:nvPr>
            <p:ph type="body" idx="15" sz="quarter"/>
          </p:nvPr>
        </p:nvSpPr>
        <p:spPr/>
        <p:txBody>
          <a:bodyPr wrap="square"/>
          <a:lstStyle/>
          <a:p>
            <a:pPr/>
            <a:r>
              <a:rPr sz="1600"/>
              <a:t>One command to a working setup, reproducible every time</a:t>
            </a:r>
          </a:p>
        </p:txBody>
      </p:sp>
      <p:sp>
        <p:nvSpPr>
          <p:cNvPr id="7" name="Text Placeholder 6"/>
          <p:cNvSpPr>
            <a:spLocks noGrp="1"/>
          </p:cNvSpPr>
          <p:nvPr>
            <p:ph type="body" idx="18" sz="quarter"/>
          </p:nvPr>
        </p:nvSpPr>
        <p:spPr/>
        <p:txBody>
          <a:bodyPr wrap="square"/>
          <a:lstStyle/>
          <a:p>
            <a:pPr>
              <a:buNone/>
            </a:pPr>
            <a:r>
              <a:rPr sz="2000"/>
              <a:t>Tests</a:t>
            </a:r>
          </a:p>
        </p:txBody>
      </p:sp>
      <p:sp>
        <p:nvSpPr>
          <p:cNvPr id="8" name="Text Placeholder 7"/>
          <p:cNvSpPr>
            <a:spLocks noGrp="1"/>
          </p:cNvSpPr>
          <p:nvPr>
            <p:ph type="body" idx="19" sz="quarter"/>
          </p:nvPr>
        </p:nvSpPr>
        <p:spPr/>
        <p:txBody>
          <a:bodyPr wrap="square"/>
          <a:lstStyle/>
          <a:p>
            <a:pPr/>
            <a:r>
              <a:rPr sz="1600"/>
              <a:t>Fast and meaningful. This is the agent's only feedback loop</a:t>
            </a:r>
          </a:p>
        </p:txBody>
      </p:sp>
      <p:sp>
        <p:nvSpPr>
          <p:cNvPr id="9" name="Text Placeholder 8"/>
          <p:cNvSpPr>
            <a:spLocks noGrp="1"/>
          </p:cNvSpPr>
          <p:nvPr>
            <p:ph type="body" idx="20" sz="quarter"/>
          </p:nvPr>
        </p:nvSpPr>
        <p:spPr/>
        <p:txBody>
          <a:bodyPr wrap="square"/>
          <a:lstStyle/>
          <a:p>
            <a:pPr>
              <a:buNone/>
            </a:pPr>
            <a:r>
              <a:rPr sz="2000"/>
              <a:t>CI signal</a:t>
            </a:r>
          </a:p>
        </p:txBody>
      </p:sp>
      <p:sp>
        <p:nvSpPr>
          <p:cNvPr id="10" name="Text Placeholder 9"/>
          <p:cNvSpPr>
            <a:spLocks noGrp="1"/>
          </p:cNvSpPr>
          <p:nvPr>
            <p:ph type="body" idx="21" sz="quarter"/>
          </p:nvPr>
        </p:nvSpPr>
        <p:spPr/>
        <p:txBody>
          <a:bodyPr wrap="square"/>
          <a:lstStyle/>
          <a:p>
            <a:pPr/>
            <a:r>
              <a:rPr sz="1600"/>
              <a:t>Failures that say what broke and where</a:t>
            </a:r>
          </a:p>
        </p:txBody>
      </p:sp>
      <p:sp>
        <p:nvSpPr>
          <p:cNvPr id="11" name="Text Placeholder 10"/>
          <p:cNvSpPr>
            <a:spLocks noGrp="1"/>
          </p:cNvSpPr>
          <p:nvPr>
            <p:ph type="body" idx="22" sz="quarter"/>
          </p:nvPr>
        </p:nvSpPr>
        <p:spPr/>
        <p:txBody>
          <a:bodyPr wrap="square"/>
          <a:lstStyle/>
          <a:p>
            <a:pPr>
              <a:buNone/>
            </a:pPr>
            <a:r>
              <a:rPr sz="2000"/>
              <a:t>Docs</a:t>
            </a:r>
          </a:p>
        </p:txBody>
      </p:sp>
      <p:sp>
        <p:nvSpPr>
          <p:cNvPr id="12" name="Text Placeholder 11"/>
          <p:cNvSpPr>
            <a:spLocks noGrp="1"/>
          </p:cNvSpPr>
          <p:nvPr>
            <p:ph type="body" idx="23" sz="quarter"/>
          </p:nvPr>
        </p:nvSpPr>
        <p:spPr/>
        <p:txBody>
          <a:bodyPr wrap="square"/>
          <a:lstStyle/>
          <a:p>
            <a:pPr/>
            <a:r>
              <a:rPr sz="1600"/>
              <a:t>Context it can retrieve, instead of tribal knowledge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Instructions and memory, done right</a:t>
            </a:r>
          </a:p>
        </p:txBody>
      </p:sp>
      <p:sp>
        <p:nvSpPr>
          <p:cNvPr id="3" name="Text Placeholder 2"/>
          <p:cNvSpPr>
            <a:spLocks noGrp="1"/>
          </p:cNvSpPr>
          <p:nvPr>
            <p:ph type="body" idx="16" sz="quarter"/>
          </p:nvPr>
        </p:nvSpPr>
        <p:spPr/>
        <p:txBody>
          <a:bodyPr wrap="square"/>
          <a:lstStyle/>
          <a:p>
            <a:pPr>
              <a:buNone/>
            </a:pPr>
            <a:r>
              <a:rPr sz="2000"/>
              <a:t>Where it goes</a:t>
            </a:r>
          </a:p>
        </p:txBody>
      </p:sp>
      <p:sp>
        <p:nvSpPr>
          <p:cNvPr id="4" name="Text Placeholder 3"/>
          <p:cNvSpPr>
            <a:spLocks noGrp="1"/>
          </p:cNvSpPr>
          <p:nvPr>
            <p:ph type="body" idx="14" sz="quarter"/>
          </p:nvPr>
        </p:nvSpPr>
        <p:spPr/>
        <p:txBody>
          <a:bodyPr wrap="square"/>
          <a:lstStyle/>
          <a:p>
            <a:pPr/>
            <a:r>
              <a:rPr sz="1600"/>
              <a:t>AGENTS.md at the root: build, test, conventions, gotchas</a:t>
            </a:r>
          </a:p>
          <a:p>
            <a:pPr/>
            <a:r>
              <a:rPr sz="1600"/>
              <a:t>.github/copilot-instructions.md for Copilot-specific guidance</a:t>
            </a:r>
          </a:p>
          <a:p>
            <a:pPr/>
            <a:r>
              <a:rPr sz="1600"/>
              <a:t>.github/instructions/*.instructions.md, scoped with applyTo</a:t>
            </a:r>
          </a:p>
        </p:txBody>
      </p:sp>
      <p:sp>
        <p:nvSpPr>
          <p:cNvPr id="5" name="Text Placeholder 4"/>
          <p:cNvSpPr>
            <a:spLocks noGrp="1"/>
          </p:cNvSpPr>
          <p:nvPr>
            <p:ph type="body" idx="17" sz="quarter"/>
          </p:nvPr>
        </p:nvSpPr>
        <p:spPr/>
        <p:txBody>
          <a:bodyPr wrap="square"/>
          <a:lstStyle/>
          <a:p>
            <a:pPr>
              <a:buNone/>
            </a:pPr>
            <a:r>
              <a:rPr sz="2000"/>
              <a:t>What earns its place</a:t>
            </a:r>
          </a:p>
        </p:txBody>
      </p:sp>
      <p:sp>
        <p:nvSpPr>
          <p:cNvPr id="6" name="Text Placeholder 5"/>
          <p:cNvSpPr>
            <a:spLocks noGrp="1"/>
          </p:cNvSpPr>
          <p:nvPr>
            <p:ph type="body" idx="15" sz="quarter"/>
          </p:nvPr>
        </p:nvSpPr>
        <p:spPr/>
        <p:txBody>
          <a:bodyPr wrap="square"/>
          <a:lstStyle/>
          <a:p>
            <a:pPr/>
            <a:r>
              <a:rPr sz="1600"/>
              <a:t>Commands that actually run, copy-paste verified</a:t>
            </a:r>
          </a:p>
          <a:p>
            <a:pPr/>
            <a:r>
              <a:rPr sz="1600"/>
              <a:t>Boundaries: don't edit generated files, don't bump majors</a:t>
            </a:r>
          </a:p>
          <a:p>
            <a:pPr/>
            <a:r>
              <a:rPr sz="1600"/>
              <a:t>Cut the essay. Unactionable prose is noise you pay for in context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Reproducible setup, and tests as the loop</a:t>
            </a:r>
          </a:p>
        </p:txBody>
      </p:sp>
      <p:sp>
        <p:nvSpPr>
          <p:cNvPr id="3" name="Text Placeholder 2"/>
          <p:cNvSpPr>
            <a:spLocks noGrp="1"/>
          </p:cNvSpPr>
          <p:nvPr>
            <p:ph type="body" idx="16" sz="quarter"/>
          </p:nvPr>
        </p:nvSpPr>
        <p:spPr/>
        <p:txBody>
          <a:bodyPr wrap="square"/>
          <a:lstStyle/>
          <a:p>
            <a:pPr>
              <a:buNone/>
            </a:pPr>
            <a:r>
              <a:rPr sz="2000"/>
              <a:t>Environment</a:t>
            </a:r>
          </a:p>
        </p:txBody>
      </p:sp>
      <p:sp>
        <p:nvSpPr>
          <p:cNvPr id="4" name="Text Placeholder 3"/>
          <p:cNvSpPr>
            <a:spLocks noGrp="1"/>
          </p:cNvSpPr>
          <p:nvPr>
            <p:ph type="body" idx="14" sz="quarter"/>
          </p:nvPr>
        </p:nvSpPr>
        <p:spPr/>
        <p:txBody>
          <a:bodyPr wrap="square"/>
          <a:lstStyle/>
          <a:p>
            <a:pPr/>
            <a:r>
              <a:rPr sz="1600"/>
              <a:t>devcontainer.json so agent and human get the same box</a:t>
            </a:r>
          </a:p>
          <a:p>
            <a:pPr/>
            <a:r>
              <a:rPr sz="1600"/>
              <a:t>copilot-setup-steps.yml preinstalls deps before the agent starts</a:t>
            </a:r>
          </a:p>
          <a:p>
            <a:pPr/>
            <a:r>
              <a:rPr sz="1600"/>
              <a:t>Pin versions. “Works on my machine” becomes a failed run</a:t>
            </a:r>
          </a:p>
        </p:txBody>
      </p:sp>
      <p:sp>
        <p:nvSpPr>
          <p:cNvPr id="5" name="Text Placeholder 4"/>
          <p:cNvSpPr>
            <a:spLocks noGrp="1"/>
          </p:cNvSpPr>
          <p:nvPr>
            <p:ph type="body" idx="17" sz="quarter"/>
          </p:nvPr>
        </p:nvSpPr>
        <p:spPr/>
        <p:txBody>
          <a:bodyPr wrap="square"/>
          <a:lstStyle/>
          <a:p>
            <a:pPr>
              <a:buNone/>
            </a:pPr>
            <a:r>
              <a:rPr sz="2000"/>
              <a:t>Tests</a:t>
            </a:r>
          </a:p>
        </p:txBody>
      </p:sp>
      <p:sp>
        <p:nvSpPr>
          <p:cNvPr id="6" name="Text Placeholder 5"/>
          <p:cNvSpPr>
            <a:spLocks noGrp="1"/>
          </p:cNvSpPr>
          <p:nvPr>
            <p:ph type="body" idx="15" sz="quarter"/>
          </p:nvPr>
        </p:nvSpPr>
        <p:spPr/>
        <p:txBody>
          <a:bodyPr wrap="square"/>
          <a:lstStyle/>
          <a:p>
            <a:pPr/>
            <a:r>
              <a:rPr sz="1600"/>
              <a:t>One documented command, no hidden prerequisites</a:t>
            </a:r>
          </a:p>
          <a:p>
            <a:pPr/>
            <a:r>
              <a:rPr sz="1600"/>
              <a:t>Fast enough to iterate against, not just submit against</a:t>
            </a:r>
          </a:p>
          <a:p>
            <a:pPr/>
            <a:r>
              <a:rPr sz="1600"/>
              <a:t>Tests are how it knows it's done. No tests means it's guessing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CI signal and docs as context</a:t>
            </a:r>
          </a:p>
        </p:txBody>
      </p:sp>
      <p:sp>
        <p:nvSpPr>
          <p:cNvPr id="3" name="Text Placeholder 2"/>
          <p:cNvSpPr>
            <a:spLocks noGrp="1"/>
          </p:cNvSpPr>
          <p:nvPr>
            <p:ph type="body" idx="16" sz="quarter"/>
          </p:nvPr>
        </p:nvSpPr>
        <p:spPr/>
        <p:txBody>
          <a:bodyPr wrap="square"/>
          <a:lstStyle/>
          <a:p>
            <a:pPr>
              <a:buNone/>
            </a:pPr>
            <a:r>
              <a:rPr sz="2000"/>
              <a:t>CI it can act on</a:t>
            </a:r>
          </a:p>
        </p:txBody>
      </p:sp>
      <p:sp>
        <p:nvSpPr>
          <p:cNvPr id="4" name="Text Placeholder 3"/>
          <p:cNvSpPr>
            <a:spLocks noGrp="1"/>
          </p:cNvSpPr>
          <p:nvPr>
            <p:ph type="body" idx="14" sz="quarter"/>
          </p:nvPr>
        </p:nvSpPr>
        <p:spPr/>
        <p:txBody>
          <a:bodyPr wrap="square"/>
          <a:lstStyle/>
          <a:p>
            <a:pPr/>
            <a:r>
              <a:rPr sz="1600"/>
              <a:t>Fail specifically. A file and line beats “build failed”</a:t>
            </a:r>
          </a:p>
          <a:p>
            <a:pPr/>
            <a:r>
              <a:rPr sz="1600"/>
              <a:t>Kill flaky tests. Each one costs real iterations and trust</a:t>
            </a:r>
          </a:p>
          <a:p>
            <a:pPr/>
            <a:r>
              <a:rPr sz="1600"/>
              <a:t>Lint and format in CI so style never reaches human review</a:t>
            </a:r>
          </a:p>
        </p:txBody>
      </p:sp>
      <p:sp>
        <p:nvSpPr>
          <p:cNvPr id="5" name="Text Placeholder 4"/>
          <p:cNvSpPr>
            <a:spLocks noGrp="1"/>
          </p:cNvSpPr>
          <p:nvPr>
            <p:ph type="body" idx="17" sz="quarter"/>
          </p:nvPr>
        </p:nvSpPr>
        <p:spPr/>
        <p:txBody>
          <a:bodyPr wrap="square"/>
          <a:lstStyle/>
          <a:p>
            <a:pPr>
              <a:buNone/>
            </a:pPr>
            <a:r>
              <a:rPr sz="2000"/>
              <a:t>Docs it can retrieve</a:t>
            </a:r>
          </a:p>
        </p:txBody>
      </p:sp>
      <p:sp>
        <p:nvSpPr>
          <p:cNvPr id="6" name="Text Placeholder 5"/>
          <p:cNvSpPr>
            <a:spLocks noGrp="1"/>
          </p:cNvSpPr>
          <p:nvPr>
            <p:ph type="body" idx="15" sz="quarter"/>
          </p:nvPr>
        </p:nvSpPr>
        <p:spPr/>
        <p:txBody>
          <a:bodyPr wrap="square"/>
          <a:lstStyle/>
          <a:p>
            <a:pPr/>
            <a:r>
              <a:rPr sz="1600"/>
              <a:t>ADRs explain why, so decisions don't get relitigated</a:t>
            </a:r>
          </a:p>
          <a:p>
            <a:pPr/>
            <a:r>
              <a:rPr sz="1600"/>
              <a:t>README covers setup, architecture, and where things live</a:t>
            </a:r>
          </a:p>
          <a:p>
            <a:pPr/>
            <a:r>
              <a:rPr sz="1600"/>
              <a:t>Delete stale docs. Wrong context is worse than no context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delivery loop, end to end</a:t>
            </a:r>
          </a:p>
        </p:txBody>
      </p:sp>
      <p:sp>
        <p:nvSpPr>
          <p:cNvPr id="3" name="Rounded Rectangle 2" descr="Step 1 of 6: Issue. Problem, not solution."/>
          <p:cNvSpPr/>
          <p:nvPr/>
        </p:nvSpPr>
        <p:spPr>
          <a:xfrm>
            <a:off x="585216" y="1874519"/>
            <a:ext cx="1572768" cy="786384"/>
          </a:xfrm>
          <a:prstGeom prst="roundRect">
            <a:avLst/>
          </a:prstGeom>
          <a:solidFill>
            <a:srgbClr val="1A00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rPr>
              <a:t>Issue</a:t>
            </a:r>
          </a:p>
        </p:txBody>
      </p:sp>
      <p:sp>
        <p:nvSpPr>
          <p:cNvPr id="4" name="TextBox 3"/>
          <p:cNvSpPr txBox="1"/>
          <p:nvPr/>
        </p:nvSpPr>
        <p:spPr>
          <a:xfrm>
            <a:off x="585216" y="2770631"/>
            <a:ext cx="1572768" cy="685800"/>
          </a:xfrm>
          <a:prstGeom prst="rect">
            <a:avLst/>
          </a:prstGeom>
          <a:noFill/>
        </p:spPr>
        <p:txBody>
          <a:bodyPr wrap="square">
            <a:spAutoFit/>
          </a:bodyPr>
          <a:lstStyle/>
          <a:p>
            <a:pPr algn="ctr"/>
            <a:r>
              <a:rPr sz="1300">
                <a:solidFill>
                  <a:srgbClr val="091F2C"/>
                </a:solidFill>
              </a:rPr>
              <a:t>Problem, not solution</a:t>
            </a:r>
          </a:p>
        </p:txBody>
      </p:sp>
      <p:sp>
        <p:nvSpPr>
          <p:cNvPr id="5" name="Right Arrow 4">
            <a:extLst>
              <a:ext uri="{C183D7F6-B498-43B3-948B-1728B52AA6E4}">
                <ns2:decorative xmlns:ns2="http://schemas.microsoft.com/office/drawing/2017/decorative" val="1"/>
              </a:ext>
            </a:extLst>
          </p:cNvPr>
          <p:cNvSpPr/>
          <p:nvPr/>
        </p:nvSpPr>
        <p:spPr>
          <a:xfrm>
            <a:off x="2199132" y="2203703"/>
            <a:ext cx="173736" cy="128016"/>
          </a:xfrm>
          <a:prstGeom prst="rightArrow">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descr="Step 2 of 6: Spec. Criteria a machine can check."/>
          <p:cNvSpPr/>
          <p:nvPr/>
        </p:nvSpPr>
        <p:spPr>
          <a:xfrm>
            <a:off x="2414016" y="1874519"/>
            <a:ext cx="1572768" cy="786384"/>
          </a:xfrm>
          <a:prstGeom prst="roundRect">
            <a:avLst/>
          </a:prstGeom>
          <a:solidFill>
            <a:srgbClr val="1A00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rPr>
              <a:t>Spec</a:t>
            </a:r>
          </a:p>
        </p:txBody>
      </p:sp>
      <p:sp>
        <p:nvSpPr>
          <p:cNvPr id="7" name="TextBox 6"/>
          <p:cNvSpPr txBox="1"/>
          <p:nvPr/>
        </p:nvSpPr>
        <p:spPr>
          <a:xfrm>
            <a:off x="2414016" y="2770631"/>
            <a:ext cx="1572768" cy="685800"/>
          </a:xfrm>
          <a:prstGeom prst="rect">
            <a:avLst/>
          </a:prstGeom>
          <a:noFill/>
        </p:spPr>
        <p:txBody>
          <a:bodyPr wrap="square">
            <a:spAutoFit/>
          </a:bodyPr>
          <a:lstStyle/>
          <a:p>
            <a:pPr algn="ctr"/>
            <a:r>
              <a:rPr sz="1300">
                <a:solidFill>
                  <a:srgbClr val="091F2C"/>
                </a:solidFill>
              </a:rPr>
              <a:t>Criteria a machine can check</a:t>
            </a:r>
          </a:p>
        </p:txBody>
      </p:sp>
      <p:sp>
        <p:nvSpPr>
          <p:cNvPr id="8" name="Right Arrow 7">
            <a:extLst>
              <a:ext uri="{C183D7F6-B498-43B3-948B-1728B52AA6E4}">
                <ns5:decorative xmlns:ns5="http://schemas.microsoft.com/office/drawing/2017/decorative" val="1"/>
              </a:ext>
            </a:extLst>
          </p:cNvPr>
          <p:cNvSpPr/>
          <p:nvPr/>
        </p:nvSpPr>
        <p:spPr>
          <a:xfrm>
            <a:off x="4027932" y="2203703"/>
            <a:ext cx="173736" cy="128016"/>
          </a:xfrm>
          <a:prstGeom prst="rightArrow">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descr="Step 3 of 6: Agent. Runs in Actions, on a branch."/>
          <p:cNvSpPr/>
          <p:nvPr/>
        </p:nvSpPr>
        <p:spPr>
          <a:xfrm>
            <a:off x="4242816" y="1874519"/>
            <a:ext cx="1572768" cy="786384"/>
          </a:xfrm>
          <a:prstGeom prst="roundRect">
            <a:avLst/>
          </a:prstGeom>
          <a:solidFill>
            <a:srgbClr val="1A00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rPr>
              <a:t>Agent</a:t>
            </a:r>
          </a:p>
        </p:txBody>
      </p:sp>
      <p:sp>
        <p:nvSpPr>
          <p:cNvPr id="10" name="TextBox 9"/>
          <p:cNvSpPr txBox="1"/>
          <p:nvPr/>
        </p:nvSpPr>
        <p:spPr>
          <a:xfrm>
            <a:off x="4242816" y="2770631"/>
            <a:ext cx="1572768" cy="685800"/>
          </a:xfrm>
          <a:prstGeom prst="rect">
            <a:avLst/>
          </a:prstGeom>
          <a:noFill/>
        </p:spPr>
        <p:txBody>
          <a:bodyPr wrap="square">
            <a:spAutoFit/>
          </a:bodyPr>
          <a:lstStyle/>
          <a:p>
            <a:pPr algn="ctr"/>
            <a:r>
              <a:rPr sz="1300">
                <a:solidFill>
                  <a:srgbClr val="091F2C"/>
                </a:solidFill>
              </a:rPr>
              <a:t>Runs in Actions, on a branch</a:t>
            </a:r>
          </a:p>
        </p:txBody>
      </p:sp>
      <p:sp>
        <p:nvSpPr>
          <p:cNvPr id="11" name="Right Arrow 10">
            <a:extLst>
              <a:ext uri="{C183D7F6-B498-43B3-948B-1728B52AA6E4}">
                <ns8:decorative xmlns:ns8="http://schemas.microsoft.com/office/drawing/2017/decorative" val="1"/>
              </a:ext>
            </a:extLst>
          </p:cNvPr>
          <p:cNvSpPr/>
          <p:nvPr/>
        </p:nvSpPr>
        <p:spPr>
          <a:xfrm>
            <a:off x="5856732" y="2203703"/>
            <a:ext cx="173736" cy="128016"/>
          </a:xfrm>
          <a:prstGeom prst="rightArrow">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descr="Step 4 of 6: PR. Draft PR plus session logs."/>
          <p:cNvSpPr/>
          <p:nvPr/>
        </p:nvSpPr>
        <p:spPr>
          <a:xfrm>
            <a:off x="6071616" y="1874519"/>
            <a:ext cx="1572768" cy="786384"/>
          </a:xfrm>
          <a:prstGeom prst="roundRect">
            <a:avLst/>
          </a:prstGeom>
          <a:solidFill>
            <a:srgbClr val="1A00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rPr>
              <a:t>PR</a:t>
            </a:r>
          </a:p>
        </p:txBody>
      </p:sp>
      <p:sp>
        <p:nvSpPr>
          <p:cNvPr id="13" name="TextBox 12"/>
          <p:cNvSpPr txBox="1"/>
          <p:nvPr/>
        </p:nvSpPr>
        <p:spPr>
          <a:xfrm>
            <a:off x="6071616" y="2770631"/>
            <a:ext cx="1572768" cy="685800"/>
          </a:xfrm>
          <a:prstGeom prst="rect">
            <a:avLst/>
          </a:prstGeom>
          <a:noFill/>
        </p:spPr>
        <p:txBody>
          <a:bodyPr wrap="square">
            <a:spAutoFit/>
          </a:bodyPr>
          <a:lstStyle/>
          <a:p>
            <a:pPr algn="ctr"/>
            <a:r>
              <a:rPr sz="1300">
                <a:solidFill>
                  <a:srgbClr val="091F2C"/>
                </a:solidFill>
              </a:rPr>
              <a:t>Draft PR plus session logs</a:t>
            </a:r>
          </a:p>
        </p:txBody>
      </p:sp>
      <p:sp>
        <p:nvSpPr>
          <p:cNvPr id="14" name="Right Arrow 13">
            <a:extLst>
              <a:ext uri="{C183D7F6-B498-43B3-948B-1728B52AA6E4}">
                <ns11:decorative xmlns:ns11="http://schemas.microsoft.com/office/drawing/2017/decorative" val="1"/>
              </a:ext>
            </a:extLst>
          </p:cNvPr>
          <p:cNvSpPr/>
          <p:nvPr/>
        </p:nvSpPr>
        <p:spPr>
          <a:xfrm>
            <a:off x="7685532" y="2203703"/>
            <a:ext cx="173736" cy="128016"/>
          </a:xfrm>
          <a:prstGeom prst="rightArrow">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descr="Step 5 of 6: Review. Intent and blast radius."/>
          <p:cNvSpPr/>
          <p:nvPr/>
        </p:nvSpPr>
        <p:spPr>
          <a:xfrm>
            <a:off x="7900416" y="1874519"/>
            <a:ext cx="1572768" cy="786384"/>
          </a:xfrm>
          <a:prstGeom prst="roundRect">
            <a:avLst/>
          </a:prstGeom>
          <a:solidFill>
            <a:srgbClr val="1A00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rPr>
              <a:t>Review</a:t>
            </a:r>
          </a:p>
        </p:txBody>
      </p:sp>
      <p:sp>
        <p:nvSpPr>
          <p:cNvPr id="16" name="TextBox 15"/>
          <p:cNvSpPr txBox="1"/>
          <p:nvPr/>
        </p:nvSpPr>
        <p:spPr>
          <a:xfrm>
            <a:off x="7900416" y="2770631"/>
            <a:ext cx="1572768" cy="685800"/>
          </a:xfrm>
          <a:prstGeom prst="rect">
            <a:avLst/>
          </a:prstGeom>
          <a:noFill/>
        </p:spPr>
        <p:txBody>
          <a:bodyPr wrap="square">
            <a:spAutoFit/>
          </a:bodyPr>
          <a:lstStyle/>
          <a:p>
            <a:pPr algn="ctr"/>
            <a:r>
              <a:rPr sz="1300">
                <a:solidFill>
                  <a:srgbClr val="091F2C"/>
                </a:solidFill>
              </a:rPr>
              <a:t>Intent and blast radius</a:t>
            </a:r>
          </a:p>
        </p:txBody>
      </p:sp>
      <p:sp>
        <p:nvSpPr>
          <p:cNvPr id="17" name="Right Arrow 16">
            <a:extLst>
              <a:ext uri="{C183D7F6-B498-43B3-948B-1728B52AA6E4}">
                <ns14:decorative xmlns:ns14="http://schemas.microsoft.com/office/drawing/2017/decorative" val="1"/>
              </a:ext>
            </a:extLst>
          </p:cNvPr>
          <p:cNvSpPr/>
          <p:nvPr/>
        </p:nvSpPr>
        <p:spPr>
          <a:xfrm>
            <a:off x="9514332" y="2203703"/>
            <a:ext cx="173736" cy="128016"/>
          </a:xfrm>
          <a:prstGeom prst="rightArrow">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descr="Step 6 of 6: Merge. Protections still apply."/>
          <p:cNvSpPr/>
          <p:nvPr/>
        </p:nvSpPr>
        <p:spPr>
          <a:xfrm>
            <a:off x="9729216" y="1874519"/>
            <a:ext cx="1572768" cy="786384"/>
          </a:xfrm>
          <a:prstGeom prst="roundRect">
            <a:avLst/>
          </a:prstGeom>
          <a:solidFill>
            <a:srgbClr val="1A00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rPr>
              <a:t>Merge</a:t>
            </a:r>
          </a:p>
        </p:txBody>
      </p:sp>
      <p:sp>
        <p:nvSpPr>
          <p:cNvPr id="19" name="TextBox 18"/>
          <p:cNvSpPr txBox="1"/>
          <p:nvPr/>
        </p:nvSpPr>
        <p:spPr>
          <a:xfrm>
            <a:off x="9729216" y="2770631"/>
            <a:ext cx="1572768" cy="685800"/>
          </a:xfrm>
          <a:prstGeom prst="rect">
            <a:avLst/>
          </a:prstGeom>
          <a:noFill/>
        </p:spPr>
        <p:txBody>
          <a:bodyPr wrap="square">
            <a:spAutoFit/>
          </a:bodyPr>
          <a:lstStyle/>
          <a:p>
            <a:pPr algn="ctr"/>
            <a:r>
              <a:rPr sz="1300">
                <a:solidFill>
                  <a:srgbClr val="091F2C"/>
                </a:solidFill>
              </a:rPr>
              <a:t>Protections still apply</a:t>
            </a:r>
          </a:p>
        </p:txBody>
      </p:sp>
      <p:sp>
        <p:nvSpPr>
          <p:cNvPr id="20" name="Rounded Rectangle 19" descr="Human owns steps 1 to 2: You define the work."/>
          <p:cNvSpPr/>
          <p:nvPr/>
        </p:nvSpPr>
        <p:spPr>
          <a:xfrm>
            <a:off x="585216" y="3913632"/>
            <a:ext cx="3401568" cy="475488"/>
          </a:xfrm>
          <a:prstGeom prst="round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rPr>
              <a:t>You define the work</a:t>
            </a:r>
          </a:p>
        </p:txBody>
      </p:sp>
      <p:sp>
        <p:nvSpPr>
          <p:cNvPr id="21" name="Rounded Rectangle 20" descr="Agent owns steps 3 to 4: Agent executes."/>
          <p:cNvSpPr/>
          <p:nvPr/>
        </p:nvSpPr>
        <p:spPr>
          <a:xfrm>
            <a:off x="4242816" y="3913632"/>
            <a:ext cx="3401568" cy="475488"/>
          </a:xfrm>
          <a:prstGeom prst="round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rPr>
              <a:t>Agent executes</a:t>
            </a:r>
          </a:p>
        </p:txBody>
      </p:sp>
      <p:sp>
        <p:nvSpPr>
          <p:cNvPr id="22" name="Rounded Rectangle 21" descr="Human owns steps 5 to 6: You decide what ships."/>
          <p:cNvSpPr/>
          <p:nvPr/>
        </p:nvSpPr>
        <p:spPr>
          <a:xfrm>
            <a:off x="7900416" y="3913632"/>
            <a:ext cx="3401568" cy="475488"/>
          </a:xfrm>
          <a:prstGeom prst="roundRect">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rPr>
              <a:t>You decide what ships</a:t>
            </a:r>
          </a:p>
        </p:txBody>
      </p:sp>
      <p:sp>
        <p:nvSpPr>
          <p:cNvPr id="23" name="TextBox 22" descr="Closing point: the loop compounds when review feedback is written back into the repo's instructions."/>
          <p:cNvSpPr txBox="1"/>
          <p:nvPr/>
        </p:nvSpPr>
        <p:spPr>
          <a:xfrm>
            <a:off x="585216" y="4681728"/>
            <a:ext cx="11018520" cy="548640"/>
          </a:xfrm>
          <a:prstGeom prst="rect">
            <a:avLst/>
          </a:prstGeom>
          <a:noFill/>
        </p:spPr>
        <p:txBody>
          <a:bodyPr wrap="square">
            <a:spAutoFit/>
          </a:bodyPr>
          <a:lstStyle/>
          <a:p>
            <a:r>
              <a:rPr sz="1500" i="1">
                <a:solidFill>
                  <a:srgbClr val="1A00E2"/>
                </a:solidFill>
              </a:rPr>
              <a:t>The loop only compounds if it closes. Every review comment that becomes a rule in AGENTS.md is a class of mistake you never review again.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Where humans stay in the loop</a:t>
            </a:r>
          </a:p>
        </p:txBody>
      </p:sp>
      <p:sp>
        <p:nvSpPr>
          <p:cNvPr id="3" name="Text Placeholder 2"/>
          <p:cNvSpPr>
            <a:spLocks noGrp="1"/>
          </p:cNvSpPr>
          <p:nvPr>
            <p:ph type="body" idx="16" sz="quarter"/>
          </p:nvPr>
        </p:nvSpPr>
        <p:spPr/>
        <p:txBody>
          <a:bodyPr wrap="square"/>
          <a:lstStyle/>
          <a:p>
            <a:pPr>
              <a:buNone/>
            </a:pPr>
            <a:r>
              <a:rPr sz="2000"/>
              <a:t>Write the spec</a:t>
            </a:r>
          </a:p>
        </p:txBody>
      </p:sp>
      <p:sp>
        <p:nvSpPr>
          <p:cNvPr id="4" name="Text Placeholder 3"/>
          <p:cNvSpPr>
            <a:spLocks noGrp="1"/>
          </p:cNvSpPr>
          <p:nvPr>
            <p:ph type="body" idx="14" sz="quarter"/>
          </p:nvPr>
        </p:nvSpPr>
        <p:spPr/>
        <p:txBody>
          <a:bodyPr wrap="square"/>
          <a:lstStyle/>
          <a:p>
            <a:pPr/>
            <a:r>
              <a:rPr sz="1600"/>
              <a:t>Ambiguity in, ambiguity out. Highest-leverage ten minutes you'll spend</a:t>
            </a:r>
          </a:p>
        </p:txBody>
      </p:sp>
      <p:sp>
        <p:nvSpPr>
          <p:cNvPr id="5" name="Text Placeholder 4"/>
          <p:cNvSpPr>
            <a:spLocks noGrp="1"/>
          </p:cNvSpPr>
          <p:nvPr>
            <p:ph type="body" idx="17" sz="quarter"/>
          </p:nvPr>
        </p:nvSpPr>
        <p:spPr/>
        <p:txBody>
          <a:bodyPr wrap="square"/>
          <a:lstStyle/>
          <a:p>
            <a:pPr>
              <a:buNone/>
            </a:pPr>
            <a:r>
              <a:rPr sz="2000"/>
              <a:t>Approve the run</a:t>
            </a:r>
          </a:p>
        </p:txBody>
      </p:sp>
      <p:sp>
        <p:nvSpPr>
          <p:cNvPr id="6" name="Text Placeholder 5"/>
          <p:cNvSpPr>
            <a:spLocks noGrp="1"/>
          </p:cNvSpPr>
          <p:nvPr>
            <p:ph type="body" idx="15" sz="quarter"/>
          </p:nvPr>
        </p:nvSpPr>
        <p:spPr/>
        <p:txBody>
          <a:bodyPr wrap="square"/>
          <a:lstStyle/>
          <a:p>
            <a:pPr/>
            <a:r>
              <a:rPr sz="1600"/>
              <a:t>Actions won't run on the agent's PR until a human says go</a:t>
            </a:r>
          </a:p>
        </p:txBody>
      </p:sp>
      <p:sp>
        <p:nvSpPr>
          <p:cNvPr id="7" name="Text Placeholder 6"/>
          <p:cNvSpPr>
            <a:spLocks noGrp="1"/>
          </p:cNvSpPr>
          <p:nvPr>
            <p:ph type="body" idx="18" sz="quarter"/>
          </p:nvPr>
        </p:nvSpPr>
        <p:spPr/>
        <p:txBody>
          <a:bodyPr wrap="square"/>
          <a:lstStyle/>
          <a:p>
            <a:pPr>
              <a:buNone/>
            </a:pPr>
            <a:r>
              <a:rPr sz="2000"/>
              <a:t>Review the diff</a:t>
            </a:r>
          </a:p>
        </p:txBody>
      </p:sp>
      <p:sp>
        <p:nvSpPr>
          <p:cNvPr id="8" name="Text Placeholder 7"/>
          <p:cNvSpPr>
            <a:spLocks noGrp="1"/>
          </p:cNvSpPr>
          <p:nvPr>
            <p:ph type="body" idx="19" sz="quarter"/>
          </p:nvPr>
        </p:nvSpPr>
        <p:spPr/>
        <p:txBody>
          <a:bodyPr wrap="square"/>
          <a:lstStyle/>
          <a:p>
            <a:pPr/>
            <a:r>
              <a:rPr sz="1600"/>
              <a:t>Judge intent and blast radius. Let CI catch the typos</a:t>
            </a:r>
          </a:p>
        </p:txBody>
      </p:sp>
      <p:sp>
        <p:nvSpPr>
          <p:cNvPr id="9" name="Text Placeholder 8"/>
          <p:cNvSpPr>
            <a:spLocks noGrp="1"/>
          </p:cNvSpPr>
          <p:nvPr>
            <p:ph type="body" idx="20" sz="quarter"/>
          </p:nvPr>
        </p:nvSpPr>
        <p:spPr/>
        <p:txBody>
          <a:bodyPr wrap="square"/>
          <a:lstStyle/>
          <a:p>
            <a:pPr>
              <a:buNone/>
            </a:pPr>
            <a:r>
              <a:rPr sz="2000"/>
              <a:t>Own the merge</a:t>
            </a:r>
          </a:p>
        </p:txBody>
      </p:sp>
      <p:sp>
        <p:nvSpPr>
          <p:cNvPr id="10" name="Text Placeholder 9"/>
          <p:cNvSpPr>
            <a:spLocks noGrp="1"/>
          </p:cNvSpPr>
          <p:nvPr>
            <p:ph type="body" idx="21" sz="quarter"/>
          </p:nvPr>
        </p:nvSpPr>
        <p:spPr/>
        <p:txBody>
          <a:bodyPr wrap="square"/>
          <a:lstStyle/>
          <a:p>
            <a:pPr/>
            <a:r>
              <a:rPr sz="1600"/>
              <a:t>You ship it, you're on call for it. Same as it's always been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Start here, this week</a:t>
            </a:r>
          </a:p>
        </p:txBody>
      </p:sp>
      <p:sp>
        <p:nvSpPr>
          <p:cNvPr id="3" name="Text Placeholder 2"/>
          <p:cNvSpPr>
            <a:spLocks noGrp="1"/>
          </p:cNvSpPr>
          <p:nvPr>
            <p:ph type="body" idx="16" sz="quarter"/>
          </p:nvPr>
        </p:nvSpPr>
        <p:spPr/>
        <p:txBody>
          <a:bodyPr wrap="square"/>
          <a:lstStyle/>
          <a:p>
            <a:pPr>
              <a:buNone/>
            </a:pPr>
            <a:r>
              <a:rPr sz="2000"/>
              <a:t>1. Write AGENTS.md</a:t>
            </a:r>
          </a:p>
        </p:txBody>
      </p:sp>
      <p:sp>
        <p:nvSpPr>
          <p:cNvPr id="4" name="Text Placeholder 3"/>
          <p:cNvSpPr>
            <a:spLocks noGrp="1"/>
          </p:cNvSpPr>
          <p:nvPr>
            <p:ph type="body" idx="14" sz="quarter"/>
          </p:nvPr>
        </p:nvSpPr>
        <p:spPr/>
        <p:txBody>
          <a:bodyPr wrap="square"/>
          <a:lstStyle/>
          <a:p>
            <a:pPr/>
            <a:r>
              <a:rPr sz="1600"/>
              <a:t>Setup, test, and build commands. Verify each one in a clean shell before committing</a:t>
            </a:r>
          </a:p>
        </p:txBody>
      </p:sp>
      <p:sp>
        <p:nvSpPr>
          <p:cNvPr id="5" name="Text Placeholder 4"/>
          <p:cNvSpPr>
            <a:spLocks noGrp="1"/>
          </p:cNvSpPr>
          <p:nvPr>
            <p:ph type="body" idx="17" sz="quarter"/>
          </p:nvPr>
        </p:nvSpPr>
        <p:spPr/>
        <p:txBody>
          <a:bodyPr wrap="square"/>
          <a:lstStyle/>
          <a:p>
            <a:pPr>
              <a:buNone/>
            </a:pPr>
            <a:r>
              <a:rPr sz="2000"/>
              <a:t>2. Fix your slowest loop</a:t>
            </a:r>
          </a:p>
        </p:txBody>
      </p:sp>
      <p:sp>
        <p:nvSpPr>
          <p:cNvPr id="6" name="Text Placeholder 5"/>
          <p:cNvSpPr>
            <a:spLocks noGrp="1"/>
          </p:cNvSpPr>
          <p:nvPr>
            <p:ph type="body" idx="15" sz="quarter"/>
          </p:nvPr>
        </p:nvSpPr>
        <p:spPr/>
        <p:txBody>
          <a:bodyPr wrap="square"/>
          <a:lstStyle/>
          <a:p>
            <a:pPr/>
            <a:r>
              <a:rPr sz="1600"/>
              <a:t>Whatever makes you wait is making the agent wait, and it waits far more often than you do</a:t>
            </a:r>
          </a:p>
        </p:txBody>
      </p:sp>
      <p:sp>
        <p:nvSpPr>
          <p:cNvPr id="7" name="Text Placeholder 6"/>
          <p:cNvSpPr>
            <a:spLocks noGrp="1"/>
          </p:cNvSpPr>
          <p:nvPr>
            <p:ph type="body" idx="18" sz="quarter"/>
          </p:nvPr>
        </p:nvSpPr>
        <p:spPr/>
        <p:txBody>
          <a:bodyPr wrap="square"/>
          <a:lstStyle/>
          <a:p>
            <a:pPr>
              <a:buNone/>
            </a:pPr>
            <a:r>
              <a:rPr sz="2000"/>
              <a:t>3. Ship one real issue</a:t>
            </a:r>
          </a:p>
        </p:txBody>
      </p:sp>
      <p:sp>
        <p:nvSpPr>
          <p:cNvPr id="8" name="Text Placeholder 7"/>
          <p:cNvSpPr>
            <a:spLocks noGrp="1"/>
          </p:cNvSpPr>
          <p:nvPr>
            <p:ph type="body" idx="19" sz="quarter"/>
          </p:nvPr>
        </p:nvSpPr>
        <p:spPr/>
        <p:txBody>
          <a:bodyPr wrap="square"/>
          <a:lstStyle/>
          <a:p>
            <a:pPr/>
            <a:r>
              <a:rPr sz="1600"/>
              <a:t>Pick something small and boring. Watch where the loop breaks, then fix that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Thank you</a:t>
            </a:r>
          </a:p>
        </p:txBody>
      </p:sp>
      <p:sp>
        <p:nvSpPr>
          <p:cNvPr id="3" name="Text Placeholder 2"/>
          <p:cNvSpPr>
            <a:spLocks noGrp="1"/>
          </p:cNvSpPr>
          <p:nvPr>
            <p:ph type="body" idx="12" sz="quarter"/>
          </p:nvPr>
        </p:nvSpPr>
        <p:spPr/>
        <p:txBody>
          <a:bodyPr/>
          <a:lstStyle/>
          <a:p>
            <a:r>
              <a:t>Saba Jamalian</a:t>
            </a:r>
          </a:p>
        </p:txBody>
      </p:sp>
      <p:sp>
        <p:nvSpPr>
          <p:cNvPr id="4" name="Text Placeholder 3"/>
          <p:cNvSpPr>
            <a:spLocks noGrp="1"/>
          </p:cNvSpPr>
          <p:nvPr>
            <p:ph type="body" idx="13" sz="quarter"/>
          </p:nvPr>
        </p:nvSpPr>
        <p:spPr/>
        <p:txBody>
          <a:bodyPr/>
          <a:lstStyle/>
          <a:p>
            <a:r>
              <a:t>github.com/sabajamalian</a:t>
            </a:r>
          </a:p>
        </p:txBody>
      </p:sp>
    </p:spTree>
  </p:cSld>
  <p:clrMapOvr>
    <a:masterClrMapping/>
  </p:clrMapOvr>
</p:sld>
</file>

<file path=ppt/theme/theme1.xml><?xml version="1.0" encoding="utf-8"?>
<a:theme xmlns:a="http://schemas.openxmlformats.org/drawingml/2006/main" name="Azure 2023 Template">
  <a:themeElements>
    <a:clrScheme name="Azure brand 2603">
      <a:dk1>
        <a:srgbClr val="000000"/>
      </a:dk1>
      <a:lt1>
        <a:srgbClr val="FFFFFF"/>
      </a:lt1>
      <a:dk2>
        <a:srgbClr val="0000B3"/>
      </a:dk2>
      <a:lt2>
        <a:srgbClr val="D9D9D6"/>
      </a:lt2>
      <a:accent1>
        <a:srgbClr val="1A00E2"/>
      </a:accent1>
      <a:accent2>
        <a:srgbClr val="00BBC3"/>
      </a:accent2>
      <a:accent3>
        <a:srgbClr val="D12ACA"/>
      </a:accent3>
      <a:accent4>
        <a:srgbClr val="0078D4"/>
      </a:accent4>
      <a:accent5>
        <a:srgbClr val="0D0061"/>
      </a:accent5>
      <a:accent6>
        <a:srgbClr val="5D52EC"/>
      </a:accent6>
      <a:hlink>
        <a:srgbClr val="0000B3"/>
      </a:hlink>
      <a:folHlink>
        <a:srgbClr val="0D0061"/>
      </a:folHlink>
    </a:clrScheme>
    <a:fontScheme name="Custom 3">
      <a:majorFont>
        <a:latin typeface="Segoe UI"/>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err="1" smtClean="0">
            <a:solidFill>
              <a:srgbClr val="FFFFFF"/>
            </a:soli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defPPr>
      </a:lstStyle>
    </a:txDef>
  </a:objectDefaults>
  <a:extraClrSchemeLst/>
  <a:custClrLst>
    <a:custClr name="Light Brown">
      <a:srgbClr val="E1D3C7"/>
    </a:custClr>
    <a:custClr name="Light Yellow">
      <a:srgbClr val="FFE399"/>
    </a:custClr>
    <a:custClr name="Light Orange">
      <a:srgbClr val="FFA38B"/>
    </a:custClr>
    <a:custClr name="Light Red">
      <a:srgbClr val="FFB3BB"/>
    </a:custClr>
    <a:custClr name="Light Magenta">
      <a:srgbClr val="D59ED7"/>
    </a:custClr>
    <a:custClr name="Light Purple">
      <a:srgbClr val="C5B4E3"/>
    </a:custClr>
    <a:custClr name="Light Blue">
      <a:srgbClr val="8DC8E8"/>
    </a:custClr>
    <a:custClr name="Light Teal">
      <a:srgbClr val="B9DCD2"/>
    </a:custClr>
    <a:custClr name="Light Green">
      <a:srgbClr val="D4EC8E"/>
    </a:custClr>
    <a:custClr name="Blue Black">
      <a:srgbClr val="091F2C"/>
    </a:custClr>
    <a:custClr name="Brown">
      <a:srgbClr val="BF9474"/>
    </a:custClr>
    <a:custClr name="Yellow">
      <a:srgbClr val="FFB900"/>
    </a:custClr>
    <a:custClr name="Orange">
      <a:srgbClr val="FF5C39"/>
    </a:custClr>
    <a:custClr name="Red">
      <a:srgbClr val="F4364C"/>
    </a:custClr>
    <a:custClr name="Magenta">
      <a:srgbClr val="C03BC4"/>
    </a:custClr>
    <a:custClr name="Purple">
      <a:srgbClr val="8661C5"/>
    </a:custClr>
    <a:custClr name="Blue">
      <a:srgbClr val="0078D4"/>
    </a:custClr>
    <a:custClr name="Teal">
      <a:srgbClr val="49C5B1"/>
    </a:custClr>
    <a:custClr name="Green">
      <a:srgbClr val="8DE971"/>
    </a:custClr>
    <a:custClr name="Rich Black">
      <a:srgbClr val="000000"/>
    </a:custClr>
    <a:custClr name="Dark Brown">
      <a:srgbClr val="5C4738"/>
    </a:custClr>
    <a:custClr name="Dark Yellow">
      <a:srgbClr val="7F5A1A"/>
    </a:custClr>
    <a:custClr name="Dark Orange">
      <a:srgbClr val="73391D"/>
    </a:custClr>
    <a:custClr name="Dark Red">
      <a:srgbClr val="73262F"/>
    </a:custClr>
    <a:custClr name="Dark Magenta">
      <a:srgbClr val="702573"/>
    </a:custClr>
    <a:custClr name="Dark Purple">
      <a:srgbClr val="463668"/>
    </a:custClr>
    <a:custClr name="Dark Blue">
      <a:srgbClr val="2A446F"/>
    </a:custClr>
    <a:custClr name="Dark Teal">
      <a:srgbClr val="225B62"/>
    </a:custClr>
    <a:custClr name="Dark Green">
      <a:srgbClr val="07641D"/>
    </a:custClr>
    <a:custClr name="Brown Black">
      <a:srgbClr val="291817"/>
    </a:custClr>
    <a:custClr name="Pure White">
      <a:srgbClr val="FFFFFF"/>
    </a:custClr>
    <a:custClr name="Off White">
      <a:srgbClr val="F4F3F5"/>
    </a:custClr>
    <a:custClr name="Warm White">
      <a:srgbClr val="FFF8F3"/>
    </a:custClr>
    <a:custClr name="Warm Light Gray">
      <a:srgbClr val="E8E6DF"/>
    </a:custClr>
    <a:custClr name="Mid Gray">
      <a:srgbClr val="D7D2CB"/>
    </a:custClr>
    <a:custClr name="Warm Gray">
      <a:srgbClr val="8C8279"/>
    </a:custClr>
    <a:custClr name="Light Gray">
      <a:srgbClr val="D9D9D6"/>
    </a:custClr>
    <a:custClr name="Cool Gray">
      <a:srgbClr val="B1B3B3"/>
    </a:custClr>
    <a:custClr name="Dark Gray">
      <a:srgbClr val="454142"/>
    </a:custClr>
    <a:custClr name="Pure White">
      <a:srgbClr val="FFFFFF"/>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Lst>
  <a:extLst>
    <a:ext uri="{05A4C25C-085E-4340-85A3-A5531E510DB2}">
      <thm15:themeFamily xmlns:thm15="http://schemas.microsoft.com/office/thememl/2012/main" name="Presentation1" id="{0EE44026-8EF2-4481-9EC2-E0EE7F30F74B}" vid="{282A243A-EF18-4FA1-886E-92BF26AB74A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custClrLst>
    <a:custClr name="Light Orange">
      <a:srgbClr val="FF9349"/>
    </a:custClr>
    <a:custClr name="Light Yellow">
      <a:srgbClr val="FEF000"/>
    </a:custClr>
    <a:custClr name="Light Green">
      <a:srgbClr val="9BF00B"/>
    </a:custClr>
    <a:custClr name="Light Teal">
      <a:srgbClr val="30E5D0"/>
    </a:custClr>
    <a:custClr name="Light Blue">
      <a:srgbClr val="50E6FF"/>
    </a:custClr>
    <a:custClr name="Light Purple">
      <a:srgbClr val="D59DFF"/>
    </a:custClr>
    <a:custClr name="White">
      <a:srgbClr val="FFFFFF"/>
    </a:custClr>
    <a:custClr name="Extra Light Gray">
      <a:srgbClr val="F2F2F2"/>
    </a:custClr>
    <a:custClr name="Light Gray">
      <a:srgbClr val="E6E6E6"/>
    </a:custClr>
    <a:custClr name="Gray">
      <a:srgbClr val="D2D2D2"/>
    </a:custClr>
    <a:custClr name="Orange">
      <a:srgbClr val="D83B01"/>
    </a:custClr>
    <a:custClr name="Yellow">
      <a:srgbClr val="FFB900"/>
    </a:custClr>
    <a:custClr name="Green">
      <a:srgbClr val="107C10"/>
    </a:custClr>
    <a:custClr name="Teal">
      <a:srgbClr val="008575"/>
    </a:custClr>
    <a:custClr name="Blue">
      <a:srgbClr val="0078D4"/>
    </a:custClr>
    <a:custClr name="Purple">
      <a:srgbClr val="8661C5"/>
    </a:custClr>
    <a:custClr name="Mid Gray">
      <a:srgbClr val="737373"/>
    </a:custClr>
    <a:custClr name="Dark Gray">
      <a:srgbClr val="505050"/>
    </a:custClr>
    <a:custClr name="Extra Dark Gray">
      <a:srgbClr val="2F2F2F"/>
    </a:custClr>
    <a:custClr name="Rick Black">
      <a:srgbClr val="000000"/>
    </a:custClr>
    <a:custClr name="Dark Orange">
      <a:srgbClr val="6B2929"/>
    </a:custClr>
    <a:custClr name="Dark Yellow">
      <a:srgbClr val="6A4B16"/>
    </a:custClr>
    <a:custClr name="Dark Green">
      <a:srgbClr val="054B16"/>
    </a:custClr>
    <a:custClr name="Dark Teal">
      <a:srgbClr val="274B47"/>
    </a:custClr>
    <a:custClr name="Dark Blue">
      <a:srgbClr val="243A5E"/>
    </a:custClr>
    <a:custClr name="Dark Purple">
      <a:srgbClr val="3B2E58"/>
    </a:custClr>
  </a:custClr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custClrLst>
    <a:custClr name="Light Orange">
      <a:srgbClr val="FF9349"/>
    </a:custClr>
    <a:custClr name="Light Yellow">
      <a:srgbClr val="FEF000"/>
    </a:custClr>
    <a:custClr name="Light Green">
      <a:srgbClr val="9BF00B"/>
    </a:custClr>
    <a:custClr name="Light Teal">
      <a:srgbClr val="30E5D0"/>
    </a:custClr>
    <a:custClr name="Light Blue">
      <a:srgbClr val="50E6FF"/>
    </a:custClr>
    <a:custClr name="Light Purple">
      <a:srgbClr val="D59DFF"/>
    </a:custClr>
    <a:custClr name="White">
      <a:srgbClr val="FFFFFF"/>
    </a:custClr>
    <a:custClr name="Extra Light Gray">
      <a:srgbClr val="F2F2F2"/>
    </a:custClr>
    <a:custClr name="Light Gray">
      <a:srgbClr val="E6E6E6"/>
    </a:custClr>
    <a:custClr name="Gray">
      <a:srgbClr val="D2D2D2"/>
    </a:custClr>
    <a:custClr name="Orange">
      <a:srgbClr val="D83B01"/>
    </a:custClr>
    <a:custClr name="Yellow">
      <a:srgbClr val="FFB900"/>
    </a:custClr>
    <a:custClr name="Green">
      <a:srgbClr val="107C10"/>
    </a:custClr>
    <a:custClr name="Teal">
      <a:srgbClr val="008575"/>
    </a:custClr>
    <a:custClr name="Blue">
      <a:srgbClr val="0078D4"/>
    </a:custClr>
    <a:custClr name="Purple">
      <a:srgbClr val="8661C5"/>
    </a:custClr>
    <a:custClr name="Mid Gray">
      <a:srgbClr val="737373"/>
    </a:custClr>
    <a:custClr name="Dark Gray">
      <a:srgbClr val="505050"/>
    </a:custClr>
    <a:custClr name="Extra Dark Gray">
      <a:srgbClr val="2F2F2F"/>
    </a:custClr>
    <a:custClr name="Rick Black">
      <a:srgbClr val="000000"/>
    </a:custClr>
    <a:custClr name="Dark Orange">
      <a:srgbClr val="6B2929"/>
    </a:custClr>
    <a:custClr name="Dark Yellow">
      <a:srgbClr val="6A4B16"/>
    </a:custClr>
    <a:custClr name="Dark Green">
      <a:srgbClr val="054B16"/>
    </a:custClr>
    <a:custClr name="Dark Teal">
      <a:srgbClr val="274B47"/>
    </a:custClr>
    <a:custClr name="Dark Blue">
      <a:srgbClr val="243A5E"/>
    </a:custClr>
    <a:custClr name="Dark Purple">
      <a:srgbClr val="3B2E58"/>
    </a:custClr>
  </a:custClr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695d5325-33a2-4b42-b3d3-b02ffbc12b05" xsi:nil="true"/>
    <_ip_UnifiedCompliancePolicyUIAction xmlns="http://schemas.microsoft.com/sharepoint/v3" xsi:nil="true"/>
    <_ip_UnifiedCompliancePolicyProperties xmlns="http://schemas.microsoft.com/sharepoint/v3" xsi:nil="true"/>
    <lcf76f155ced4ddcb4097134ff3c332f xmlns="10ab91bb-15c1-4bb1-a414-5f8d49e2474c">
      <Terms xmlns="http://schemas.microsoft.com/office/infopath/2007/PartnerControls"/>
    </lcf76f155ced4ddcb4097134ff3c332f>
    <MediaLengthInSeconds xmlns="10ab91bb-15c1-4bb1-a414-5f8d49e2474c" xsi:nil="true"/>
    <Date_x002d_Time xmlns="10ab91bb-15c1-4bb1-a414-5f8d49e2474c" xsi:nil="true"/>
    <ContentCategory xmlns="10ab91bb-15c1-4bb1-a414-5f8d49e2474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2854CC1CC9E0444ABD39AD9C3E43AF18" ma:contentTypeVersion="19" ma:contentTypeDescription="Create a new document." ma:contentTypeScope="" ma:versionID="2028ab83711eadc36b1d59730f08b634">
  <xsd:schema xmlns:xsd="http://www.w3.org/2001/XMLSchema" xmlns:xs="http://www.w3.org/2001/XMLSchema" xmlns:p="http://schemas.microsoft.com/office/2006/metadata/properties" xmlns:ns1="http://schemas.microsoft.com/sharepoint/v3" xmlns:ns2="10ab91bb-15c1-4bb1-a414-5f8d49e2474c" xmlns:ns3="695d5325-33a2-4b42-b3d3-b02ffbc12b05" targetNamespace="http://schemas.microsoft.com/office/2006/metadata/properties" ma:root="true" ma:fieldsID="74a5e8e00ddb37a023b2d406fcf5da33" ns1:_="" ns2:_="" ns3:_="">
    <xsd:import namespace="http://schemas.microsoft.com/sharepoint/v3"/>
    <xsd:import namespace="10ab91bb-15c1-4bb1-a414-5f8d49e2474c"/>
    <xsd:import namespace="695d5325-33a2-4b42-b3d3-b02ffbc12b05"/>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DateTaken" minOccurs="0"/>
                <xsd:element ref="ns2:MediaServiceGenerationTime" minOccurs="0"/>
                <xsd:element ref="ns2:MediaServiceEventHashCode" minOccurs="0"/>
                <xsd:element ref="ns2:MediaLengthInSeconds" minOccurs="0"/>
                <xsd:element ref="ns2:MediaServiceOCR" minOccurs="0"/>
                <xsd:element ref="ns2:lcf76f155ced4ddcb4097134ff3c332f" minOccurs="0"/>
                <xsd:element ref="ns3:TaxCatchAll" minOccurs="0"/>
                <xsd:element ref="ns2:MediaServiceDocTags" minOccurs="0"/>
                <xsd:element ref="ns2:MediaServiceLocation" minOccurs="0"/>
                <xsd:element ref="ns1:_ip_UnifiedCompliancePolicyProperties" minOccurs="0"/>
                <xsd:element ref="ns1:_ip_UnifiedCompliancePolicyUIAction" minOccurs="0"/>
                <xsd:element ref="ns2:ContentCategory" minOccurs="0"/>
                <xsd:element ref="ns2:MediaServiceBillingMetadata" minOccurs="0"/>
                <xsd:element ref="ns2:Date_x002d_Tim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2" nillable="true" ma:displayName="Unified Compliance Policy Properties" ma:hidden="true" ma:internalName="_ip_UnifiedCompliancePolicyProperties">
      <xsd:simpleType>
        <xsd:restriction base="dms:Note"/>
      </xsd:simpleType>
    </xsd:element>
    <xsd:element name="_ip_UnifiedCompliancePolicyUIAction" ma:index="2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0ab91bb-15c1-4bb1-a414-5f8d49e2474c"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OCR" ma:index="16" nillable="true" ma:displayName="Extracted Text" ma:internalName="MediaServiceOCR" ma:readOnly="true">
      <xsd:simpleType>
        <xsd:restriction base="dms:Note">
          <xsd:maxLength value="255"/>
        </xsd:restriction>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DocTags" ma:index="20" nillable="true" ma:displayName="MediaServiceDocTags" ma:hidden="true" ma:internalName="MediaServiceDocTags" ma:readOnly="true">
      <xsd:simpleType>
        <xsd:restriction base="dms:Note"/>
      </xsd:simpleType>
    </xsd:element>
    <xsd:element name="MediaServiceLocation" ma:index="21" nillable="true" ma:displayName="Location" ma:description="" ma:indexed="true" ma:internalName="MediaServiceLocation" ma:readOnly="true">
      <xsd:simpleType>
        <xsd:restriction base="dms:Text"/>
      </xsd:simpleType>
    </xsd:element>
    <xsd:element name="ContentCategory" ma:index="24" nillable="true" ma:displayName="Content Category" ma:format="Dropdown" ma:internalName="ContentCategory">
      <xsd:complexType>
        <xsd:complexContent>
          <xsd:extension base="dms:MultiChoiceFillIn">
            <xsd:sequence>
              <xsd:element name="Value" maxOccurs="unbounded" minOccurs="0" nillable="true">
                <xsd:simpleType>
                  <xsd:union memberTypes="dms:Text">
                    <xsd:simpleType>
                      <xsd:restriction base="dms:Choice">
                        <xsd:enumeration value="3D asset"/>
                        <xsd:enumeration value="B-roll"/>
                        <xsd:enumeration value="Banner Ads"/>
                        <xsd:enumeration value="Banners"/>
                        <xsd:enumeration value="Brand Development"/>
                        <xsd:enumeration value="Creative Direction"/>
                        <xsd:enumeration value="E-book"/>
                        <xsd:enumeration value="E-book Template"/>
                        <xsd:enumeration value="Email"/>
                        <xsd:enumeration value="Flagship"/>
                        <xsd:enumeration value="Guidelines"/>
                        <xsd:enumeration value="Illustration Elements"/>
                        <xsd:enumeration value="Images"/>
                        <xsd:enumeration value="Infographic"/>
                        <xsd:enumeration value="Key Art"/>
                        <xsd:enumeration value="Miscellaneous"/>
                        <xsd:enumeration value="Motion Toolkit"/>
                        <xsd:enumeration value="Photography – Lifestyle"/>
                        <xsd:enumeration value="Photography – Portrait"/>
                        <xsd:enumeration value="PPT"/>
                        <xsd:enumeration value="PPT Template"/>
                        <xsd:enumeration value="Social"/>
                        <xsd:enumeration value="Teams Background"/>
                        <xsd:enumeration value="Training Video"/>
                        <xsd:enumeration value="Update"/>
                        <xsd:enumeration value="Visual Expression"/>
                      </xsd:restriction>
                    </xsd:simpleType>
                  </xsd:union>
                </xsd:simpleType>
              </xsd:element>
            </xsd:sequence>
          </xsd:extension>
        </xsd:complexContent>
      </xsd:complexType>
    </xsd:element>
    <xsd:element name="MediaServiceBillingMetadata" ma:index="25" nillable="true" ma:displayName="MediaServiceBillingMetadata" ma:hidden="true" ma:internalName="MediaServiceBillingMetadata" ma:readOnly="true">
      <xsd:simpleType>
        <xsd:restriction base="dms:Note"/>
      </xsd:simpleType>
    </xsd:element>
    <xsd:element name="Date_x002d_Time" ma:index="26" nillable="true" ma:displayName="Date-Time" ma:format="DateOnly" ma:internalName="Date_x002d_Time">
      <xsd:simpleType>
        <xsd:restriction base="dms:DateTime"/>
      </xsd:simpleType>
    </xsd:element>
  </xsd:schema>
  <xsd:schema xmlns:xsd="http://www.w3.org/2001/XMLSchema" xmlns:xs="http://www.w3.org/2001/XMLSchema" xmlns:dms="http://schemas.microsoft.com/office/2006/documentManagement/types" xmlns:pc="http://schemas.microsoft.com/office/infopath/2007/PartnerControls" targetNamespace="695d5325-33a2-4b42-b3d3-b02ffbc12b05"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c042251d-66b4-4312-a1a7-45d0bef28e68}" ma:internalName="TaxCatchAll" ma:showField="CatchAllData" ma:web="695d5325-33a2-4b42-b3d3-b02ffbc12b05">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F990F116-B58F-4255-B05B-DA3808E0E5C6}">
  <ds:schemaRefs>
    <ds:schemaRef ds:uri="http://schemas.openxmlformats.org/package/2006/metadata/core-properties"/>
    <ds:schemaRef ds:uri="695d5325-33a2-4b42-b3d3-b02ffbc12b05"/>
    <ds:schemaRef ds:uri="http://schemas.microsoft.com/office/2006/metadata/properties"/>
    <ds:schemaRef ds:uri="http://schemas.microsoft.com/office/2006/documentManagement/types"/>
    <ds:schemaRef ds:uri="http://purl.org/dc/elements/1.1/"/>
    <ds:schemaRef ds:uri="http://schemas.microsoft.com/office/infopath/2007/PartnerControls"/>
    <ds:schemaRef ds:uri="http://www.w3.org/XML/1998/namespace"/>
    <ds:schemaRef ds:uri="http://purl.org/dc/dcmitype/"/>
    <ds:schemaRef ds:uri="147e27bc-69d3-4096-898c-30a71da32ef9"/>
    <ds:schemaRef ds:uri="http://schemas.microsoft.com/sharepoint/v3"/>
    <ds:schemaRef ds:uri="http://purl.org/dc/terms/"/>
    <ds:schemaRef ds:uri="10ab91bb-15c1-4bb1-a414-5f8d49e2474c"/>
  </ds:schemaRefs>
</ds:datastoreItem>
</file>

<file path=customXml/itemProps2.xml><?xml version="1.0" encoding="utf-8"?>
<ds:datastoreItem xmlns:ds="http://schemas.openxmlformats.org/officeDocument/2006/customXml" ds:itemID="{758FDAC0-319D-4A54-8D8E-1D42CB1F8004}">
  <ds:schemaRefs>
    <ds:schemaRef ds:uri="http://schemas.microsoft.com/sharepoint/v3/contenttype/forms"/>
  </ds:schemaRefs>
</ds:datastoreItem>
</file>

<file path=customXml/itemProps3.xml><?xml version="1.0" encoding="utf-8"?>
<ds:datastoreItem xmlns:ds="http://schemas.openxmlformats.org/officeDocument/2006/customXml" ds:itemID="{D94A319C-F276-4159-A54D-333A8737104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10ab91bb-15c1-4bb1-a414-5f8d49e2474c"/>
    <ds:schemaRef ds:uri="695d5325-33a2-4b42-b3d3-b02ffbc12b0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
  <TotalTime>12</TotalTime>
  <Words>3168</Words>
  <Application>Microsoft Office PowerPoint</Application>
  <PresentationFormat>Widescreen</PresentationFormat>
  <Paragraphs>497</Paragraphs>
  <Slides>56</Slides>
  <Notes>28</Notes>
  <HiddenSlides>1</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56</vt:i4>
      </vt:variant>
    </vt:vector>
  </HeadingPairs>
  <TitlesOfParts>
    <vt:vector size="65" baseType="lpstr">
      <vt:lpstr>Segoe UI Light</vt:lpstr>
      <vt:lpstr>Segoe Sans Text</vt:lpstr>
      <vt:lpstr>Wingdings</vt:lpstr>
      <vt:lpstr>Segoe Sans Display Semilight</vt:lpstr>
      <vt:lpstr>Segoe UI</vt:lpstr>
      <vt:lpstr>Arial</vt:lpstr>
      <vt:lpstr>Segoe Sans Display Semibold</vt:lpstr>
      <vt:lpstr>Consolas</vt:lpstr>
      <vt:lpstr>Azure 2023 Template</vt:lpstr>
      <vt:lpstr>Title Slide</vt:lpstr>
      <vt:lpstr>Title Slide</vt:lpstr>
      <vt:lpstr>Event name or  presentation title</vt:lpstr>
      <vt:lpstr>Event name or  presentation title</vt:lpstr>
      <vt:lpstr>Event name or  presentation title</vt:lpstr>
      <vt:lpstr>Event name or  presentation title</vt:lpstr>
      <vt:lpstr>Event name or presentation title</vt:lpstr>
      <vt:lpstr>Event name or presentation title</vt:lpstr>
      <vt:lpstr>Event name or presentation title</vt:lpstr>
      <vt:lpstr>Event name or presentation title</vt:lpstr>
      <vt:lpstr>Event name or presentation title</vt:lpstr>
      <vt:lpstr>Agenda</vt:lpstr>
      <vt:lpstr>Agenda</vt:lpstr>
      <vt:lpstr>Section title</vt:lpstr>
      <vt:lpstr>Section title</vt:lpstr>
      <vt:lpstr>Section title</vt:lpstr>
      <vt:lpstr>Section title</vt:lpstr>
      <vt:lpstr>Section title</vt:lpstr>
      <vt:lpstr>Section title</vt:lpstr>
      <vt:lpstr>Section title</vt:lpstr>
      <vt:lpstr>Section title</vt:lpstr>
      <vt:lpstr>Section title</vt:lpstr>
      <vt:lpstr>Section title</vt:lpstr>
      <vt:lpstr>Demo title</vt:lpstr>
      <vt:lpstr>Chart design style examples</vt:lpstr>
      <vt:lpstr>Quote slide</vt:lpstr>
      <vt:lpstr>Screenshot slide</vt:lpstr>
      <vt:lpstr>Screenshot slide</vt:lpstr>
      <vt:lpstr>Photo slide</vt:lpstr>
      <vt:lpstr>Photo slide</vt:lpstr>
      <vt:lpstr>Thank you</vt:lpstr>
      <vt:lpstr>Thank you</vt:lpstr>
      <vt:lpstr>Text layout without bullet points</vt:lpstr>
      <vt:lpstr>Text layout with bulleted text</vt:lpstr>
      <vt:lpstr>Two text columns with subheads</vt:lpstr>
      <vt:lpstr>Three text columns with subheads</vt:lpstr>
      <vt:lpstr>Four text columns with subheads</vt:lpstr>
      <vt:lpstr>Title square photo layout</vt:lpstr>
      <vt:lpstr>Square photo layout </vt:lpstr>
      <vt:lpstr>Two photos side-by-side layout</vt:lpstr>
      <vt:lpstr>Three photos layout</vt:lpstr>
      <vt:lpstr>Four photos layout</vt:lpstr>
      <vt:lpstr>Full bleed photo lower title</vt:lpstr>
      <vt:lpstr>Slide palette info</vt:lpstr>
      <vt:lpstr>Close captions clear space</vt:lpstr>
      <vt:lpstr>Ensure slide content is accessible</vt:lpstr>
      <vt:lpstr>Microsoft brand colors</vt:lpstr>
      <vt:lpstr>PowerPoint Design Ideas</vt:lpstr>
      <vt:lpstr>Ensure slide content is accessible</vt:lpstr>
      <vt:lpstr>Software code layout</vt:lpstr>
      <vt:lpstr>Bottom code layout</vt:lpstr>
      <vt:lpstr>Top code layout</vt:lpstr>
      <vt:lpstr>Right code layout</vt:lpstr>
      <vt:lpstr>Left code layout</vt:lpstr>
      <vt:lpstr>Notes (hidden)</vt:lpstr>
      <vt:lpstr>End Slide</vt:lpstr>
    </vt:vector>
  </TitlesOfParts>
  <Manager>&lt;Comms manager name here&gt;</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&lt;Event name&gt;</dc:subject>
  <dc:creator>Chris Munson (RedCloud Consulting Inc)</dc:creator>
  <cp:keywords/>
  <dc:description/>
  <cp:lastModifiedBy>Chris Munson (RedCloud Consulting Inc)</cp:lastModifiedBy>
  <cp:revision>1</cp:revision>
  <cp:lastPrinted>2023-02-15T20:48:24Z</cp:lastPrinted>
  <dcterms:created xsi:type="dcterms:W3CDTF">2026-04-03T18:53:02Z</dcterms:created>
  <dcterms:modified xsi:type="dcterms:W3CDTF">2026-04-03T19:05:37Z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0x0101002854CC1CC9E0444ABD39AD9C3E43AF18</vt:lpwstr>
  </property>
  <property fmtid="{D5CDD505-2E9C-101B-9397-08002B2CF9AE}" pid="3" name="Product">
    <vt:lpwstr/>
  </property>
  <property fmtid="{D5CDD505-2E9C-101B-9397-08002B2CF9AE}" pid="4" name="Event1">
    <vt:lpwstr>622;#Unassigned|2c8af875-f38a-40b8-a0a9-056aed3fc8c0</vt:lpwstr>
  </property>
  <property fmtid="{D5CDD505-2E9C-101B-9397-08002B2CF9AE}" pid="5" name="Audience">
    <vt:lpwstr/>
  </property>
  <property fmtid="{D5CDD505-2E9C-101B-9397-08002B2CF9AE}" pid="6" name="Event Venue">
    <vt:lpwstr/>
  </property>
  <property fmtid="{D5CDD505-2E9C-101B-9397-08002B2CF9AE}" pid="7" name="Track">
    <vt:lpwstr/>
  </property>
  <property fmtid="{D5CDD505-2E9C-101B-9397-08002B2CF9AE}" pid="8" name="Event Location">
    <vt:lpwstr/>
  </property>
  <property fmtid="{D5CDD505-2E9C-101B-9397-08002B2CF9AE}" pid="9" name="Campaign">
    <vt:lpwstr/>
  </property>
  <property fmtid="{D5CDD505-2E9C-101B-9397-08002B2CF9AE}" pid="10" name="IsMyDocuments">
    <vt:bool>true</vt:bool>
  </property>
  <property fmtid="{D5CDD505-2E9C-101B-9397-08002B2CF9AE}" pid="11" name="MSIP_Label_f42aa342-8706-4288-bd11-ebb85995028c_Enabled">
    <vt:lpwstr>True</vt:lpwstr>
  </property>
  <property fmtid="{D5CDD505-2E9C-101B-9397-08002B2CF9AE}" pid="12" name="MSIP_Label_f42aa342-8706-4288-bd11-ebb85995028c_SiteId">
    <vt:lpwstr>72f988bf-86f1-41af-91ab-2d7cd011db47</vt:lpwstr>
  </property>
  <property fmtid="{D5CDD505-2E9C-101B-9397-08002B2CF9AE}" pid="13" name="MSIP_Label_f42aa342-8706-4288-bd11-ebb85995028c_Ref">
    <vt:lpwstr>https://api.informationprotection.azure.com/api/72f988bf-86f1-41af-91ab-2d7cd011db47</vt:lpwstr>
  </property>
  <property fmtid="{D5CDD505-2E9C-101B-9397-08002B2CF9AE}" pid="14" name="MSIP_Label_f42aa342-8706-4288-bd11-ebb85995028c_SetDate">
    <vt:lpwstr>2017-08-29T14:27:20.8568347-07:00</vt:lpwstr>
  </property>
  <property fmtid="{D5CDD505-2E9C-101B-9397-08002B2CF9AE}" pid="15" name="MSIP_Label_f42aa342-8706-4288-bd11-ebb85995028c_Name">
    <vt:lpwstr>General</vt:lpwstr>
  </property>
  <property fmtid="{D5CDD505-2E9C-101B-9397-08002B2CF9AE}" pid="16" name="MSIP_Label_f42aa342-8706-4288-bd11-ebb85995028c_Extended_MSFT_Method">
    <vt:lpwstr>Automatic</vt:lpwstr>
  </property>
  <property fmtid="{D5CDD505-2E9C-101B-9397-08002B2CF9AE}" pid="17" name="Sensitivity">
    <vt:lpwstr>General</vt:lpwstr>
  </property>
  <property fmtid="{D5CDD505-2E9C-101B-9397-08002B2CF9AE}" pid="18" name="MediaServiceImageTags">
    <vt:lpwstr/>
  </property>
  <property fmtid="{D5CDD505-2E9C-101B-9397-08002B2CF9AE}" pid="19" name="Order">
    <vt:lpwstr>105612200.000000</vt:lpwstr>
  </property>
  <property fmtid="{D5CDD505-2E9C-101B-9397-08002B2CF9AE}" pid="20" name="xd_ProgID">
    <vt:lpwstr/>
  </property>
  <property fmtid="{D5CDD505-2E9C-101B-9397-08002B2CF9AE}" pid="21" name="ComplianceAssetId">
    <vt:lpwstr/>
  </property>
  <property fmtid="{D5CDD505-2E9C-101B-9397-08002B2CF9AE}" pid="22" name="TemplateUrl">
    <vt:lpwstr/>
  </property>
  <property fmtid="{D5CDD505-2E9C-101B-9397-08002B2CF9AE}" pid="23" name="_ExtendedDescription">
    <vt:lpwstr/>
  </property>
  <property fmtid="{D5CDD505-2E9C-101B-9397-08002B2CF9AE}" pid="24" name="TriggerFlowInfo">
    <vt:lpwstr/>
  </property>
  <property fmtid="{D5CDD505-2E9C-101B-9397-08002B2CF9AE}" pid="25" name="xd_Signature">
    <vt:lpwstr/>
  </property>
  <property fmtid="{D5CDD505-2E9C-101B-9397-08002B2CF9AE}" pid="26" name="Content Category">
    <vt:lpwstr>;#Audit;#</vt:lpwstr>
  </property>
</Properties>
</file>