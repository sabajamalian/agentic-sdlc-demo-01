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1.svg" ContentType="image/svg+xml"/>
  <Override PartName="/ppt/media/image2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5447" r:id="rId4"/>
  </p:sldMasterIdLst>
  <p:notesMasterIdLst>
    <p:notesMasterId r:id="rId61"/>
  </p:notesMasterIdLst>
  <p:handoutMasterIdLst>
    <p:handoutMasterId r:id="rId62"/>
  </p:handoutMasterIdLst>
  <p:sldIdLst>
    <p:sldId id="256" r:id="rId31"/>
    <p:sldId id="257" r:id="rId32"/>
    <p:sldId id="258" r:id="rId33"/>
    <p:sldId id="259" r:id="rId34"/>
    <p:sldId id="260" r:id="rId35"/>
    <p:sldId id="261" r:id="rId36"/>
    <p:sldId id="262" r:id="rId37"/>
    <p:sldId id="263" r:id="rId38"/>
    <p:sldId id="264" r:id="rId39"/>
    <p:sldId id="265" r:id="rId40"/>
    <p:sldId id="266" r:id="rId41"/>
    <p:sldId id="267" r:id="rId42"/>
    <p:sldId id="268" r:id="rId43"/>
    <p:sldId id="269" r:id="rId44"/>
    <p:sldId id="270" r:id="rId45"/>
    <p:sldId id="271" r:id="rId46"/>
    <p:sldId id="272" r:id="rId47"/>
    <p:sldId id="273" r:id="rId48"/>
    <p:sldId id="274" r:id="rId49"/>
    <p:sldId id="275" r:id="rId50"/>
    <p:sldId id="276" r:id="rId51"/>
    <p:sldId id="277" r:id="rId52"/>
    <p:sldId id="278" r:id="rId53"/>
    <p:sldId id="279" r:id="rId54"/>
    <p:sldId id="280" r:id="rId55"/>
    <p:sldId id="281" r:id="rId56"/>
    <p:sldId id="282" r:id="rId57"/>
    <p:sldId id="283" r:id="rId58"/>
    <p:sldId id="284" r:id="rId59"/>
    <p:sldId id="285" r:id="rId60"/>
    <p:sldId id="286" r:id="rId30"/>
    <p:sldId id="287" r:id="rId29"/>
    <p:sldId id="288" r:id="rId28"/>
    <p:sldId id="289" r:id="rId27"/>
    <p:sldId id="290" r:id="rId26"/>
    <p:sldId id="291" r:id="rId25"/>
  </p:sldIdLst>
  <p:sldSz cx="12192000" cy="6858000"/>
  <p:notesSz cx="6858000" cy="9144000"/>
  <p:embeddedFontLst>
    <p:embeddedFont>
      <p:font typeface="Consolas" panose="020B0609020204030204" pitchFamily="49" charset="0"/>
      <p:regular r:id="rId63"/>
      <p:bold r:id="rId64"/>
      <p:italic r:id="rId65"/>
      <p:boldItalic r:id="rId66"/>
    </p:embeddedFont>
    <p:embeddedFont>
      <p:font typeface="Segoe Sans Display Semibold" pitchFamily="2" charset="0"/>
      <p:bold r:id="rId67"/>
      <p:boldItalic r:id="rId68"/>
    </p:embeddedFont>
    <p:embeddedFont>
      <p:font typeface="Segoe Sans Display Semilight" pitchFamily="2" charset="0"/>
      <p:regular r:id="rId69"/>
      <p:italic r:id="rId70"/>
    </p:embeddedFont>
    <p:embeddedFont>
      <p:font typeface="Segoe Sans Text" pitchFamily="2" charset="0"/>
      <p:regular r:id="rId71"/>
      <p:bold r:id="rId72"/>
      <p:italic r:id="rId73"/>
      <p:boldItalic r:id="rId74"/>
    </p:embeddedFont>
    <p:embeddedFont>
      <p:font typeface="Segoe UI" panose="020B0502040204020203" pitchFamily="34" charset="0"/>
      <p:regular r:id="rId75"/>
      <p:bold r:id="rId76"/>
      <p:italic r:id="rId77"/>
      <p:boldItalic r:id="rId78"/>
    </p:embeddedFont>
    <p:embeddedFont>
      <p:font typeface="Segoe UI Light" panose="020B0502040204020203" pitchFamily="34" charset="0"/>
      <p:regular r:id="rId79"/>
      <p:italic r:id="rId80"/>
    </p:embeddedFont>
  </p:embeddedFontLst>
  <p:defaultTex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defaultTextStyle>
  <p:extLst>
    <p:ext uri="{521415D9-36F7-43E2-AB2F-B90AF26B5E84}">
      <p14:sectionLst xmlns:p14="http://schemas.microsoft.com/office/powerpoint/2010/main">
        <p14:section name="Walkin" id="{A3DB1FAC-5739-4645-8893-9D7B3E7AD723}">
          <p14:sldIdLst>
            <p14:sldId id="2147479565"/>
            <p14:sldId id="2147479564"/>
          </p14:sldIdLst>
        </p14:section>
        <p14:section name="Title slides" id="{6BEBC51B-B88B-4AE4-8478-0F95EE84F165}">
          <p14:sldIdLst>
            <p14:sldId id="2147479540"/>
            <p14:sldId id="2147479576"/>
            <p14:sldId id="2147479577"/>
            <p14:sldId id="2147479566"/>
          </p14:sldIdLst>
        </p14:section>
        <p14:section name="Alternative title slides" id="{7D42F6A8-E6FE-41DB-BD57-5FF6C1556878}">
          <p14:sldIdLst>
            <p14:sldId id="2147479764"/>
            <p14:sldId id="2147479765"/>
            <p14:sldId id="2147479766"/>
            <p14:sldId id="2147479767"/>
            <p14:sldId id="2147479768"/>
          </p14:sldIdLst>
        </p14:section>
        <p14:section name="Agenda" id="{194114FB-11A9-460A-BA65-6CA85323C1BD}">
          <p14:sldIdLst>
            <p14:sldId id="2051"/>
            <p14:sldId id="2147479551"/>
          </p14:sldIdLst>
        </p14:section>
        <p14:section name="Section slides" id="{1588D2DD-7526-4E2A-805C-721F64D91A8E}">
          <p14:sldIdLst>
            <p14:sldId id="2147479774"/>
            <p14:sldId id="2147479574"/>
            <p14:sldId id="2147479573"/>
            <p14:sldId id="2147479775"/>
          </p14:sldIdLst>
        </p14:section>
        <p14:section name="Alternate section slides" id="{80DBFD64-B498-4BC4-B094-79D0CB308994}">
          <p14:sldIdLst>
            <p14:sldId id="2147479770"/>
            <p14:sldId id="2147479771"/>
            <p14:sldId id="2147479773"/>
            <p14:sldId id="2147479772"/>
            <p14:sldId id="2147479572"/>
            <p14:sldId id="2147479563"/>
          </p14:sldIdLst>
        </p14:section>
        <p14:section name="Demo slide" id="{6329D8B9-48F6-4A4F-9A16-F9437F6216BB}">
          <p14:sldIdLst>
            <p14:sldId id="2147479776"/>
          </p14:sldIdLst>
        </p14:section>
        <p14:section name="Charts" id="{652CA158-AFCA-4ABB-B8C2-E0292554260C}">
          <p14:sldIdLst>
            <p14:sldId id="2147479763"/>
          </p14:sldIdLst>
        </p14:section>
        <p14:section name="Quote slide" id="{B01A77B5-8462-45FD-B993-08F7F3659690}">
          <p14:sldIdLst>
            <p14:sldId id="2147479581"/>
          </p14:sldIdLst>
        </p14:section>
        <p14:section name="Screenshot slides" id="{FEB2164B-F155-42A0-B9E6-18EE0639F466}">
          <p14:sldIdLst>
            <p14:sldId id="2147479554"/>
            <p14:sldId id="2147479555"/>
          </p14:sldIdLst>
        </p14:section>
        <p14:section name="Photo slides" id="{0AF578B1-CD8A-43DA-99D3-79D4DA61F65F}">
          <p14:sldIdLst>
            <p14:sldId id="2147479556"/>
            <p14:sldId id="2147479558"/>
          </p14:sldIdLst>
        </p14:section>
        <p14:section name="Thank you" id="{FAEF7370-9680-4B43-B8CD-8EC3C24CF938}">
          <p14:sldIdLst>
            <p14:sldId id="2147479559"/>
            <p14:sldId id="2147479582"/>
          </p14:sldIdLst>
        </p14:section>
        <p14:section name="Content slides" id="{D30E4385-0D75-4769-9EFE-1FB912F2332F}">
          <p14:sldIdLst>
            <p14:sldId id="1660"/>
            <p14:sldId id="1670"/>
            <p14:sldId id="2076137992"/>
            <p14:sldId id="2076137994"/>
            <p14:sldId id="2076137993"/>
            <p14:sldId id="1716"/>
            <p14:sldId id="1524"/>
            <p14:sldId id="2076138187"/>
            <p14:sldId id="2076138188"/>
            <p14:sldId id="2076138189"/>
            <p14:sldId id="2046"/>
            <p14:sldId id="1995"/>
            <p14:sldId id="2147479486"/>
            <p14:sldId id="2147479480"/>
            <p14:sldId id="2147479538"/>
            <p14:sldId id="1941"/>
            <p14:sldId id="2147479769"/>
            <p14:sldId id="2147479481"/>
            <p14:sldId id="2147479482"/>
            <p14:sldId id="2147479483"/>
            <p14:sldId id="2147479484"/>
            <p14:sldId id="2147479485"/>
            <p14:sldId id="1531"/>
            <p14:sldId id="2147479528"/>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6C70F48-EA29-A8AF-0370-E97133C3A50E}" name="Claire Delaney (SIMPLICITY CONSULTING INC)" initials="CD" userId="S::v-cladelaney@microsoft.com::aa840f54-9d33-4fca-8be3-b0585cbbedba" providerId="AD"/>
  <p188:author id="{4AC37863-EBE7-7A34-712E-FB0BB869DA91}" name="Chris Munson (RedCloud Consulting Inc)" initials="CM" userId="S::v-chmunson@microsoft.com::2777c279-6c80-42b6-91b4-df95f2ec9602" providerId="AD"/>
  <p188:author id="{22F51FA5-5B60-002D-6EB5-9ABE6E180D4F}" name="Alex Mustacich" initials="" userId="S::amustacich@microsoft.com::65461afc-b023-44b7-ad73-34403476b559" providerId="AD"/>
  <p188:author id="{6AFA61D8-796F-555E-A395-B33F90AAF99E}" name="Monica Lueder" initials="ML" userId="S::monical@microsoft.com::75969e72-ba9c-4e32-a4ac-c8f3aeff9ba2" providerId="AD"/>
  <p188:author id="{FB2220EC-6E9D-66CF-528C-A1FDAC2F85AA}" name="Ben Hermel" initials="BH" userId="S::bhermel@microsoft.com::bf02db1c-aaaa-44a0-870c-3c953b9e4a6e"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0" name="Saku Uchikawa" initials="SU" lastIdx="11" clrIdx="0"/>
  <p:cmAuthor id="1" name="Mary Feil-Jacobs" initials="MFJ" lastIdx="43" clrIdx="1"/>
  <p:cmAuthor id="2" name="Monica Lueder" initials="ML" lastIdx="22" clrIdx="2">
    <p:extLst>
      <p:ext uri="{19B8F6BF-5375-455C-9EA6-DF929625EA0E}">
        <p15:presenceInfo xmlns:p15="http://schemas.microsoft.com/office/powerpoint/2012/main" userId="S-1-5-21-2127521184-1604012920-1887927527-2598260" providerId="AD"/>
      </p:ext>
    </p:extLst>
  </p:cmAuthor>
  <p:cmAuthor id="3" name="Mary Feil-Jacobs" initials="MF" lastIdx="28" clrIdx="3">
    <p:extLst>
      <p:ext uri="{19B8F6BF-5375-455C-9EA6-DF929625EA0E}">
        <p15:presenceInfo xmlns:p15="http://schemas.microsoft.com/office/powerpoint/2012/main" userId="S-1-5-21-2127521184-1604012920-1887927527-65006" providerId="AD"/>
      </p:ext>
    </p:extLst>
  </p:cmAuthor>
  <p:cmAuthor id="4" name="Tracy Tran" initials="TT" lastIdx="9" clrIdx="4">
    <p:extLst>
      <p:ext uri="{19B8F6BF-5375-455C-9EA6-DF929625EA0E}">
        <p15:presenceInfo xmlns:p15="http://schemas.microsoft.com/office/powerpoint/2012/main" userId="S::tracyt@microsoft.com::7b485f56-8fe8-4efc-a1b3-85e720327ac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B3"/>
    <a:srgbClr val="1A00E2"/>
    <a:srgbClr val="0D0061"/>
    <a:srgbClr val="E8EDF1"/>
    <a:srgbClr val="C03BC4"/>
    <a:srgbClr val="F4364C"/>
    <a:srgbClr val="E8E6DF"/>
    <a:srgbClr val="F4F3F5"/>
    <a:srgbClr val="0078D4"/>
    <a:srgbClr val="F0F0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15" autoAdjust="0"/>
    <p:restoredTop sz="94660"/>
  </p:normalViewPr>
  <p:slideViewPr>
    <p:cSldViewPr snapToGrid="0">
      <p:cViewPr>
        <p:scale>
          <a:sx n="140" d="100"/>
          <a:sy n="140" d="100"/>
        </p:scale>
        <p:origin x="-108" y="690"/>
      </p:cViewPr>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25" Type="http://schemas.openxmlformats.org/officeDocument/2006/relationships/slide" Target="slides/slide36.xml"/><Relationship Id="rId26" Type="http://schemas.openxmlformats.org/officeDocument/2006/relationships/slide" Target="slides/slide35.xml"/><Relationship Id="rId27" Type="http://schemas.openxmlformats.org/officeDocument/2006/relationships/slide" Target="slides/slide34.xml"/><Relationship Id="rId28" Type="http://schemas.openxmlformats.org/officeDocument/2006/relationships/slide" Target="slides/slide33.xml"/><Relationship Id="rId29" Type="http://schemas.openxmlformats.org/officeDocument/2006/relationships/slide" Target="slides/slide32.xml"/><Relationship Id="rId30" Type="http://schemas.openxmlformats.org/officeDocument/2006/relationships/slide" Target="slides/slide31.xml"/><Relationship Id="rId31" Type="http://schemas.openxmlformats.org/officeDocument/2006/relationships/slide" Target="slides/slide1.xml"/><Relationship Id="rId32" Type="http://schemas.openxmlformats.org/officeDocument/2006/relationships/slide" Target="slides/slide2.xml"/><Relationship Id="rId33" Type="http://schemas.openxmlformats.org/officeDocument/2006/relationships/slide" Target="slides/slide3.xml"/><Relationship Id="rId34" Type="http://schemas.openxmlformats.org/officeDocument/2006/relationships/slide" Target="slides/slide4.xml"/><Relationship Id="rId35" Type="http://schemas.openxmlformats.org/officeDocument/2006/relationships/slide" Target="slides/slide5.xml"/><Relationship Id="rId36" Type="http://schemas.openxmlformats.org/officeDocument/2006/relationships/slide" Target="slides/slide6.xml"/><Relationship Id="rId37" Type="http://schemas.openxmlformats.org/officeDocument/2006/relationships/slide" Target="slides/slide7.xml"/><Relationship Id="rId38" Type="http://schemas.openxmlformats.org/officeDocument/2006/relationships/slide" Target="slides/slide8.xml"/><Relationship Id="rId39" Type="http://schemas.openxmlformats.org/officeDocument/2006/relationships/slide" Target="slides/slide9.xml"/><Relationship Id="rId40" Type="http://schemas.openxmlformats.org/officeDocument/2006/relationships/slide" Target="slides/slide10.xml"/><Relationship Id="rId41" Type="http://schemas.openxmlformats.org/officeDocument/2006/relationships/slide" Target="slides/slide11.xml"/><Relationship Id="rId42" Type="http://schemas.openxmlformats.org/officeDocument/2006/relationships/slide" Target="slides/slide12.xml"/><Relationship Id="rId43" Type="http://schemas.openxmlformats.org/officeDocument/2006/relationships/slide" Target="slides/slide13.xml"/><Relationship Id="rId44" Type="http://schemas.openxmlformats.org/officeDocument/2006/relationships/slide" Target="slides/slide14.xml"/><Relationship Id="rId45" Type="http://schemas.openxmlformats.org/officeDocument/2006/relationships/slide" Target="slides/slide15.xml"/><Relationship Id="rId46" Type="http://schemas.openxmlformats.org/officeDocument/2006/relationships/slide" Target="slides/slide16.xml"/><Relationship Id="rId47" Type="http://schemas.openxmlformats.org/officeDocument/2006/relationships/slide" Target="slides/slide17.xml"/><Relationship Id="rId48" Type="http://schemas.openxmlformats.org/officeDocument/2006/relationships/slide" Target="slides/slide18.xml"/><Relationship Id="rId49" Type="http://schemas.openxmlformats.org/officeDocument/2006/relationships/slide" Target="slides/slide19.xml"/><Relationship Id="rId50" Type="http://schemas.openxmlformats.org/officeDocument/2006/relationships/slide" Target="slides/slide20.xml"/><Relationship Id="rId51" Type="http://schemas.openxmlformats.org/officeDocument/2006/relationships/slide" Target="slides/slide21.xml"/><Relationship Id="rId52" Type="http://schemas.openxmlformats.org/officeDocument/2006/relationships/slide" Target="slides/slide22.xml"/><Relationship Id="rId53" Type="http://schemas.openxmlformats.org/officeDocument/2006/relationships/slide" Target="slides/slide23.xml"/><Relationship Id="rId54" Type="http://schemas.openxmlformats.org/officeDocument/2006/relationships/slide" Target="slides/slide24.xml"/><Relationship Id="rId55" Type="http://schemas.openxmlformats.org/officeDocument/2006/relationships/slide" Target="slides/slide25.xml"/><Relationship Id="rId56" Type="http://schemas.openxmlformats.org/officeDocument/2006/relationships/slide" Target="slides/slide26.xml"/><Relationship Id="rId57" Type="http://schemas.openxmlformats.org/officeDocument/2006/relationships/slide" Target="slides/slide27.xml"/><Relationship Id="rId58" Type="http://schemas.openxmlformats.org/officeDocument/2006/relationships/slide" Target="slides/slide28.xml"/><Relationship Id="rId59" Type="http://schemas.openxmlformats.org/officeDocument/2006/relationships/slide" Target="slides/slide29.xml"/><Relationship Id="rId60" Type="http://schemas.openxmlformats.org/officeDocument/2006/relationships/slide" Target="slides/slide30.xml"/><Relationship Id="rId61" Type="http://schemas.openxmlformats.org/officeDocument/2006/relationships/notesMaster" Target="notesMasters/notesMaster1.xml"/><Relationship Id="rId62" Type="http://schemas.openxmlformats.org/officeDocument/2006/relationships/handoutMaster" Target="handoutMasters/handoutMaster1.xml"/><Relationship Id="rId63" Type="http://schemas.openxmlformats.org/officeDocument/2006/relationships/font" Target="fonts/font1.fntdata"/><Relationship Id="rId64" Type="http://schemas.openxmlformats.org/officeDocument/2006/relationships/font" Target="fonts/font2.fntdata"/><Relationship Id="rId65" Type="http://schemas.openxmlformats.org/officeDocument/2006/relationships/font" Target="fonts/font3.fntdata"/><Relationship Id="rId66" Type="http://schemas.openxmlformats.org/officeDocument/2006/relationships/font" Target="fonts/font4.fntdata"/><Relationship Id="rId67" Type="http://schemas.openxmlformats.org/officeDocument/2006/relationships/font" Target="fonts/font5.fntdata"/><Relationship Id="rId68" Type="http://schemas.openxmlformats.org/officeDocument/2006/relationships/font" Target="fonts/font6.fntdata"/><Relationship Id="rId69" Type="http://schemas.openxmlformats.org/officeDocument/2006/relationships/font" Target="fonts/font7.fntdata"/><Relationship Id="rId70" Type="http://schemas.openxmlformats.org/officeDocument/2006/relationships/font" Target="fonts/font8.fntdata"/><Relationship Id="rId71" Type="http://schemas.openxmlformats.org/officeDocument/2006/relationships/font" Target="fonts/font9.fntdata"/><Relationship Id="rId72" Type="http://schemas.openxmlformats.org/officeDocument/2006/relationships/font" Target="fonts/font10.fntdata"/><Relationship Id="rId73" Type="http://schemas.openxmlformats.org/officeDocument/2006/relationships/font" Target="fonts/font11.fntdata"/><Relationship Id="rId74" Type="http://schemas.openxmlformats.org/officeDocument/2006/relationships/font" Target="fonts/font12.fntdata"/><Relationship Id="rId75" Type="http://schemas.openxmlformats.org/officeDocument/2006/relationships/font" Target="fonts/font13.fntdata"/><Relationship Id="rId76" Type="http://schemas.openxmlformats.org/officeDocument/2006/relationships/font" Target="fonts/font14.fntdata"/><Relationship Id="rId77" Type="http://schemas.openxmlformats.org/officeDocument/2006/relationships/font" Target="fonts/font15.fntdata"/><Relationship Id="rId78" Type="http://schemas.openxmlformats.org/officeDocument/2006/relationships/font" Target="fonts/font16.fntdata"/><Relationship Id="rId79" Type="http://schemas.openxmlformats.org/officeDocument/2006/relationships/font" Target="fonts/font17.fntdata"/><Relationship Id="rId80" Type="http://schemas.openxmlformats.org/officeDocument/2006/relationships/font" Target="fonts/font18.fntdata"/><Relationship Id="rId81" Type="http://schemas.openxmlformats.org/officeDocument/2006/relationships/commentAuthors" Target="commentAuthors.xml"/><Relationship Id="rId82" Type="http://schemas.openxmlformats.org/officeDocument/2006/relationships/presProps" Target="presProps.xml"/><Relationship Id="rId83" Type="http://schemas.openxmlformats.org/officeDocument/2006/relationships/viewProps" Target="viewProps.xml"/><Relationship Id="rId84" Type="http://schemas.openxmlformats.org/officeDocument/2006/relationships/theme" Target="theme/theme1.xml"/><Relationship Id="rId85" Type="http://schemas.openxmlformats.org/officeDocument/2006/relationships/tableStyles" Target="tableStyles.xml"/><Relationship Id="rId86"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endParaRPr lang="en-US">
              <a:latin typeface="Segoe UI" panose="020B0502040204020203"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60F9EC6-89FF-47E1-8594-1A32E3B45134}" type="datetime8">
              <a:rPr lang="en-US" smtClean="0">
                <a:latin typeface="Segoe UI" panose="020B0502040204020203" pitchFamily="34" charset="0"/>
              </a:rPr>
              <a:t>4/3/2026 11:53 AM</a:t>
            </a:fld>
            <a:endParaRPr lang="en-US">
              <a:latin typeface="Segoe UI" panose="020B0502040204020203"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a:gradFill>
                  <a:gsLst>
                    <a:gs pos="0">
                      <a:schemeClr val="tx1"/>
                    </a:gs>
                    <a:gs pos="100000">
                      <a:schemeClr val="tx1"/>
                    </a:gs>
                  </a:gsLst>
                  <a:lin ang="5400000" scaled="0"/>
                </a:gradFill>
                <a:latin typeface="Segoe UI" panose="020B0502040204020203" pitchFamily="34" charset="0"/>
                <a:ea typeface="Segoe UI" pitchFamily="34" charset="0"/>
                <a:cs typeface="Segoe UI" panose="020B0502040204020203" pitchFamily="34" charset="0"/>
              </a:rPr>
              <a:t>© Microsoft Corporation. All rights reserved. MICROSOFT MAKES NO WARRANTIES, EXPRESS, IMPLIED OR STATUTORY, AS TO THE INFORMATION IN THIS PRESENTATION.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anose="020B0502040204020203" pitchFamily="34" charset="0"/>
              </a:rPr>
              <a:t>‹#›</a:t>
            </a:fld>
            <a:endParaRPr lang="en-US">
              <a:latin typeface="Segoe UI" panose="020B0502040204020203"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anose="020B0502040204020203" pitchFamily="34" charset="0"/>
              </a:defRPr>
            </a:lvl1pPr>
          </a:lstStyle>
          <a:p>
            <a:endParaRPr lang="en-US"/>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atin typeface="Segoe UI" panose="020B0502040204020203" pitchFamily="34" charset="0"/>
                <a:cs typeface="Segoe UI" panose="020B0502040204020203" pitchFamily="34" charset="0"/>
              </a:defRPr>
            </a:lvl1pPr>
          </a:lstStyle>
          <a:p>
            <a:pPr defTabSz="914099" eaLnBrk="0" hangingPunct="0"/>
            <a:r>
              <a:rPr lang="en-US" sz="400">
                <a:gradFill>
                  <a:gsLst>
                    <a:gs pos="0">
                      <a:prstClr val="black"/>
                    </a:gs>
                    <a:gs pos="100000">
                      <a:prstClr val="black"/>
                    </a:gs>
                  </a:gsLst>
                  <a:lin ang="5400000" scaled="0"/>
                </a:gradFill>
                <a:ea typeface="Segoe UI" pitchFamily="34" charset="0"/>
              </a:rPr>
              <a:t>© Microsoft Corporation. All rights reserved. MICROSOFT MAKES NO WARRANTIES, EXPRESS, IMPLIED OR STATUTORY, AS TO THE INFORMATION IN THIS PRESENTATION.</a:t>
            </a: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anose="020B0502040204020203" pitchFamily="34" charset="0"/>
              </a:defRPr>
            </a:lvl1pPr>
          </a:lstStyle>
          <a:p>
            <a:fld id="{386CE63F-9E7F-4C04-9D0D-FCA25A8E9E86}" type="datetime8">
              <a:rPr lang="en-US" smtClean="0"/>
              <a:pPr/>
              <a:t>4/3/2026 11:53 AM</a:t>
            </a:fld>
            <a:endParaRPr lang="en-US"/>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anose="020B0502040204020203" pitchFamily="34" charset="0"/>
              </a:defRPr>
            </a:lvl1pPr>
          </a:lstStyle>
          <a:p>
            <a:fld id="{B4008EB6-D09E-4580-8CD6-DDB14511944F}" type="slidenum">
              <a:rPr lang="en-US" smtClean="0"/>
              <a:pPr/>
              <a:t>‹#›</a:t>
            </a:fld>
            <a:endParaRPr lang="en-US"/>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14367" rtl="0" eaLnBrk="1" latinLnBrk="0" hangingPunct="1">
      <a:lnSpc>
        <a:spcPct val="90000"/>
      </a:lnSpc>
      <a:spcAft>
        <a:spcPts val="333"/>
      </a:spcAft>
      <a:defRPr sz="882" kern="1200">
        <a:solidFill>
          <a:schemeClr val="tx1"/>
        </a:solidFill>
        <a:latin typeface="Segoe UI" panose="020B0502040204020203" pitchFamily="34" charset="0"/>
        <a:ea typeface="+mn-ea"/>
        <a:cs typeface="+mn-cs"/>
      </a:defRPr>
    </a:lvl1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Framing before slide 2.</a:t>
            </a:r>
          </a:p>
          <a:p/>
          <a:p>
            <a:r>
              <a:t>This talk is about repository mechanics, not about whether AI coding is good. Assume you have already decided to try it. The question this talk answers is what specifically has to be true about a repository before an autonomous agent can do useful work in it, and what the delivery loop looks like when it can.</a:t>
            </a:r>
          </a:p>
          <a:p/>
          <a:p>
            <a:r>
              <a:t>Everything asserted here is backed by either a mechanism you can inspect, a code artifact you can run, or a citation you can check. The references are on the last two slides. Where the published evidence is mixed or negative, that is stated rather than skipped, because a room of engineers will find the gap anyway.</a:t>
            </a:r>
          </a:p>
          <a:p/>
          <a:p>
            <a:r>
              <a:t>Rough timing: about 45 minutes with questions. Part 1 is the repository as an execution environment, part 2 is signal quality, part 3 is the delivery loop.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Treat this as a hypothesis, not a slogan. The independent variable is the repository feedback loop: can the agent build, run focused tests, read failures, and tell a real regression from noise? The outcome is first-pass acceptance against criteria written before the run, not whether the patch looks plausible. Hold the task, model, and time budget fixed. Compare two interventions: improve only the prompt, or improve only executable feedback. The claim loses if prompt changes repeatedly produce a larger acceptance gain. It also loses if stronger checks merely cause longer sessions without better accepted patches. That makes the rest of the talk auditable. Every repository mechanism should connect to an observable signal the agent can consume, and every delivery control should connect to a failure it prevents. This thesis is deliberately narrower than 'tests matter.' It concerns bounded tasks in an existing repository. It says nothing about greenfield design quality, product discovery, or whether an agent should choose the work. Those remain human decisions in the delivery loop presented later.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talk has three moves. First, inspect the repository as an execution environment, not a pile of source files. We will look for reproducible setup, focused tests, deterministic CI, retrievable architecture decisions, and instructions scoped to the files being changed. Second, follow those mechanisms through several code domains. The examples are not syntax tours. Each asks what signal tells an agent that its change is correct. Third, run the delivery loop from issue to merge and mark every human control point. The intended outcome is practical. You should leave able to pick one candidate repository, identify its weakest feedback signal, rewrite one backlog item so acceptance is executable, and configure review and workflow controls before assigning the task. The agenda avoids a model comparison because model rankings move faster than repository practices. It also avoids treating prompt craft as the main engineering discipline. Prompts start work. Repository checks, review rules, and merge controls determine whether the result can safely enter the product.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treats the repository as an execution environment, not as a prompt container. A coding agent has a finite session and no coworker beside it. Four mechanisms affect whether it can complete and verify a change: retrieval can locate the governing code and instructions; setup can recreate the toolchain; checks can run within the session; and failures can identify what broke. Slides 5 through 19 map to those mechanisms. I am going to show real files. Each config key should resolve to a documented schema, and each number should have either a source or a derivation on the slide. Stop me if one does not. None of this is new engineering practice. Pinned toolchains, deterministic tests, structured diagnostics, and decision records were useful before coding agents. The difference is that an agent cannot ask which red check everyone ignores or which undocumented setup step a teammate remembers. A human may recognize a known flake from experience. A red test result does not identify itself as flaky to an automated consumer. The repo has to make those distinctions explicit enough for a process to act on them.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the mechanism. The cloud agent uses repository indexing and semantic code search to locate relevant code, then selectively reads files and tool output while it works. It does not place every repository file into one prompt. This makes names, paths, and local instructions useful retrieval cues, but that advice is an engineering heuristic, not a measured causal result. The original Lost in the Middle paper tested multi-document question answering and synthetic key-value retrieval. It found position-sensitive accuracy, often with better use of information near the beginning or end. It did not test source repositories, code search, or coding agents. Treating its position effect as a repository result would be an unsupported transfer. Code-specific evidence answers a narrower question. LongCodeU evaluated nine long-context models on eight tasks over real, dependency-rich repository code up to 128K tokens; performance dropped sharply above 32K. That supports skepticism about advertised context length, not a claim about middle position. Finally, GitHub describes the agent environment as ephemeral and Actions-powered. If setup depends on state installed manually in another session, the repository has not declared a reproducible build.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AGENTS.md is an open format, not a GitHub invention. GitHub's docs say you can create one or more AGENTS.md files stored anywhere in the repository, and when Copilot is working the nearest one in the directory tree takes precedence. That nesting rule is the useful part in a monorepo. Four sections, in this order, because that is the order the agent needs them. Commands first: the exact strings that work, from the repo root, with the fast one flagged as fast. Note that mypy line. Telling the agent which check is cheapest changes what it runs first, and that directly changes how many iterations it burns. Layout second, phrased as invariants rather than a directory listing. 'No I/O in this package' is a rule the agent can check its own diff against. A tree dump is not. Conventions third, and each one points at the artifact that enforces or explains it. The money line links to an ADR, which is slide 19. Boundaries last and blunt. Express negative constraints as explicit paths so a diff can be checked against them. What is not here: no tone instructions, no 'write clean code', no restating your style guide. Every line is a command, path, boundary, or testable invariant. Remove instructions whose compliance cannot be checked in a command or diff.</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file lives in `.github/instructions` and must end in `.instructions.md`. The frontmatter key is `applyTo` and it takes glob syntax; multiple patterns are comma separated inside one string. There is also an optional `excludeAgent` key taking `code-review` or `cloud-agent` if you want a rule that only one of them sees. Check the current docs rather than guessing the key names, because an unrecognized key can leave the intended rule unapplied. GitHub's guidance says repository-wide instructions are sent with every chat message and should be broadly applicable. Path-specific instructions keep rules for one file type or directory out of unrelated requests. In a monorepo, Terraform conventions add irrelevant context to a React task. Scope the rule to the files where a reviewer would enforce it. GitHub documents the instruction precedence order, but precedence does not make compliance deterministic. Its docs state that Copilot may not follow custom instructions the same way every time. That caveat changes how to write these files: use them to point at commands, schemas, tests, and boundaries that can verify the result. Do not treat an instruction file as an enforcement mechanism by itself.</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two files with different consumers. The devcontainer is for humans and Codespaces. `image` and `postCreateCommand` are documented dev container properties. The Copilot setup workflow is separate. GitHub says it must contain a single job named `copilot-setup-steps`; if that job is renamed, the agent does not use it. The file also has to be present on the default branch. GitHub currently honors six job settings: `steps`, `permissions`, `runs-on`, `services`, `snapshot`, and `timeout-minutes`, with the timeout capped at 59 minutes. Other workflow settings are not part of the supported agent setup contract. Grant only the permissions a setup step needs. The example uses `contents: read`; the agent receives a separate token for its work. This workflow removes setup discovery from the coding loop, especially for private packages or non-obvious build steps. One failure mode matters: GitHub documents that if a setup step fails, subsequent setup steps are skipped and Copilot starts working in the resulting environment. Therefore each setup command should fail on an invalid lockfile or missing package rather than masking the condition. Reproduce this workflow on the default branch before relying on it for assigned tasks.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Treat the runtime, package manager, and dependency graph as separate controls. A version declaration either installs the requested tool through a named manager or rejects a mismatch. Where the ecosystem has a lockfile, it records selected dependencies and a frozen command refuses to rewrite it. The Node row needs a current caveat. Corepack was bundled with Node from 14.19 up to, but not including, Node 25, and even bundled installations required `corepack enable` to place shims on the path. Node 25 no longer distributes it. The top-level `packageManager` field does not make Node select pnpm by itself. Standalone Corepack consumes the field, and current pnpm documentation still recognizes the legacy field directly. npm's package documentation does not define that top-level field as a pnpm selector; its `devEngines.packageManager` check is for npm when npm is running. Therefore install Corepack or pnpm explicitly in the setup workflow and verify the version before the frozen install. Maven has no standard dependency lockfile; its wrapper pins Maven itself, while exact dependency versions, dependency management, and repository controls govern resolution. SAP CAP documents a deliberate exception for dependency ranges: use caret ranges, commit `package-lock.json`, and run `npm ci`. For Terraform, `required_version` rejects the wrong CLI; it does not install Terraform. The dependency lock file pins provider selections and checksums, not the Terraform executable.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properties describe the signal consumed by the loop. Latency: an agent may run a check after each edit to decide what to do next. A 30-second check permits more verified hypotheses in a fixed session than a 12-minute suite, so put the cheapest discriminating command first in AGENTS.md. Determinism: a failing result carries no marker saying whether the code caused it. If a process treats a flaky failure as causal, it can edit correct code, rerun, observe green when the flake clears, and accept the bad edit. That is a plausible failure chain, not an assertion that every agent reacts that way. Pinning the environment and isolating shared state reduce that ambiguity. Failure locality: a diagnostic such as `src/pricing.py:41: expected 448, got 4.48` points directly to an artifact. A bare assertion forces another search through logs and files. The distinction is not readability alone. Structured file, line, code, and message fields can be consumed without reconstructing context from a long terminal transcript. The next slides show one concrete oracle per stack, then Actions annotations, then the flakiness arithmetic.</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dbt data tests run after a model is built and assert over the rows present in the target relation. A red result can therefore reflect SQL logic or changing warehouse data. Unit tests, added in dbt 1.8, evaluate model SQL over small static inputs before materializing the full model. The displayed schema follows the documented shape: `unit_tests`, then `name`, `description`, `model`, `given` inputs with `input`, `format`, and `rows`, followed by `expect`. The documentation supports `dict`, `csv`, and `sql` fixtures, inline or in files. The important boundary is narrower than “no warehouse dependency.” Unit tests still run through an adapter, need credentials, and require direct parent relations to exist in the warehouse. Static fixtures remove dependence on production row state and volume; they do not remove adapter or schema semantics. dbt Labs recommends running them in development and CI rather than production. The description records the incident behind the edge case, which gives a reviewer a reason to reject deleting or weakening it. I schema-checked this YAML against dbt's documentation, but did not execute it against a warehouse. Treat its resource shape as verified and the fictional model behavior as illustrative.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arithmetic in the test is checkable from the displayed input: two items at 199 minor units plus one at 50 equals 448, rendered as 4.48 major units. The explicit `@testing-library/jest-dom/vitest` import registers and types the `toHaveTextContent` matcher; without that import or an equivalent configured setup file, the original snippet was incomplete. Run `tsc --noEmit` first because it checks the configured TypeScript program without running application or test code, and its diagnostic already supplies file, line, column, and code. The shown TS2339 output identifies a renamed property at a specific use site. A failed type check does not make every possible runtime observation logically meaningless, but it does mean the candidate change has not met the compile contract. Stop there before using later test output to justify the change. The test uses Testing Library to inspect rendered DOM rather than component internals, so refactoring the implementation can preserve the assertion. `getByTestId` is acceptable here because the total has no natural interactive role, though a semantic query should be preferred when one exists. The test and diagnostic were reported as executed by Agent A; this review corrected the missing matcher setup and independently checked the total.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two tests serve different questions. `@DataJpaTest` limits auto-configuration to JPA components and usually uses an embedded database when one is available. That can shorten startup and reduce unrelated failures, but it does not prove compatibility with production Postgres. The second example follows the documented Testcontainers JUnit 5 lifecycle: a static `@Container` is started before the class's tests and stopped afterward. `@ServiceConnection` lets Spring Boot derive connection details from the recognized `PostgreSQLContainer`, provided the project includes Spring Boot's Testcontainers support. The selection rule on this slide is an engineering heuristic, not a benchmark result. Use the real database when the acceptance criterion depends on Postgres behavior: native operators, migrations, extensions, collation, transaction isolation, or other dialect semantics. Prefer the slice when the behavior under review is repository mapping or query intent that the embedded engine faithfully represents. Do not reduce the choice to “unit versus integration,” and do not claim an unsourced startup time. Also check slice leakage: custom component scanning or imported configuration can load more of the application than the annotation suggests. The API shape is documentation-checked, but this fictional project was not compiled, so its domain constructor and repository method remain illustrative.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could not execute this example because no ABAP system was available. It is written against SAP's ABAP Unit cheat sheet and keyword documentation, so treat the syntax as documentation-checked rather than compiled. `FOR TESTING` marks the class and test method. The fixture method `setup` deliberately has no `FOR TESTING`; SAP documents that it runs before each test method. `cl_abap_unit_assert=&gt;assert_initial` accepts the actual value and an optional message. `RISK LEVEL` and `DURATION` are classifications used to select tests. HARMLESS declares that the test does not change system settings or persistent data. SHORT declares an expected execution time of a few seconds. Neither keyword creates a sandbox, blocks RFC or database reads, or enforces a timeout. CI should select these categories only if review also verifies that the declarations are honest. A local test class resides in the object's test include and is not generated as production code, keeping the behavioral example near the class under test. On the CAP side, `cds.test()` can launch the project for tests and use in-memory SQLite. That is a separate stack and a different fidelity tradeoff; it should not be presented as evidence that the ABAP example ran.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reproduced this failure with Terraform v1.14.1. The original slide compressed several terminal lines and called the result verbatim; that was false. The revised block is labeled as an excerpt and preserves the actual diagnostic fields: assertion failure, test file and line, expression diff, actual 30, and expected 365. Three commands answer different questions. `terraform validate` checks the configuration's internal consistency after initialization and does not validate remote services. A provider-backed `terraform plan` may need credentials and can evaluate remote data. `terraform test` executes run blocks and assertions; this example uses `command = plan`, so it evaluates the policy without applying this configuration. The assertion makes the threshold machine-checkable and gives an agent a localized failure when the candidate violates it. Keep local assertions close to the module when they describe that module's contract. For rules spanning many resources or modules, emit a plan with `terraform show -json` and evaluate one policy over the structured plan, with OPA and Rego. That avoids copying the same assertion into every module. Provider reproducibility is separate: commit `.terraform.lock.hcl` and use `terraform init -lockfile=readonly` so initialization cannot silently select or record a different provider.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asked whether the agent could run the repository. Part two asks whether the resulting signal identifies the next action. The next three slides cover failure locality, flakiness, and decision records. These costs are easy to miss in dashboard summaries. A flaky suite may be green on the run someone inspects. A long CI transcript may still be understandable to a human who knows which frame matters. An automated consumer has a finite context and time budget, so reconstructing a failure from unstructured logs consumes resources that could have gone to a fix. First, failure locality shows the mechanical conversion from text to file, line, and message. Second, the flakiness slide states a toy probability model and its assumptions rather than presenting it as field measurement. Third, the ADR example records rejected options so the same proposal can be screened without relying on team memory. None of these are agent-only features. Problem matchers, deterministic tests, and ADRs predate coding agents. The relevant change is that implicit human triage must be encoded in artifacts if an automated process is expected to use it.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problem matcher is inert until a workflow registers it. Add a step before pytest that emits `::add-matcher::.github/matchers/pytest.json`; then run pytest in a later step or command while the matcher remains active. The revised regular expression matches the standard pytest terminal location line shown in pytest's documentation, such as `test_file.py:8: AssertionError`. It maps the path, line, and exception name into an error annotation. It does not capture pytest's full rewritten assertion diff, so use a formatter or plugin that emits richer single-line diagnostics if the message itself is needed. The JSON now contains only valid matcher configuration; the previous snippet appended shell comments to a file labeled JSON and omitted the registration command. Actions also supports direct workflow annotations such as `::error file=a.py,line=12::Bad type`, which is preferable when the tool can emit structured locations itself. Toolkit limits still matter: at most ten error annotations per step and fifty annotations per job. Multiline matcher patterns must consume consecutive lines, and a file outside the checked-out repository may lose its location. Test the regex against captured output from the pinned tool version; a plausible pattern that never matches produces no warning.</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arithmetic is correct, but it is a toy model. It assumes every test has the same per-run flake probability and that failures are independent across tests and reruns. Shared infrastructure, test order, clocks, and common services violate both assumptions. Correlation can move the probability of at least one failure in either direction relative to this calculation, so do not present these rows as a measured suite forecast. Google supplies two inputs from its 2016 internal corpus: about 1.5% of test runs reported a flaky result, and the average project had about 1,000 tests. Google itself noted that the expected count is about 15 failures; the deck derives the suite-level probability. I found newer primary studies of flaky-test causes and mined fixes, but no newer source reporting a directly comparable corpus-wide per-test-run marginal rate, so the year and population stay visible. Luo et al. studied 201 likely flaky-fix commits from 51 Apache projects; 161 were classified, and 74 of those, 45%, were Async Wait. Their result identifies a common cause, not a universal one. Use retries to detect and label instability, not to erase the first failure. Quarantine a confirmed flake with an owner and expiry while fixing its cause.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Nygard's 2011 format records context, decision, status, and consequences in short files kept with the code. MADR adds considered options plus pros and cons for each option. That addition addresses a specific review loop: when the reason for rejecting an option is absent, a later contributor or agent can propose the same option under the same constraints and force reviewers to reconstruct the decision. The example states the affected runtimes, lists alternatives, records the selected representation, and gives a falsifiable reason for rejecting binary floating point: it cannot represent every decimal cent exactly. The ADR should also record costs of the chosen integer representation, such as currency scale and overflow limits, before this example is production-ready. Location alone does not guarantee retrieval. A repository ADR is available to native repository indexing; an external decision page requires a configured integration or MCP server. Link the ADR from AGENTS.md, scoped instructions, and the affected module so search has explicit names and paths. MADR's optional Confirmation section can point to a test, linter, or architecture rule that checks compliance. That turns the decision from rationale alone into a rule a change can be evaluated against.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Repository readiness is useful only when it survives contact with delivery. This section follows one change through six stages: issue, specification, agent execution, pull request, review, and merge. The handoffs matter more than the boxes. Humans choose the problem, define acceptance, authorize privileged execution, judge the change, and decide to merge. The agent searches, edits, runs available checks, records its work, and packages a reviewable change. That division is not ceremonial. It places judgment at points where repository signals cannot answer the question. A test can show that an invariant holds; it cannot decide whether the invariant is the right product behavior. A session log can show what commands ran; it cannot accept risk for the team. A green check can show the configured checks passed; it cannot reveal a missing check. Keep those distinctions visible as we move through the loop. The goal is not maximum automation. The goal is a short path from intent to evidence, with explicit human authority at the irreversible steps.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Draw this as a clockwise loop, but do not imply equal ownership. The human owns intent at the issue and specification stages, then owns judgment again at review and merge. The agent owns reversible implementation work on a branch and the packaging of evidence in a pull request. A correction during review can loop back to the agent without redefining the original acceptance criteria. If review discovers that the criteria themselves were wrong, route back to the specification stage and record the changed requirement. That distinction prevents a moving target from being disguised as implementation churn. Put a small evidence label on every arrow: issue to spec carries a user-visible problem; spec to agent carries executable acceptance; agent to PR carries commits and logs; PR to review carries diff and checks; review to merge carries approvals and resolved threads; merge to the next issue carries repository instructions learned from review. The last arrow is the compounding step. Without it, the team pays for the same correction in every later task.</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issue supplies a preference but no stopping condition. 'Faster' has no workload, statistic, or threshold. 'Without breaking anything' asks for universal proof. The rewritten issue gives the agent four feedback channels, and every one of them is a command that exits zero or non-zero. That is the test to apply: if a criterion has no runnable command behind it, the agent cannot self-check it, and it becomes a review argument instead of a gate. A threshold with no harness is decorative specificity. So the p95 criterion names a committed benchmark script, a fixed workload of 10,000 tokens, and an assertion flag that fails the process. Be honest about the cost: a wall-clock threshold is the least deterministic check on this list. It needs a fixed runner class and enough headroom above measurement noise, or it becomes the flakiest signal in the repository. If you cannot make it stable, use a deterministic proxy such as a call count or an operation count instead. The target file narrows retrieval. The non-goals make dependency, format, and workflow edits review failures even when tests pass. GitHub's guidance recommends a clear problem, acceptance criteria, and file direction. Derive the 8 ms number from a real latency budget, and confirm the named test exists and fails for the stated reason before you assign the task.</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mental model to correct is 'Copilot is my editor running elsewhere.' The agent takes a task through several entry points, then works in a temporary environment powered by GitHub Actions. It can inspect files, edit code, install dependencies, and run tests and linters. It pushes commits rather than touching your checkout. GitHub documents hard limits: one repository, one branch, exactly one pull request per task, and 59 minutes maximum. Two branch behaviors, and the difference matters for review. Normally a new `copilot/` branch is created and the agent can push only there. But when you mention `@copilot` on an existing pull request, no new pull request is created and the agent gets write access to that pull request's branch, which may already be open and out of draft. For the pull requests Copilot does create, the state is fixed: they are drafts, and Copilot cannot mark one ready for review, approve it, or merge it. Only a human clears that. Reviewers can open the session log to see tools and validation, and each signed commit links back to it. Treat the log as evidence of what ran, not proof the change is correct. It cannot surface a requirement that never appeared in the issue, the instructions, the tests, or reviewer feedback.</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firewall and MCP configuration solve different problems. Internet access is configured in GitHub's Internet access settings, not primarily through a repository file. Administrators enable the firewall, keep the recommended dependency allowlist, and add domain or URL rules. A domain rule includes subdomains. A URL rule is limited by scheme, host, and path. Now the boundary, which is the part people get wrong. GitHub states the firewall only covers processes the agent starts through its Bash tool inside the Actions appliance. It does not cover MCP servers, and it does not cover processes started by Copilot setup steps. GitHub also warns that sophisticated attacks may bypass it. So an MCP server is a second, unfiltered egress path that you authorize separately. MCP config takes an `mcpServers` object. Each remote server declares a transport type, a URL, optional headers, and a required `tools` array. Do not paste a token in. Reference an Actions secret by substitution, and note that only names prefixed `COPILOT_MCP_` are exposed to the configuration. GitHub says outright that the agent uses configured tools autonomously without asking approval per call. So name read-only tools rather than using the wildcard, give the backing identity least privilege, and review the server's own network path yourself.</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start by reading the prettiest implementation file. Start with the changed-file inventory and the issue. An agent can produce a coherent patch that solves a nearby problem, so require a reason for every file. Next, inspect tests as executable claims. Temporarily negate the production change or mutate the expected value. If the new test stays green, the assertion is theater. Then inspect dependency and privilege surfaces. A one-line manifest edit can import far more code than the visible diff, and a workflow or setup-step edit changes what receives credentials. GitHub explicitly tells reviewers to inspect `.github/workflows/` before approving agent-triggered runs. Generated files deserve the same treatment, because a large regeneration hides a small source change. Finally, exercise the boundary and failure behavior the task did not conveniently demonstrate. SWE-Bench+ gives a warning, not a production defect estimate. Reviewing 251 patches that SWE-Agent plus GPT-4 had passed, the authors found weak tests in 31.08% of resolved instances, meaning the change was incorrect, incomplete, or applied to different files than the gold patch and still passed. Counting answer leakage too, 63.75% were suspicious. That population and that older system differ from your Copilot PRs, but the mechanism transfers: green tests are only as strong as what they assert.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Sort these into three buckets, because a slide that treats them alike is misleading. Bucket one is enforced by the platform. GitHub states the agent is subject to any branch protections and required checks for the working repository. Copilot cannot mark its own pull request ready for review, cannot approve, and cannot merge, and GitHub blocks the person who started the task from approving it, which preserves the Required approvals rule. You cannot switch those off. Bucket two is on by default and an administrator can switch it off: workflows do not run until the code is reviewed and someone with write access clicks Approve and run workflows. GitHub's warning for disabling it is that unreviewed Copilot code may gain repository write access or reach your Actions secrets. Bucket three is off until you configure it. Required status checks, required reviews, code-owner approval, and stale-approval dismissal are per-rule branch protection settings that do not exist on a fresh repository. Two traps worth saying out loud. Branch protection does not apply to admins by default, so your gate is advisory for the people most able to break it until you enable Do not allow bypassing. And code owners are never requested on a draft pull request, which is what Copilot opens, so a CODEOWNERS entry protects nothing until a human marks it ready.</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review comment is necessary but local. Copilot acts on comments from people with write access and keeps context across sessions on the same pull request. That helps this branch. It establishes nothing for the next task. After merge, classify the correction. If it reflects a stable invariant that will recur, encode it at the narrowest useful scope. Here a retry correction becomes a path-specific instruction for `src/http/**`. Two details matter mechanically. The file has to sit in `.github/instructions` and end in `.instructions.md`, and the `applyTo` front matter has to be the first thing in the file, so the heading above it on this slide is a filename label, not file content. Scope is the point: a repository-wide instruction file is sent with every request, so a rule that only concerns HTTP clients would spend context on database and UI tasks that can never use it. If the correction was a one-off product choice, leave it in the issue or an ADR rather than in standing instructions. Prose is still a weak oracle, so add the regression test proving POST receives exactly one upstream call after a 5xx. Then a later agent gets the rule before editing, and a violation fails a command rather than waiting for a reviewer to notice.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study designs, not the headlines. SWE-bench scores patches on 2,294 tasks from 12 Python repositories, and Verified filters 500 of them by human review. SWE-Bench+ then found answer leakage and weak tests in all three variants, including Verified, and filtering those instances cut SWE-Agent plus GPT-4 from 12.47% to 3.97%. Over 94% of the issues predated the model cutoffs. Now the productivity numbers, and here is the part that gets misquoted. Both positive RCTs measured an assistant suggesting inline code completions, not an autonomous agent opening pull requests. The three-firm study pooled 4,867 developers for a 26.08% increase in completed tasks with a standard error of 10.3%, so the rough 95% interval is 26.08 plus or minus 1.96 times 10.3, about 6% to 46%. The authors say each experiment is noisy and results vary. The 55.8% figure comes from 95 freelancers recruited on Upwork writing one greenfield HTTP server in JavaScript, interval 21% to 89%. That is a real result about a real tool, and it is not a claim about agent-authored changes in a large existing repository. METR's 19% slowdown covers 16 experienced maintainers on familiar repositories in early 2025, and METR says it no longer describes current tools. DORA's survey of nearly 5,000 people is observational: throughput up, stability down. Measure your own baseline.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Order matters. First, choose a task small enough to finish on one branch and define acceptance before assigning it. The done-state is visible in the issue: a named test that reproduces the defect, the exact command, a measurable threshold with a harness that asserts it, the expected file boundary, and explicit non-goals. Second, execute the repository setup from a clean checkout. The done-state is not 'the README looks complete.' It is that the build and the focused test run without an interactive rescue. Third, configure the human gates before the first agent pull request, and remember that only the workflow approval gate is on by default. Keep it. Then add the required checks that represent acceptance, require an independent review, add CODEOWNERS for workflow, security, and schema paths, and enable Do not allow bypassing so the rules also apply to administrators. Fourth, take one correction from that review and decide whether it is a stable rule. If it is, add the narrowest applicable instruction plus a regression test. The done-state is a later clean run where the rule loads and violating behavior fails a command. Track first-pass acceptance, reviewer minutes, and escaped defects for this task class, and compare against your own baseline rather than a benchmark headline from a different population.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factual claim in this deck maps to one of these entries by its bracketed id. All URLs were checked and resolved at build time. The Management Science entry is behind a publisher paywall; the DOI is 10.1287/mnsc.2025.00535 and it resolves through Crossref.</a:t>
            </a:r>
          </a:p>
          <a:p/>
          <a:p>
            <a:r>
              <a:t>Two deliberate omissions. There is no citation for a general defect-rate or change-failure-rate improvement from agent-authored production changes, because no primary study was found that supports one. And no numeric DORA effect size is quoted, because the 2025 public summary reports associations and population size without publishing those effect sizes.</a:t>
            </a:r>
          </a:p>
          <a:p/>
          <a:p>
            <a:r>
              <a:t>SAP ABAP examples in this deck are syntax-faithful and cited against SAP documentation. They were not executed against a live system, unlike the Python, TypeScript, YAML, JSON, and Terraform snippets, which were parsed or validated locally before the deck was built.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factual claim in this deck maps to one of these entries by its bracketed id. All URLs were checked and resolved at build time. The Management Science entry is behind a publisher paywall; the DOI is 10.1287/mnsc.2025.00535 and it resolves through Crossref.</a:t>
            </a:r>
          </a:p>
          <a:p/>
          <a:p>
            <a:r>
              <a:t>Two deliberate omissions. There is no citation for a general defect-rate or change-failure-rate improvement from agent-authored production changes, because no primary study was found that supports one. And no numeric DORA effect size is quoted, because the 2025 public summary reports associations and population size without publishing those effect sizes.</a:t>
            </a:r>
          </a:p>
          <a:p/>
          <a:p>
            <a:r>
              <a:t>SAP ABAP examples in this deck are syntax-faithful and cited against SAP documentation. They were not executed against a live system, unlike the Python, TypeScript, YAML, JSON, and Terraform snippets, which were parsed or validated locally before the deck was built.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factual claim in this deck maps to one of these entries by its bracketed id. All URLs were checked and resolved at build time. The Management Science entry is behind a publisher paywall; the DOI is 10.1287/mnsc.2025.00535 and it resolves through Crossref.</a:t>
            </a:r>
          </a:p>
          <a:p/>
          <a:p>
            <a:r>
              <a:t>Two deliberate omissions. There is no citation for a general defect-rate or change-failure-rate improvement from agent-authored production changes, because no primary study was found that supports one. And no numeric DORA effect size is quoted, because the 2025 public summary reports associations and population size without publishing those effect sizes.</a:t>
            </a:r>
          </a:p>
          <a:p/>
          <a:p>
            <a:r>
              <a:t>SAP ABAP examples in this deck are syntax-faithful and cited against SAP documentation. They were not executed against a live system, unlike the Python, TypeScript, YAML, JSON, and Terraform snippets, which were parsed or validated locally before the deck was built.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factual claim in this deck maps to one of these entries by its bracketed id. All URLs were checked and resolved at build time. The Management Science entry is behind a publisher paywall; the DOI is 10.1287/mnsc.2025.00535 and it resolves through Crossref.</a:t>
            </a:r>
          </a:p>
          <a:p/>
          <a:p>
            <a:r>
              <a:t>Two deliberate omissions. There is no citation for a general defect-rate or change-failure-rate improvement from agent-authored production changes, because no primary study was found that supports one. And no numeric DORA effect size is quoted, because the 2025 public summary reports associations and population size without publishing those effect sizes.</a:t>
            </a:r>
          </a:p>
          <a:p/>
          <a:p>
            <a:r>
              <a:t>SAP ABAP examples in this deck are syntax-faithful and cited against SAP documentation. They were not executed against a live system, unlike the Python, TypeScript, YAML, JSON, and Terraform snippets, which were parsed or validated locally before the deck was built.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factual claim in this deck maps to one of these entries by its bracketed id. All URLs were checked and resolved at build time. The Management Science entry is behind a publisher paywall; the DOI is 10.1287/mnsc.2025.00535 and it resolves through Crossref.</a:t>
            </a:r>
          </a:p>
          <a:p/>
          <a:p>
            <a:r>
              <a:t>Two deliberate omissions. There is no citation for a general defect-rate or change-failure-rate improvement from agent-authored production changes, because no primary study was found that supports one. And no numeric DORA effect size is quoted, because the 2025 public summary reports associations and population size without publishing those effect sizes.</a:t>
            </a:r>
          </a:p>
          <a:p/>
          <a:p>
            <a:r>
              <a:t>SAP ABAP examples in this deck are syntax-faithful and cited against SAP documentation. They were not executed against a live system, unlike the Python, TypeScript, YAML, JSON, and Terraform snippets, which were parsed or validated locally before the deck was built.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factual claim in this deck maps to one of these entries by its bracketed id. All URLs were checked and resolved at build time. The Management Science entry is behind a publisher paywall; the DOI is 10.1287/mnsc.2025.00535 and it resolves through Crossref.</a:t>
            </a:r>
          </a:p>
          <a:p/>
          <a:p>
            <a:r>
              <a:t>Two deliberate omissions. There is no citation for a general defect-rate or change-failure-rate improvement from agent-authored production changes, because no primary study was found that supports one. And no numeric DORA effect size is quoted, because the 2025 public summary reports associations and population size without publishing those effect sizes.</a:t>
            </a:r>
          </a:p>
          <a:p/>
          <a:p>
            <a:r>
              <a:t>SAP ABAP examples in this deck are syntax-faithful and cited against SAP documentation. They were not executed against a live system, unlike the Python, TypeScript, YAML, JSON, and Terraform snippets, which were parsed or validated locally before the deck was built.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and open the floor.</a:t>
            </a:r>
          </a:p>
          <a:p/>
          <a:p>
            <a:r>
              <a:t>If there is one thing to take away: the repository is the interface. An agent is only as effective as the feedback the repository can give it, and that feedback is the same feedback that makes the repository good for humans. Reproducible setup, fast and deterministic tests, CI that names the failing thing precisely, and written-down decisions.</a:t>
            </a:r>
          </a:p>
          <a:p/>
          <a:p>
            <a:r>
              <a:t>Likely questions and short answers. On security: workflow approval, branch protection, required reviews, and CODEOWNERS all still apply, and the person who started the task cannot supply the required approval. On cost of flakiness: the arithmetic is on the flakiness slide, and it gets worse with agents because retries are cheap for them and expensive for you. On whether this actually makes teams faster: the evidence slide is honest about the spread, including the METR slowdown result. Point people at the references.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5.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5.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jpe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jpe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jpe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jpeg"/><Relationship Id="rId3" Type="http://schemas.openxmlformats.org/officeDocument/2006/relationships/image" Target="../media/image17.jpe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jpeg"/><Relationship Id="rId3" Type="http://schemas.openxmlformats.org/officeDocument/2006/relationships/image" Target="../media/image19.jpeg"/><Relationship Id="rId4" Type="http://schemas.openxmlformats.org/officeDocument/2006/relationships/image" Target="../media/image20.jpe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sv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5.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6.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7.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8.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9.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0.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1.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3.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37.jpe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39.jpe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1.jpe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2.jpe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3.jpe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4.png"/><Relationship Id="rId3" Type="http://schemas.openxmlformats.org/officeDocument/2006/relationships/image" Target="../media/image3.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5.png"/><Relationship Id="rId3" Type="http://schemas.openxmlformats.org/officeDocument/2006/relationships/image" Target="../media/image5.pn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Walkin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53B4BC62-442D-D07F-D062-B23F459AF590}"/>
              </a:ext>
            </a:extLst>
          </p:cNvPr>
          <p:cNvSpPr txBox="1"/>
          <p:nvPr userDrawn="1"/>
        </p:nvSpPr>
        <p:spPr>
          <a:xfrm>
            <a:off x="584200" y="2427667"/>
            <a:ext cx="3790950" cy="1495794"/>
          </a:xfrm>
          <a:prstGeom prst="rect">
            <a:avLst/>
          </a:prstGeom>
          <a:noFill/>
        </p:spPr>
        <p:txBody>
          <a:bodyPr wrap="square" lIns="0" tIns="0" rIns="0" bIns="0" rtlCol="0">
            <a:spAutoFit/>
          </a:bodyPr>
          <a:lstStyle/>
          <a:p>
            <a:pPr algn="l">
              <a:lnSpc>
                <a:spcPct val="90000"/>
              </a:lnSpc>
            </a:pPr>
            <a:r>
              <a:rPr lang="en-US" sz="5400" b="0" i="0" spc="-150">
                <a:solidFill>
                  <a:schemeClr val="tx1"/>
                </a:solidFill>
                <a:latin typeface="+mj-lt"/>
                <a:cs typeface="Segoe UI" panose="020B0502040204020203" pitchFamily="34" charset="0"/>
              </a:rPr>
              <a:t>Microsoft Azure</a:t>
            </a:r>
          </a:p>
        </p:txBody>
      </p:sp>
      <p:pic>
        <p:nvPicPr>
          <p:cNvPr id="4" name="Picture 3" descr="Microsoft Azure logo">
            <a:extLst>
              <a:ext uri="{FF2B5EF4-FFF2-40B4-BE49-F238E27FC236}">
                <a16:creationId xmlns:a16="http://schemas.microsoft.com/office/drawing/2014/main" id="{B92E3A10-69AE-68A3-B512-FC086263F478}"/>
              </a:ext>
            </a:extLst>
          </p:cNvPr>
          <p:cNvPicPr>
            <a:picLocks noChangeAspect="1"/>
          </p:cNvPicPr>
          <p:nvPr userDrawn="1"/>
        </p:nvPicPr>
        <p:blipFill>
          <a:blip r:embed="rId3"/>
          <a:stretch>
            <a:fillRect/>
          </a:stretch>
        </p:blipFill>
        <p:spPr>
          <a:xfrm>
            <a:off x="294223" y="296181"/>
            <a:ext cx="2623905" cy="867878"/>
          </a:xfrm>
          <a:prstGeom prst="rect">
            <a:avLst/>
          </a:prstGeom>
        </p:spPr>
      </p:pic>
    </p:spTree>
    <p:extLst>
      <p:ext uri="{BB962C8B-B14F-4D97-AF65-F5344CB8AC3E}">
        <p14:creationId xmlns:p14="http://schemas.microsoft.com/office/powerpoint/2010/main" val="1913746246"/>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Walkin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53B4BC62-442D-D07F-D062-B23F459AF590}"/>
              </a:ext>
            </a:extLst>
          </p:cNvPr>
          <p:cNvSpPr txBox="1"/>
          <p:nvPr userDrawn="1"/>
        </p:nvSpPr>
        <p:spPr>
          <a:xfrm>
            <a:off x="584200" y="2427667"/>
            <a:ext cx="3790950" cy="1495794"/>
          </a:xfrm>
          <a:prstGeom prst="rect">
            <a:avLst/>
          </a:prstGeom>
          <a:noFill/>
        </p:spPr>
        <p:txBody>
          <a:bodyPr wrap="square" lIns="0" tIns="0" rIns="0" bIns="0" rtlCol="0">
            <a:spAutoFit/>
          </a:bodyPr>
          <a:lstStyle/>
          <a:p>
            <a:pPr algn="l">
              <a:lnSpc>
                <a:spcPct val="90000"/>
              </a:lnSpc>
            </a:pPr>
            <a:r>
              <a:rPr lang="en-US" sz="5400" b="0" i="0" spc="-150">
                <a:solidFill>
                  <a:schemeClr val="bg1"/>
                </a:solidFill>
                <a:latin typeface="+mj-lt"/>
                <a:cs typeface="Segoe UI" panose="020B0502040204020203" pitchFamily="34" charset="0"/>
              </a:rPr>
              <a:t>Microsoft Azure</a:t>
            </a:r>
          </a:p>
        </p:txBody>
      </p:sp>
      <p:pic>
        <p:nvPicPr>
          <p:cNvPr id="2" name="Picture 1" descr="Microsoft Azure logo">
            <a:extLst>
              <a:ext uri="{FF2B5EF4-FFF2-40B4-BE49-F238E27FC236}">
                <a16:creationId xmlns:a16="http://schemas.microsoft.com/office/drawing/2014/main" id="{01FEAF95-BADD-9F33-545F-EF09602EDEB3}"/>
              </a:ext>
            </a:extLst>
          </p:cNvPr>
          <p:cNvPicPr>
            <a:picLocks noChangeAspect="1"/>
          </p:cNvPicPr>
          <p:nvPr userDrawn="1"/>
        </p:nvPicPr>
        <p:blipFill>
          <a:blip r:embed="rId3"/>
          <a:srcRect/>
          <a:stretch/>
        </p:blipFill>
        <p:spPr>
          <a:xfrm>
            <a:off x="294223" y="296181"/>
            <a:ext cx="2623905" cy="867877"/>
          </a:xfrm>
          <a:prstGeom prst="rect">
            <a:avLst/>
          </a:prstGeom>
        </p:spPr>
      </p:pic>
    </p:spTree>
    <p:extLst>
      <p:ext uri="{BB962C8B-B14F-4D97-AF65-F5344CB8AC3E}">
        <p14:creationId xmlns:p14="http://schemas.microsoft.com/office/powerpoint/2010/main" val="115799712"/>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b="0" i="0" spc="-150" baseline="0">
                <a:solidFill>
                  <a:schemeClr val="accent5"/>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b="0" i="0" spc="0" baseline="0">
                <a:solidFill>
                  <a:schemeClr val="accent5"/>
                </a:solidFill>
                <a:latin typeface="+mn-lt"/>
                <a:cs typeface="Segoe UI" panose="020B0502040204020203" pitchFamily="34" charset="0"/>
              </a:defRPr>
            </a:lvl1pPr>
          </a:lstStyle>
          <a:p>
            <a:pPr lvl="0"/>
            <a:r>
              <a:rPr lang="en-US"/>
              <a:t>Speaker name or subtitle text</a:t>
            </a:r>
          </a:p>
        </p:txBody>
      </p:sp>
      <p:pic>
        <p:nvPicPr>
          <p:cNvPr id="2" name="Picture 1" descr="Microsoft Azure logo">
            <a:extLst>
              <a:ext uri="{FF2B5EF4-FFF2-40B4-BE49-F238E27FC236}">
                <a16:creationId xmlns:a16="http://schemas.microsoft.com/office/drawing/2014/main" id="{67D9173D-5201-E09B-CAD7-1B9251C6A730}"/>
              </a:ext>
            </a:extLst>
          </p:cNvPr>
          <p:cNvPicPr>
            <a:picLocks noChangeAspect="1"/>
          </p:cNvPicPr>
          <p:nvPr userDrawn="1"/>
        </p:nvPicPr>
        <p:blipFill>
          <a:blip r:embed="rId3"/>
          <a:stretch>
            <a:fillRect/>
          </a:stretch>
        </p:blipFill>
        <p:spPr>
          <a:xfrm>
            <a:off x="294223" y="296181"/>
            <a:ext cx="2623905" cy="867878"/>
          </a:xfrm>
          <a:prstGeom prst="rect">
            <a:avLst/>
          </a:prstGeom>
        </p:spPr>
      </p:pic>
    </p:spTree>
    <p:extLst>
      <p:ext uri="{BB962C8B-B14F-4D97-AF65-F5344CB8AC3E}">
        <p14:creationId xmlns:p14="http://schemas.microsoft.com/office/powerpoint/2010/main" val="365611275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32" userDrawn="1">
          <p15:clr>
            <a:srgbClr val="5ACBF0"/>
          </p15:clr>
        </p15:guide>
        <p15:guide id="2" orient="horz" pos="2520" userDrawn="1">
          <p15:clr>
            <a:srgbClr val="5ACBF0"/>
          </p15:clr>
        </p15:guide>
        <p15:guide id="3" pos="6144">
          <p15:clr>
            <a:srgbClr val="5ACBF0"/>
          </p15:clr>
        </p15:guide>
        <p15:guide id="4" orient="horz" pos="216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Slid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lang="en-US" sz="4000" b="0" i="0" kern="1200" cap="none" spc="-150" baseline="0" dirty="0">
                <a:ln w="3175">
                  <a:noFill/>
                </a:ln>
                <a:solidFill>
                  <a:schemeClr val="accent5"/>
                </a:solidFill>
                <a:effectLst/>
                <a:latin typeface="+mj-lt"/>
                <a:ea typeface="+mn-ea"/>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b="0" i="0" spc="0" baseline="0">
                <a:solidFill>
                  <a:schemeClr val="accent5"/>
                </a:solidFill>
                <a:latin typeface="+mn-lt"/>
                <a:cs typeface="Segoe UI" panose="020B0502040204020203" pitchFamily="34" charset="0"/>
              </a:defRPr>
            </a:lvl1pPr>
          </a:lstStyle>
          <a:p>
            <a:pPr lvl="0"/>
            <a:r>
              <a:rPr lang="en-US"/>
              <a:t>Speaker name or subtitle text</a:t>
            </a:r>
          </a:p>
        </p:txBody>
      </p:sp>
      <p:pic>
        <p:nvPicPr>
          <p:cNvPr id="2" name="Picture 1" descr="Microsoft Azure logo">
            <a:extLst>
              <a:ext uri="{FF2B5EF4-FFF2-40B4-BE49-F238E27FC236}">
                <a16:creationId xmlns:a16="http://schemas.microsoft.com/office/drawing/2014/main" id="{653053D8-653F-FBDE-970C-D4605EBBD5D6}"/>
              </a:ext>
            </a:extLst>
          </p:cNvPr>
          <p:cNvPicPr>
            <a:picLocks noChangeAspect="1"/>
          </p:cNvPicPr>
          <p:nvPr userDrawn="1"/>
        </p:nvPicPr>
        <p:blipFill>
          <a:blip r:embed="rId3"/>
          <a:stretch>
            <a:fillRect/>
          </a:stretch>
        </p:blipFill>
        <p:spPr>
          <a:xfrm>
            <a:off x="294223" y="296181"/>
            <a:ext cx="2623905" cy="867878"/>
          </a:xfrm>
          <a:prstGeom prst="rect">
            <a:avLst/>
          </a:prstGeom>
        </p:spPr>
      </p:pic>
    </p:spTree>
    <p:extLst>
      <p:ext uri="{BB962C8B-B14F-4D97-AF65-F5344CB8AC3E}">
        <p14:creationId xmlns:p14="http://schemas.microsoft.com/office/powerpoint/2010/main" val="422547483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32" userDrawn="1">
          <p15:clr>
            <a:srgbClr val="5ACBF0"/>
          </p15:clr>
        </p15:guide>
        <p15:guide id="2" orient="horz" pos="2520" userDrawn="1">
          <p15:clr>
            <a:srgbClr val="5ACBF0"/>
          </p15:clr>
        </p15:guide>
        <p15:guide id="3" pos="6144">
          <p15:clr>
            <a:srgbClr val="5ACBF0"/>
          </p15:clr>
        </p15:guide>
        <p15:guide id="4" orient="horz" pos="216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Slid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b="0" i="0" spc="-150" baseline="0">
                <a:solidFill>
                  <a:schemeClr val="bg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b="0" i="0" spc="0" baseline="0">
                <a:solidFill>
                  <a:schemeClr val="bg1"/>
                </a:solidFill>
                <a:latin typeface="+mn-lt"/>
                <a:cs typeface="Segoe UI" panose="020B0502040204020203" pitchFamily="34" charset="0"/>
              </a:defRPr>
            </a:lvl1pPr>
          </a:lstStyle>
          <a:p>
            <a:pPr lvl="0"/>
            <a:r>
              <a:rPr lang="en-US"/>
              <a:t>Speaker name or subtitle text</a:t>
            </a:r>
          </a:p>
        </p:txBody>
      </p:sp>
      <p:pic>
        <p:nvPicPr>
          <p:cNvPr id="2" name="Picture 1" descr="Microsoft Azure logo">
            <a:extLst>
              <a:ext uri="{FF2B5EF4-FFF2-40B4-BE49-F238E27FC236}">
                <a16:creationId xmlns:a16="http://schemas.microsoft.com/office/drawing/2014/main" id="{9B3177C6-DD9F-C15E-26BC-514D96E9555D}"/>
              </a:ext>
            </a:extLst>
          </p:cNvPr>
          <p:cNvPicPr>
            <a:picLocks noChangeAspect="1"/>
          </p:cNvPicPr>
          <p:nvPr userDrawn="1"/>
        </p:nvPicPr>
        <p:blipFill>
          <a:blip r:embed="rId3"/>
          <a:srcRect/>
          <a:stretch/>
        </p:blipFill>
        <p:spPr>
          <a:xfrm>
            <a:off x="294223" y="296181"/>
            <a:ext cx="2623905" cy="867877"/>
          </a:xfrm>
          <a:prstGeom prst="rect">
            <a:avLst/>
          </a:prstGeom>
        </p:spPr>
      </p:pic>
    </p:spTree>
    <p:extLst>
      <p:ext uri="{BB962C8B-B14F-4D97-AF65-F5344CB8AC3E}">
        <p14:creationId xmlns:p14="http://schemas.microsoft.com/office/powerpoint/2010/main" val="198429403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32" userDrawn="1">
          <p15:clr>
            <a:srgbClr val="5ACBF0"/>
          </p15:clr>
        </p15:guide>
        <p15:guide id="2" orient="horz" pos="2520" userDrawn="1">
          <p15:clr>
            <a:srgbClr val="5ACBF0"/>
          </p15:clr>
        </p15:guide>
        <p15:guide id="3" pos="6144">
          <p15:clr>
            <a:srgbClr val="5ACBF0"/>
          </p15:clr>
        </p15:guide>
        <p15:guide id="4" orient="horz" pos="216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Slide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b="0" i="0" spc="-150" baseline="0">
                <a:solidFill>
                  <a:schemeClr val="bg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b="0" i="0" spc="0" baseline="0">
                <a:solidFill>
                  <a:schemeClr val="bg1"/>
                </a:solidFill>
                <a:latin typeface="+mn-lt"/>
                <a:cs typeface="Segoe UI" panose="020B0502040204020203" pitchFamily="34" charset="0"/>
              </a:defRPr>
            </a:lvl1pPr>
          </a:lstStyle>
          <a:p>
            <a:pPr lvl="0"/>
            <a:r>
              <a:rPr lang="en-US"/>
              <a:t>Speaker name or subtitle text</a:t>
            </a:r>
          </a:p>
        </p:txBody>
      </p:sp>
      <p:pic>
        <p:nvPicPr>
          <p:cNvPr id="2" name="Picture 1" descr="Microsoft Azure logo">
            <a:extLst>
              <a:ext uri="{FF2B5EF4-FFF2-40B4-BE49-F238E27FC236}">
                <a16:creationId xmlns:a16="http://schemas.microsoft.com/office/drawing/2014/main" id="{0BC4438E-CE4D-08B9-E2F2-C279ADF46CD7}"/>
              </a:ext>
            </a:extLst>
          </p:cNvPr>
          <p:cNvPicPr>
            <a:picLocks noChangeAspect="1"/>
          </p:cNvPicPr>
          <p:nvPr userDrawn="1"/>
        </p:nvPicPr>
        <p:blipFill>
          <a:blip r:embed="rId3"/>
          <a:srcRect/>
          <a:stretch/>
        </p:blipFill>
        <p:spPr>
          <a:xfrm>
            <a:off x="294223" y="296181"/>
            <a:ext cx="2623905" cy="867877"/>
          </a:xfrm>
          <a:prstGeom prst="rect">
            <a:avLst/>
          </a:prstGeom>
        </p:spPr>
      </p:pic>
    </p:spTree>
    <p:extLst>
      <p:ext uri="{BB962C8B-B14F-4D97-AF65-F5344CB8AC3E}">
        <p14:creationId xmlns:p14="http://schemas.microsoft.com/office/powerpoint/2010/main" val="237513682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32" userDrawn="1">
          <p15:clr>
            <a:srgbClr val="5ACBF0"/>
          </p15:clr>
        </p15:guide>
        <p15:guide id="2" orient="horz" pos="2520" userDrawn="1">
          <p15:clr>
            <a:srgbClr val="5ACBF0"/>
          </p15:clr>
        </p15:guide>
        <p15:guide id="3" pos="6144">
          <p15:clr>
            <a:srgbClr val="5ACBF0"/>
          </p15:clr>
        </p15:guide>
        <p15:guide id="4" orient="horz" pos="216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econdary Title Slide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b="0" i="0" spc="-150" baseline="0">
                <a:solidFill>
                  <a:schemeClr val="bg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b="0" i="0" spc="0" baseline="0">
                <a:solidFill>
                  <a:schemeClr val="bg1"/>
                </a:solidFill>
                <a:latin typeface="+mn-lt"/>
                <a:cs typeface="Segoe UI" panose="020B0502040204020203" pitchFamily="34" charset="0"/>
              </a:defRPr>
            </a:lvl1pPr>
          </a:lstStyle>
          <a:p>
            <a:pPr lvl="0"/>
            <a:r>
              <a:rPr lang="en-US"/>
              <a:t>Speaker name or subtitle text</a:t>
            </a:r>
          </a:p>
        </p:txBody>
      </p:sp>
      <p:pic>
        <p:nvPicPr>
          <p:cNvPr id="2" name="Picture 1" descr="Microsoft Azure logo">
            <a:extLst>
              <a:ext uri="{FF2B5EF4-FFF2-40B4-BE49-F238E27FC236}">
                <a16:creationId xmlns:a16="http://schemas.microsoft.com/office/drawing/2014/main" id="{69F709E8-1811-1B40-C29C-D0B3067652FD}"/>
              </a:ext>
            </a:extLst>
          </p:cNvPr>
          <p:cNvPicPr>
            <a:picLocks noChangeAspect="1"/>
          </p:cNvPicPr>
          <p:nvPr userDrawn="1"/>
        </p:nvPicPr>
        <p:blipFill>
          <a:blip r:embed="rId3"/>
          <a:srcRect/>
          <a:stretch/>
        </p:blipFill>
        <p:spPr>
          <a:xfrm>
            <a:off x="294223" y="296181"/>
            <a:ext cx="2623905" cy="867877"/>
          </a:xfrm>
          <a:prstGeom prst="rect">
            <a:avLst/>
          </a:prstGeom>
        </p:spPr>
      </p:pic>
    </p:spTree>
    <p:extLst>
      <p:ext uri="{BB962C8B-B14F-4D97-AF65-F5344CB8AC3E}">
        <p14:creationId xmlns:p14="http://schemas.microsoft.com/office/powerpoint/2010/main" val="68719181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520" userDrawn="1">
          <p15:clr>
            <a:srgbClr val="5ACBF0"/>
          </p15:clr>
        </p15:guide>
        <p15:guide id="3" pos="6144">
          <p15:clr>
            <a:srgbClr val="5ACBF0"/>
          </p15:clr>
        </p15:guide>
        <p15:guide id="4" orient="horz" pos="216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econdary Title Slid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b="0" i="0" spc="-150" baseline="0">
                <a:solidFill>
                  <a:schemeClr val="bg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b="0" i="0" spc="0" baseline="0">
                <a:solidFill>
                  <a:schemeClr val="bg1"/>
                </a:solidFill>
                <a:latin typeface="+mn-lt"/>
                <a:cs typeface="Segoe UI" panose="020B0502040204020203" pitchFamily="34" charset="0"/>
              </a:defRPr>
            </a:lvl1pPr>
          </a:lstStyle>
          <a:p>
            <a:pPr lvl="0"/>
            <a:r>
              <a:rPr lang="en-US"/>
              <a:t>Speaker name or subtitle text</a:t>
            </a:r>
          </a:p>
        </p:txBody>
      </p:sp>
      <p:pic>
        <p:nvPicPr>
          <p:cNvPr id="2" name="Picture 1" descr="Microsoft Azure logo">
            <a:extLst>
              <a:ext uri="{FF2B5EF4-FFF2-40B4-BE49-F238E27FC236}">
                <a16:creationId xmlns:a16="http://schemas.microsoft.com/office/drawing/2014/main" id="{B6AD3664-A35C-72BB-FE02-7D7E84655C26}"/>
              </a:ext>
            </a:extLst>
          </p:cNvPr>
          <p:cNvPicPr>
            <a:picLocks noChangeAspect="1"/>
          </p:cNvPicPr>
          <p:nvPr userDrawn="1"/>
        </p:nvPicPr>
        <p:blipFill>
          <a:blip r:embed="rId3"/>
          <a:srcRect/>
          <a:stretch/>
        </p:blipFill>
        <p:spPr>
          <a:xfrm>
            <a:off x="294223" y="296181"/>
            <a:ext cx="2623905" cy="867877"/>
          </a:xfrm>
          <a:prstGeom prst="rect">
            <a:avLst/>
          </a:prstGeom>
        </p:spPr>
      </p:pic>
    </p:spTree>
    <p:extLst>
      <p:ext uri="{BB962C8B-B14F-4D97-AF65-F5344CB8AC3E}">
        <p14:creationId xmlns:p14="http://schemas.microsoft.com/office/powerpoint/2010/main" val="316894353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520" userDrawn="1">
          <p15:clr>
            <a:srgbClr val="5ACBF0"/>
          </p15:clr>
        </p15:guide>
        <p15:guide id="3" pos="6144">
          <p15:clr>
            <a:srgbClr val="5ACBF0"/>
          </p15:clr>
        </p15:guide>
        <p15:guide id="4" orient="horz" pos="216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ondary Title Slid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b="0" i="0" spc="-150" baseline="0">
                <a:solidFill>
                  <a:schemeClr val="accent5"/>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b="0" i="0" spc="0" baseline="0">
                <a:solidFill>
                  <a:schemeClr val="accent5"/>
                </a:solidFill>
                <a:latin typeface="+mn-lt"/>
                <a:cs typeface="Segoe UI" panose="020B0502040204020203" pitchFamily="34" charset="0"/>
              </a:defRPr>
            </a:lvl1pPr>
          </a:lstStyle>
          <a:p>
            <a:pPr lvl="0"/>
            <a:r>
              <a:rPr lang="en-US"/>
              <a:t>Speaker name or subtitle text</a:t>
            </a:r>
          </a:p>
        </p:txBody>
      </p:sp>
      <p:pic>
        <p:nvPicPr>
          <p:cNvPr id="2" name="Picture 1" descr="Microsoft Azure logo">
            <a:extLst>
              <a:ext uri="{FF2B5EF4-FFF2-40B4-BE49-F238E27FC236}">
                <a16:creationId xmlns:a16="http://schemas.microsoft.com/office/drawing/2014/main" id="{AE09D156-5C8F-7398-CFAF-149A8FA88605}"/>
              </a:ext>
            </a:extLst>
          </p:cNvPr>
          <p:cNvPicPr>
            <a:picLocks noChangeAspect="1"/>
          </p:cNvPicPr>
          <p:nvPr userDrawn="1"/>
        </p:nvPicPr>
        <p:blipFill>
          <a:blip r:embed="rId3"/>
          <a:stretch>
            <a:fillRect/>
          </a:stretch>
        </p:blipFill>
        <p:spPr>
          <a:xfrm>
            <a:off x="294223" y="296181"/>
            <a:ext cx="2623905" cy="867878"/>
          </a:xfrm>
          <a:prstGeom prst="rect">
            <a:avLst/>
          </a:prstGeom>
        </p:spPr>
      </p:pic>
    </p:spTree>
    <p:extLst>
      <p:ext uri="{BB962C8B-B14F-4D97-AF65-F5344CB8AC3E}">
        <p14:creationId xmlns:p14="http://schemas.microsoft.com/office/powerpoint/2010/main" val="160602042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520">
          <p15:clr>
            <a:srgbClr val="5ACBF0"/>
          </p15:clr>
        </p15:guide>
        <p15:guide id="3" pos="6144">
          <p15:clr>
            <a:srgbClr val="5ACBF0"/>
          </p15:clr>
        </p15:guide>
        <p15:guide id="4" orient="horz" pos="216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ondary Title Slide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b="0" i="0" spc="-150" baseline="0">
                <a:solidFill>
                  <a:schemeClr val="accent5"/>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b="0" i="0" spc="0" baseline="0">
                <a:solidFill>
                  <a:schemeClr val="accent5"/>
                </a:solidFill>
                <a:latin typeface="+mn-lt"/>
                <a:cs typeface="Segoe UI" panose="020B0502040204020203" pitchFamily="34" charset="0"/>
              </a:defRPr>
            </a:lvl1pPr>
          </a:lstStyle>
          <a:p>
            <a:pPr lvl="0"/>
            <a:r>
              <a:rPr lang="en-US"/>
              <a:t>Speaker name or subtitle text</a:t>
            </a:r>
          </a:p>
        </p:txBody>
      </p:sp>
      <p:pic>
        <p:nvPicPr>
          <p:cNvPr id="3" name="Picture 2" descr="Microsoft Azure logo">
            <a:extLst>
              <a:ext uri="{FF2B5EF4-FFF2-40B4-BE49-F238E27FC236}">
                <a16:creationId xmlns:a16="http://schemas.microsoft.com/office/drawing/2014/main" id="{BD59DF4D-F197-453D-5788-E7C5CE3BF40E}"/>
              </a:ext>
            </a:extLst>
          </p:cNvPr>
          <p:cNvPicPr>
            <a:picLocks noChangeAspect="1"/>
          </p:cNvPicPr>
          <p:nvPr userDrawn="1"/>
        </p:nvPicPr>
        <p:blipFill>
          <a:blip r:embed="rId3"/>
          <a:stretch>
            <a:fillRect/>
          </a:stretch>
        </p:blipFill>
        <p:spPr>
          <a:xfrm>
            <a:off x="294223" y="296181"/>
            <a:ext cx="2623905" cy="867878"/>
          </a:xfrm>
          <a:prstGeom prst="rect">
            <a:avLst/>
          </a:prstGeom>
        </p:spPr>
      </p:pic>
    </p:spTree>
    <p:extLst>
      <p:ext uri="{BB962C8B-B14F-4D97-AF65-F5344CB8AC3E}">
        <p14:creationId xmlns:p14="http://schemas.microsoft.com/office/powerpoint/2010/main" val="374565276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520">
          <p15:clr>
            <a:srgbClr val="5ACBF0"/>
          </p15:clr>
        </p15:guide>
        <p15:guide id="3" pos="6144">
          <p15:clr>
            <a:srgbClr val="5ACBF0"/>
          </p15:clr>
        </p15:guide>
        <p15:guide id="4" orient="horz" pos="216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econdary Title Slide 5">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18223"/>
            <a:ext cx="9144000" cy="615553"/>
          </a:xfrm>
          <a:noFill/>
        </p:spPr>
        <p:txBody>
          <a:bodyPr lIns="0" tIns="0" rIns="0" bIns="0" anchor="b" anchorCtr="0">
            <a:spAutoFit/>
          </a:bodyPr>
          <a:lstStyle>
            <a:lvl1pPr>
              <a:defRPr sz="4000" b="0" i="0" spc="-150" baseline="0">
                <a:solidFill>
                  <a:srgbClr val="1A00E2"/>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246221"/>
          </a:xfrm>
          <a:noFill/>
        </p:spPr>
        <p:txBody>
          <a:bodyPr wrap="square" lIns="0" tIns="0" rIns="0" bIns="0">
            <a:spAutoFit/>
          </a:bodyPr>
          <a:lstStyle>
            <a:lvl1pPr marL="0" indent="0">
              <a:spcBef>
                <a:spcPts val="0"/>
              </a:spcBef>
              <a:buNone/>
              <a:defRPr sz="1600" b="0" i="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2" name="Picture 1" descr="Microsoft Azure logo">
            <a:extLst>
              <a:ext uri="{FF2B5EF4-FFF2-40B4-BE49-F238E27FC236}">
                <a16:creationId xmlns:a16="http://schemas.microsoft.com/office/drawing/2014/main" id="{713A1BFA-9304-9AFB-199A-70D66765FCC2}"/>
              </a:ext>
            </a:extLst>
          </p:cNvPr>
          <p:cNvPicPr>
            <a:picLocks noChangeAspect="1"/>
          </p:cNvPicPr>
          <p:nvPr userDrawn="1"/>
        </p:nvPicPr>
        <p:blipFill>
          <a:blip r:embed="rId2"/>
          <a:stretch>
            <a:fillRect/>
          </a:stretch>
        </p:blipFill>
        <p:spPr>
          <a:xfrm>
            <a:off x="294223" y="296181"/>
            <a:ext cx="2623905" cy="867878"/>
          </a:xfrm>
          <a:prstGeom prst="rect">
            <a:avLst/>
          </a:prstGeom>
        </p:spPr>
      </p:pic>
    </p:spTree>
    <p:extLst>
      <p:ext uri="{BB962C8B-B14F-4D97-AF65-F5344CB8AC3E}">
        <p14:creationId xmlns:p14="http://schemas.microsoft.com/office/powerpoint/2010/main" val="53439708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8CE50-46CE-0973-AC08-7477BEAD00F3}"/>
              </a:ext>
            </a:extLst>
          </p:cNvPr>
          <p:cNvSpPr>
            <a:spLocks noGrp="1"/>
          </p:cNvSpPr>
          <p:nvPr>
            <p:ph type="title"/>
          </p:nvPr>
        </p:nvSpPr>
        <p:spPr/>
        <p:txBody>
          <a:bodyPr/>
          <a:lstStyle>
            <a:lvl1pPr>
              <a:defRPr>
                <a:solidFill>
                  <a:schemeClr val="tx2"/>
                </a:solidFill>
                <a:latin typeface="+mj-lt"/>
              </a:defRPr>
            </a:lvl1pPr>
          </a:lstStyle>
          <a:p>
            <a:r>
              <a:rPr lang="en-US"/>
              <a:t>Click to edit Master title style</a:t>
            </a:r>
          </a:p>
        </p:txBody>
      </p:sp>
      <p:sp>
        <p:nvSpPr>
          <p:cNvPr id="3" name="Text Placeholder 11">
            <a:extLst>
              <a:ext uri="{FF2B5EF4-FFF2-40B4-BE49-F238E27FC236}">
                <a16:creationId xmlns:a16="http://schemas.microsoft.com/office/drawing/2014/main" id="{03424D10-01E7-37F9-6091-2C95487D9F73}"/>
              </a:ext>
            </a:extLst>
          </p:cNvPr>
          <p:cNvSpPr>
            <a:spLocks noGrp="1"/>
          </p:cNvSpPr>
          <p:nvPr>
            <p:ph type="body" sz="quarter" idx="16"/>
          </p:nvPr>
        </p:nvSpPr>
        <p:spPr>
          <a:xfrm>
            <a:off x="584200" y="1438275"/>
            <a:ext cx="2532063" cy="615553"/>
          </a:xfrm>
        </p:spPr>
        <p:txBody>
          <a:bodyPr anchor="t"/>
          <a:lstStyle>
            <a:lvl1pPr marL="0" indent="0">
              <a:spcBef>
                <a:spcPts val="0"/>
              </a:spcBef>
              <a:buNone/>
              <a:defRPr sz="2000" b="0" i="0">
                <a:solidFill>
                  <a:schemeClr val="tx2"/>
                </a:solidFill>
                <a:latin typeface="+mj-lt"/>
              </a:defRPr>
            </a:lvl1pPr>
          </a:lstStyle>
          <a:p>
            <a:pPr lvl="0"/>
            <a:r>
              <a:rPr lang="en-US"/>
              <a:t>Click to edit Master text styles</a:t>
            </a:r>
          </a:p>
        </p:txBody>
      </p:sp>
      <p:sp>
        <p:nvSpPr>
          <p:cNvPr id="4" name="Text Placeholder 7">
            <a:extLst>
              <a:ext uri="{FF2B5EF4-FFF2-40B4-BE49-F238E27FC236}">
                <a16:creationId xmlns:a16="http://schemas.microsoft.com/office/drawing/2014/main" id="{FDFE8ED1-0EC9-B339-1813-0B4260A0A2DA}"/>
              </a:ext>
            </a:extLst>
          </p:cNvPr>
          <p:cNvSpPr>
            <a:spLocks noGrp="1"/>
          </p:cNvSpPr>
          <p:nvPr>
            <p:ph type="body" sz="quarter" idx="14"/>
          </p:nvPr>
        </p:nvSpPr>
        <p:spPr>
          <a:xfrm>
            <a:off x="584200" y="2283115"/>
            <a:ext cx="2532063" cy="1600438"/>
          </a:xfrm>
        </p:spPr>
        <p:txBody>
          <a:bodyPr vert="horz" wrap="square" lIns="0" tIns="0" rIns="0" bIns="0" rtlCol="0">
            <a:spAutoFit/>
          </a:bodyPr>
          <a:lstStyle>
            <a:lvl1pPr>
              <a:defRPr lang="en-US" sz="1600" dirty="0">
                <a:latin typeface="+mn-lt"/>
              </a:defRPr>
            </a:lvl1pPr>
            <a:lvl2pPr>
              <a:defRPr lang="en-US" sz="1600" dirty="0">
                <a:latin typeface="+mn-lt"/>
              </a:defRPr>
            </a:lvl2pPr>
            <a:lvl3pPr>
              <a:defRPr lang="en-US" sz="1600" dirty="0">
                <a:latin typeface="+mn-lt"/>
              </a:defRPr>
            </a:lvl3pPr>
            <a:lvl4pPr>
              <a:defRPr lang="en-US" sz="1400" dirty="0">
                <a:latin typeface="+mn-lt"/>
              </a:defRPr>
            </a:lvl4pPr>
            <a:lvl5pPr>
              <a:defRPr lang="en-US" sz="1400" dirty="0">
                <a:latin typeface="+mn-lt"/>
              </a:defRPr>
            </a:lvl5pPr>
          </a:lstStyle>
          <a:p>
            <a:pPr marL="141288" lvl="0" indent="-141288"/>
            <a:r>
              <a:rPr lang="en-US"/>
              <a:t>Click to edit Master text styles</a:t>
            </a:r>
          </a:p>
          <a:p>
            <a:pPr marL="141288" lvl="1" indent="-141288"/>
            <a:r>
              <a:rPr lang="en-US"/>
              <a:t>Second level</a:t>
            </a:r>
          </a:p>
          <a:p>
            <a:pPr marL="141288" lvl="2" indent="-141288"/>
            <a:r>
              <a:rPr lang="en-US"/>
              <a:t>Third level</a:t>
            </a:r>
          </a:p>
          <a:p>
            <a:pPr marL="141288" lvl="3" indent="-141288"/>
            <a:r>
              <a:rPr lang="en-US"/>
              <a:t>Fourth level</a:t>
            </a:r>
          </a:p>
          <a:p>
            <a:pPr marL="141288" lvl="4" indent="-141288"/>
            <a:r>
              <a:rPr lang="en-US"/>
              <a:t>Fifth level</a:t>
            </a:r>
          </a:p>
        </p:txBody>
      </p:sp>
      <p:sp>
        <p:nvSpPr>
          <p:cNvPr id="5" name="Text Placeholder 11">
            <a:extLst>
              <a:ext uri="{FF2B5EF4-FFF2-40B4-BE49-F238E27FC236}">
                <a16:creationId xmlns:a16="http://schemas.microsoft.com/office/drawing/2014/main" id="{823006D8-810A-DCBB-7E79-17F6322E2FFC}"/>
              </a:ext>
            </a:extLst>
          </p:cNvPr>
          <p:cNvSpPr>
            <a:spLocks noGrp="1"/>
          </p:cNvSpPr>
          <p:nvPr>
            <p:ph type="body" sz="quarter" idx="17"/>
          </p:nvPr>
        </p:nvSpPr>
        <p:spPr>
          <a:xfrm>
            <a:off x="3413125" y="1438275"/>
            <a:ext cx="2533650" cy="615553"/>
          </a:xfrm>
        </p:spPr>
        <p:txBody>
          <a:bodyPr anchor="t"/>
          <a:lstStyle>
            <a:lvl1pPr marL="0" indent="0">
              <a:spcBef>
                <a:spcPts val="0"/>
              </a:spcBef>
              <a:buNone/>
              <a:defRPr lang="en-US" sz="2000" b="0" i="0" kern="1200" spc="0" baseline="0" dirty="0">
                <a:solidFill>
                  <a:schemeClr val="tx2"/>
                </a:solidFill>
                <a:latin typeface="+mj-lt"/>
                <a:ea typeface="+mn-ea"/>
                <a:cs typeface="Segoe UI" panose="020B0502040204020203" pitchFamily="34" charset="0"/>
              </a:defRPr>
            </a:lvl1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pPr>
            <a:r>
              <a:rPr lang="en-US"/>
              <a:t>Click to edit Master text styles</a:t>
            </a:r>
          </a:p>
        </p:txBody>
      </p:sp>
      <p:sp>
        <p:nvSpPr>
          <p:cNvPr id="6" name="Text Placeholder 9">
            <a:extLst>
              <a:ext uri="{FF2B5EF4-FFF2-40B4-BE49-F238E27FC236}">
                <a16:creationId xmlns:a16="http://schemas.microsoft.com/office/drawing/2014/main" id="{ADAAB847-57CB-2458-2ADA-6D7770794074}"/>
              </a:ext>
            </a:extLst>
          </p:cNvPr>
          <p:cNvSpPr>
            <a:spLocks noGrp="1"/>
          </p:cNvSpPr>
          <p:nvPr>
            <p:ph type="body" sz="quarter" idx="15"/>
          </p:nvPr>
        </p:nvSpPr>
        <p:spPr>
          <a:xfrm>
            <a:off x="3413125" y="2276475"/>
            <a:ext cx="2532063" cy="1600438"/>
          </a:xfrm>
        </p:spPr>
        <p:txBody>
          <a:bodyPr vert="horz" wrap="square" lIns="0" tIns="0" rIns="0" bIns="0" rtlCol="0">
            <a:spAutoFit/>
          </a:bodyPr>
          <a:lstStyle>
            <a:lvl1pPr>
              <a:defRPr lang="en-US" sz="1600" dirty="0">
                <a:latin typeface="+mn-lt"/>
              </a:defRPr>
            </a:lvl1pPr>
            <a:lvl2pPr>
              <a:defRPr lang="en-US" sz="1600" dirty="0">
                <a:latin typeface="+mn-lt"/>
              </a:defRPr>
            </a:lvl2pPr>
            <a:lvl3pPr>
              <a:defRPr lang="en-US" sz="1600" dirty="0">
                <a:latin typeface="+mn-lt"/>
              </a:defRPr>
            </a:lvl3pPr>
            <a:lvl4pPr>
              <a:defRPr lang="en-US" sz="1400" dirty="0">
                <a:latin typeface="+mn-lt"/>
              </a:defRPr>
            </a:lvl4pPr>
            <a:lvl5pPr>
              <a:defRPr lang="en-US" sz="1400" dirty="0">
                <a:latin typeface="+mn-lt"/>
              </a:defRPr>
            </a:lvl5pPr>
          </a:lstStyle>
          <a:p>
            <a:pPr marL="141288" lvl="0" indent="-141288"/>
            <a:r>
              <a:rPr lang="en-US"/>
              <a:t>Click to edit Master text styles</a:t>
            </a:r>
          </a:p>
          <a:p>
            <a:pPr marL="141288" lvl="1" indent="-141288"/>
            <a:r>
              <a:rPr lang="en-US"/>
              <a:t>Second level</a:t>
            </a:r>
          </a:p>
          <a:p>
            <a:pPr marL="141288" lvl="2" indent="-141288"/>
            <a:r>
              <a:rPr lang="en-US"/>
              <a:t>Third level</a:t>
            </a:r>
          </a:p>
          <a:p>
            <a:pPr marL="141288" lvl="3" indent="-141288"/>
            <a:r>
              <a:rPr lang="en-US"/>
              <a:t>Fourth level</a:t>
            </a:r>
          </a:p>
          <a:p>
            <a:pPr marL="141288" lvl="4" indent="-141288"/>
            <a:r>
              <a:rPr lang="en-US"/>
              <a:t>Fifth level</a:t>
            </a:r>
          </a:p>
        </p:txBody>
      </p:sp>
      <p:sp>
        <p:nvSpPr>
          <p:cNvPr id="7" name="Text Placeholder 11">
            <a:extLst>
              <a:ext uri="{FF2B5EF4-FFF2-40B4-BE49-F238E27FC236}">
                <a16:creationId xmlns:a16="http://schemas.microsoft.com/office/drawing/2014/main" id="{6B655A31-FF73-73EA-1EA8-00F13891AB94}"/>
              </a:ext>
            </a:extLst>
          </p:cNvPr>
          <p:cNvSpPr>
            <a:spLocks noGrp="1"/>
          </p:cNvSpPr>
          <p:nvPr>
            <p:ph type="body" sz="quarter" idx="18"/>
          </p:nvPr>
        </p:nvSpPr>
        <p:spPr>
          <a:xfrm>
            <a:off x="6244208" y="1438275"/>
            <a:ext cx="2532063" cy="615553"/>
          </a:xfrm>
        </p:spPr>
        <p:txBody>
          <a:bodyPr anchor="t"/>
          <a:lstStyle>
            <a:lvl1pPr marL="0" indent="0">
              <a:spcBef>
                <a:spcPts val="0"/>
              </a:spcBef>
              <a:buNone/>
              <a:defRPr lang="en-US" sz="2000" b="0" i="0" kern="1200" spc="0" baseline="0" dirty="0">
                <a:solidFill>
                  <a:schemeClr val="tx2"/>
                </a:solidFill>
                <a:latin typeface="+mj-lt"/>
                <a:ea typeface="+mn-ea"/>
                <a:cs typeface="Segoe UI" panose="020B0502040204020203" pitchFamily="34" charset="0"/>
              </a:defRPr>
            </a:lvl1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pPr>
            <a:r>
              <a:rPr lang="en-US"/>
              <a:t>Click to edit Master text styles</a:t>
            </a:r>
          </a:p>
        </p:txBody>
      </p:sp>
      <p:sp>
        <p:nvSpPr>
          <p:cNvPr id="8" name="Text Placeholder 7">
            <a:extLst>
              <a:ext uri="{FF2B5EF4-FFF2-40B4-BE49-F238E27FC236}">
                <a16:creationId xmlns:a16="http://schemas.microsoft.com/office/drawing/2014/main" id="{E819634A-80BB-C620-3C16-1EA80A7B1C18}"/>
              </a:ext>
            </a:extLst>
          </p:cNvPr>
          <p:cNvSpPr>
            <a:spLocks noGrp="1"/>
          </p:cNvSpPr>
          <p:nvPr>
            <p:ph type="body" sz="quarter" idx="19"/>
          </p:nvPr>
        </p:nvSpPr>
        <p:spPr>
          <a:xfrm>
            <a:off x="6244208" y="2283115"/>
            <a:ext cx="2532063" cy="1600438"/>
          </a:xfrm>
        </p:spPr>
        <p:txBody>
          <a:bodyPr vert="horz" wrap="square" lIns="0" tIns="0" rIns="0" bIns="0" rtlCol="0">
            <a:spAutoFit/>
          </a:bodyPr>
          <a:lstStyle>
            <a:lvl1pPr>
              <a:defRPr lang="en-US" sz="1600" dirty="0">
                <a:latin typeface="+mn-lt"/>
              </a:defRPr>
            </a:lvl1pPr>
            <a:lvl2pPr>
              <a:defRPr lang="en-US" sz="1600" dirty="0">
                <a:latin typeface="+mn-lt"/>
              </a:defRPr>
            </a:lvl2pPr>
            <a:lvl3pPr>
              <a:defRPr lang="en-US" sz="1600" dirty="0">
                <a:latin typeface="+mn-lt"/>
              </a:defRPr>
            </a:lvl3pPr>
            <a:lvl4pPr>
              <a:defRPr lang="en-US" sz="1400" dirty="0">
                <a:latin typeface="+mn-lt"/>
              </a:defRPr>
            </a:lvl4pPr>
            <a:lvl5pPr>
              <a:defRPr lang="en-US" sz="1400" dirty="0">
                <a:latin typeface="+mn-lt"/>
              </a:defRPr>
            </a:lvl5pPr>
          </a:lstStyle>
          <a:p>
            <a:pPr marL="141288" lvl="0" indent="-141288"/>
            <a:r>
              <a:rPr lang="en-US"/>
              <a:t>Click to edit Master text styles</a:t>
            </a:r>
          </a:p>
          <a:p>
            <a:pPr marL="141288" lvl="1" indent="-141288"/>
            <a:r>
              <a:rPr lang="en-US"/>
              <a:t>Second level</a:t>
            </a:r>
          </a:p>
          <a:p>
            <a:pPr marL="141288" lvl="2" indent="-141288"/>
            <a:r>
              <a:rPr lang="en-US"/>
              <a:t>Third level</a:t>
            </a:r>
          </a:p>
          <a:p>
            <a:pPr marL="141288" lvl="3" indent="-141288"/>
            <a:r>
              <a:rPr lang="en-US"/>
              <a:t>Fourth level</a:t>
            </a:r>
          </a:p>
          <a:p>
            <a:pPr marL="141288" lvl="4" indent="-141288"/>
            <a:r>
              <a:rPr lang="en-US"/>
              <a:t>Fifth level</a:t>
            </a:r>
          </a:p>
        </p:txBody>
      </p:sp>
      <p:sp>
        <p:nvSpPr>
          <p:cNvPr id="9" name="Text Placeholder 11">
            <a:extLst>
              <a:ext uri="{FF2B5EF4-FFF2-40B4-BE49-F238E27FC236}">
                <a16:creationId xmlns:a16="http://schemas.microsoft.com/office/drawing/2014/main" id="{05E7CC6D-40F5-C58C-FC44-793B1A98AC5D}"/>
              </a:ext>
            </a:extLst>
          </p:cNvPr>
          <p:cNvSpPr>
            <a:spLocks noGrp="1"/>
          </p:cNvSpPr>
          <p:nvPr>
            <p:ph type="body" sz="quarter" idx="20"/>
          </p:nvPr>
        </p:nvSpPr>
        <p:spPr>
          <a:xfrm>
            <a:off x="9073133" y="1438275"/>
            <a:ext cx="2533650" cy="615553"/>
          </a:xfrm>
        </p:spPr>
        <p:txBody>
          <a:bodyPr anchor="t"/>
          <a:lstStyle>
            <a:lvl1pPr marL="0" indent="0">
              <a:spcBef>
                <a:spcPts val="0"/>
              </a:spcBef>
              <a:buNone/>
              <a:defRPr lang="en-US" sz="2000" b="0" i="0" kern="1200" spc="0" baseline="0" dirty="0">
                <a:solidFill>
                  <a:schemeClr val="tx2"/>
                </a:solidFill>
                <a:latin typeface="+mj-lt"/>
                <a:ea typeface="+mn-ea"/>
                <a:cs typeface="Segoe UI" panose="020B0502040204020203" pitchFamily="34" charset="0"/>
              </a:defRPr>
            </a:lvl1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pPr>
            <a:r>
              <a:rPr lang="en-US"/>
              <a:t>Click to edit Master text styles</a:t>
            </a:r>
          </a:p>
        </p:txBody>
      </p:sp>
      <p:sp>
        <p:nvSpPr>
          <p:cNvPr id="10" name="Text Placeholder 9">
            <a:extLst>
              <a:ext uri="{FF2B5EF4-FFF2-40B4-BE49-F238E27FC236}">
                <a16:creationId xmlns:a16="http://schemas.microsoft.com/office/drawing/2014/main" id="{E6B93ED5-5CA7-C983-373E-E42D7424C7CB}"/>
              </a:ext>
            </a:extLst>
          </p:cNvPr>
          <p:cNvSpPr>
            <a:spLocks noGrp="1"/>
          </p:cNvSpPr>
          <p:nvPr>
            <p:ph type="body" sz="quarter" idx="21"/>
          </p:nvPr>
        </p:nvSpPr>
        <p:spPr>
          <a:xfrm>
            <a:off x="9073133" y="2276475"/>
            <a:ext cx="2532063" cy="1600438"/>
          </a:xfrm>
        </p:spPr>
        <p:txBody>
          <a:bodyPr vert="horz" wrap="square" lIns="0" tIns="0" rIns="0" bIns="0" rtlCol="0">
            <a:spAutoFit/>
          </a:bodyPr>
          <a:lstStyle>
            <a:lvl1pPr>
              <a:defRPr lang="en-US" sz="1600">
                <a:latin typeface="+mn-lt"/>
              </a:defRPr>
            </a:lvl1pPr>
            <a:lvl2pPr>
              <a:defRPr lang="en-US" sz="1600">
                <a:latin typeface="+mn-lt"/>
              </a:defRPr>
            </a:lvl2pPr>
            <a:lvl3pPr>
              <a:defRPr lang="en-US" sz="1600">
                <a:latin typeface="+mn-lt"/>
              </a:defRPr>
            </a:lvl3pPr>
            <a:lvl4pPr>
              <a:defRPr lang="en-US" sz="1400">
                <a:latin typeface="+mn-lt"/>
              </a:defRPr>
            </a:lvl4pPr>
            <a:lvl5pPr>
              <a:defRPr lang="en-US" sz="1400" dirty="0">
                <a:latin typeface="+mn-lt"/>
              </a:defRPr>
            </a:lvl5pPr>
          </a:lstStyle>
          <a:p>
            <a:pPr marL="141288" lvl="0" indent="-141288"/>
            <a:r>
              <a:rPr lang="en-US"/>
              <a:t>Click to edit Master text styles</a:t>
            </a:r>
          </a:p>
          <a:p>
            <a:pPr marL="141288" lvl="1" indent="-141288"/>
            <a:r>
              <a:rPr lang="en-US"/>
              <a:t>Second level</a:t>
            </a:r>
          </a:p>
          <a:p>
            <a:pPr marL="141288" lvl="2" indent="-141288"/>
            <a:r>
              <a:rPr lang="en-US"/>
              <a:t>Third level</a:t>
            </a:r>
          </a:p>
          <a:p>
            <a:pPr marL="141288" lvl="3" indent="-141288"/>
            <a:r>
              <a:rPr lang="en-US"/>
              <a:t>Fourth level</a:t>
            </a:r>
          </a:p>
          <a:p>
            <a:pPr marL="141288" lvl="4" indent="-141288"/>
            <a:r>
              <a:rPr lang="en-US"/>
              <a:t>Fifth level</a:t>
            </a:r>
          </a:p>
        </p:txBody>
      </p:sp>
    </p:spTree>
    <p:extLst>
      <p:ext uri="{BB962C8B-B14F-4D97-AF65-F5344CB8AC3E}">
        <p14:creationId xmlns:p14="http://schemas.microsoft.com/office/powerpoint/2010/main" val="2801096839"/>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2"/>
                </a:solidFill>
                <a:latin typeface="+mj-lt"/>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618228"/>
          </a:xfrm>
        </p:spPr>
        <p:txBody>
          <a:bodyPr/>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b="0" i="0">
                <a:solidFill>
                  <a:srgbClr val="A3A3A3"/>
                </a:solidFill>
                <a:latin typeface="Segoe UI" panose="020B0502040204020203" pitchFamily="34" charset="0"/>
              </a:rPr>
              <a:t>ELT layout</a:t>
            </a:r>
          </a:p>
        </p:txBody>
      </p:sp>
    </p:spTree>
    <p:extLst>
      <p:ext uri="{BB962C8B-B14F-4D97-AF65-F5344CB8AC3E}">
        <p14:creationId xmlns:p14="http://schemas.microsoft.com/office/powerpoint/2010/main" val="3224827369"/>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lvl1pPr>
              <a:defRPr>
                <a:latin typeface="+mj-lt"/>
              </a:defRPr>
            </a:lvl1pPr>
          </a:lstStyle>
          <a:p>
            <a:r>
              <a:rPr lang="en-US"/>
              <a:t>Click to edit Master title style</a:t>
            </a:r>
          </a:p>
        </p:txBody>
      </p:sp>
      <p:sp>
        <p:nvSpPr>
          <p:cNvPr id="4" name="Text Placeholder 3"/>
          <p:cNvSpPr>
            <a:spLocks noGrp="1"/>
          </p:cNvSpPr>
          <p:nvPr>
            <p:ph type="body" sz="quarter" idx="10"/>
          </p:nvPr>
        </p:nvSpPr>
        <p:spPr>
          <a:xfrm>
            <a:off x="586390" y="1434370"/>
            <a:ext cx="11018520" cy="1612749"/>
          </a:xfrm>
        </p:spPr>
        <p:txBody>
          <a:bodyPr wrap="square">
            <a:spAutoFit/>
          </a:bodyPr>
          <a:lstStyle>
            <a:lvl1pPr marL="0" indent="0">
              <a:buNone/>
              <a:defRPr>
                <a:latin typeface="+mn-lt"/>
              </a:defRPr>
            </a:lvl1pPr>
            <a:lvl2pPr marL="228600" indent="0">
              <a:buNone/>
              <a:defRPr>
                <a:latin typeface="+mn-lt"/>
              </a:defRPr>
            </a:lvl2pPr>
            <a:lvl3pPr marL="457200" indent="0">
              <a:buNone/>
              <a:defRPr>
                <a:latin typeface="+mn-lt"/>
              </a:defRPr>
            </a:lvl3pPr>
            <a:lvl4pPr marL="685800" indent="0">
              <a:buNone/>
              <a:defRPr>
                <a:latin typeface="+mn-lt"/>
              </a:defRPr>
            </a:lvl4pPr>
            <a:lvl5pPr marL="914400" indent="0">
              <a:buNone/>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96579812"/>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lvl1pPr>
              <a:defRPr>
                <a:solidFill>
                  <a:schemeClr val="tx2"/>
                </a:solidFill>
                <a:latin typeface="+mj-lt"/>
              </a:defRPr>
            </a:lvl1p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499356"/>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499356"/>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b="0" i="0">
                <a:solidFill>
                  <a:srgbClr val="A3A3A3"/>
                </a:solidFill>
                <a:latin typeface="Segoe UI" panose="020B0502040204020203" pitchFamily="34" charset="0"/>
              </a:rPr>
              <a:t>ELT layout</a:t>
            </a:r>
          </a:p>
        </p:txBody>
      </p:sp>
    </p:spTree>
    <p:extLst>
      <p:ext uri="{BB962C8B-B14F-4D97-AF65-F5344CB8AC3E}">
        <p14:creationId xmlns:p14="http://schemas.microsoft.com/office/powerpoint/2010/main" val="1630914654"/>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lvl1pPr>
              <a:defRPr>
                <a:solidFill>
                  <a:schemeClr val="tx2"/>
                </a:solidFill>
                <a:latin typeface="+mj-lt"/>
              </a:defRPr>
            </a:lvl1p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mn-lt"/>
                <a:cs typeface="Segoe UI" panose="020B0502040204020203" pitchFamily="34" charset="0"/>
              </a:defRPr>
            </a:lvl1pPr>
            <a:lvl2pPr marL="255588" indent="0">
              <a:buFont typeface="Wingdings" panose="05000000000000000000" pitchFamily="2" charset="2"/>
              <a:buNone/>
              <a:defRPr sz="2000" b="0">
                <a:latin typeface="+mn-lt"/>
              </a:defRPr>
            </a:lvl2pPr>
            <a:lvl3pPr marL="450850" indent="0">
              <a:buFont typeface="Wingdings" panose="05000000000000000000" pitchFamily="2" charset="2"/>
              <a:buNone/>
              <a:tabLst/>
              <a:defRPr sz="1600" b="0">
                <a:latin typeface="+mn-lt"/>
              </a:defRPr>
            </a:lvl3pPr>
            <a:lvl4pPr marL="652462" indent="0">
              <a:buFont typeface="Wingdings" panose="05000000000000000000" pitchFamily="2" charset="2"/>
              <a:buNone/>
              <a:defRPr sz="1400" b="0">
                <a:latin typeface="+mn-lt"/>
              </a:defRPr>
            </a:lvl4pPr>
            <a:lvl5pPr marL="854075" indent="0">
              <a:buFont typeface="Wingdings" panose="05000000000000000000" pitchFamily="2" charset="2"/>
              <a:buNone/>
              <a:tabLst/>
              <a:defRPr sz="1400" b="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mn-lt"/>
                <a:cs typeface="Segoe UI" panose="020B0502040204020203" pitchFamily="34" charset="0"/>
              </a:defRPr>
            </a:lvl1pPr>
            <a:lvl2pPr marL="255588" indent="0">
              <a:buFont typeface="Wingdings" panose="05000000000000000000" pitchFamily="2" charset="2"/>
              <a:buNone/>
              <a:defRPr sz="2000" b="0">
                <a:latin typeface="+mn-lt"/>
              </a:defRPr>
            </a:lvl2pPr>
            <a:lvl3pPr marL="450850" indent="0">
              <a:buFont typeface="Wingdings" panose="05000000000000000000" pitchFamily="2" charset="2"/>
              <a:buNone/>
              <a:tabLst/>
              <a:defRPr sz="1600" b="0">
                <a:latin typeface="+mn-lt"/>
              </a:defRPr>
            </a:lvl3pPr>
            <a:lvl4pPr marL="652462" indent="0">
              <a:buFont typeface="Wingdings" panose="05000000000000000000" pitchFamily="2" charset="2"/>
              <a:buNone/>
              <a:defRPr sz="1400" b="0">
                <a:latin typeface="+mn-lt"/>
              </a:defRPr>
            </a:lvl4pPr>
            <a:lvl5pPr marL="854075" indent="0">
              <a:buFont typeface="Wingdings" panose="05000000000000000000" pitchFamily="2" charset="2"/>
              <a:buNone/>
              <a:tabLst/>
              <a:defRPr sz="1400" b="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76242141"/>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wo Column Bulle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solidFill>
                  <a:schemeClr val="tx2"/>
                </a:solidFill>
                <a:latin typeface="+mj-lt"/>
              </a:defRPr>
            </a:lvl1pPr>
          </a:lstStyle>
          <a:p>
            <a:r>
              <a:rPr lang="en-US"/>
              <a:t>Click to edit Master title style</a:t>
            </a:r>
          </a:p>
        </p:txBody>
      </p:sp>
      <p:sp>
        <p:nvSpPr>
          <p:cNvPr id="12" name="Text Placeholder 11">
            <a:extLst>
              <a:ext uri="{FF2B5EF4-FFF2-40B4-BE49-F238E27FC236}">
                <a16:creationId xmlns:a16="http://schemas.microsoft.com/office/drawing/2014/main" id="{DD525736-DEE8-4391-8135-23DE0640053A}"/>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b="0" i="0">
                <a:solidFill>
                  <a:schemeClr val="tx2"/>
                </a:solidFill>
                <a:latin typeface="+mj-lt"/>
              </a:defRPr>
            </a:lvl1pPr>
          </a:lstStyle>
          <a:p>
            <a:pPr lvl="0"/>
            <a:r>
              <a:rPr lang="en-US"/>
              <a:t>Click to edit Master text styles</a:t>
            </a:r>
          </a:p>
        </p:txBody>
      </p:sp>
      <p:sp>
        <p:nvSpPr>
          <p:cNvPr id="8" name="Text Placeholder 7">
            <a:extLst>
              <a:ext uri="{FF2B5EF4-FFF2-40B4-BE49-F238E27FC236}">
                <a16:creationId xmlns:a16="http://schemas.microsoft.com/office/drawing/2014/main" id="{98E90344-0294-48E2-AAF0-601BB99500E7}"/>
              </a:ext>
            </a:extLst>
          </p:cNvPr>
          <p:cNvSpPr>
            <a:spLocks noGrp="1"/>
          </p:cNvSpPr>
          <p:nvPr>
            <p:ph type="body" sz="quarter" idx="14"/>
          </p:nvPr>
        </p:nvSpPr>
        <p:spPr>
          <a:xfrm>
            <a:off x="584200" y="2084388"/>
            <a:ext cx="5219700" cy="1612749"/>
          </a:xfrm>
        </p:spPr>
        <p:txBody>
          <a:bodyPr>
            <a:spAutoFit/>
          </a:bodyPr>
          <a:lstStyle>
            <a:lvl1pPr marL="171450" indent="-171450">
              <a:defRPr lang="en-US" sz="2400" dirty="0">
                <a:latin typeface="+mn-lt"/>
              </a:defRPr>
            </a:lvl1pPr>
            <a:lvl2pPr marL="342900" indent="-171450">
              <a:defRPr lang="en-US" dirty="0">
                <a:latin typeface="+mn-lt"/>
              </a:defRPr>
            </a:lvl2pPr>
            <a:lvl3pPr marL="514350" indent="-171450">
              <a:defRPr lang="en-US" dirty="0">
                <a:latin typeface="+mn-lt"/>
              </a:defRPr>
            </a:lvl3pPr>
            <a:lvl4pPr marL="666750" indent="-152400">
              <a:defRPr lang="en-US" dirty="0">
                <a:latin typeface="+mn-lt"/>
              </a:defRPr>
            </a:lvl4pPr>
            <a:lvl5pPr marL="793750" indent="-120650">
              <a:defRPr lang="en-US" dirty="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1">
            <a:extLst>
              <a:ext uri="{FF2B5EF4-FFF2-40B4-BE49-F238E27FC236}">
                <a16:creationId xmlns:a16="http://schemas.microsoft.com/office/drawing/2014/main" id="{B4F729D4-B1F1-45F2-A06A-40234B19C883}"/>
              </a:ext>
            </a:extLst>
          </p:cNvPr>
          <p:cNvSpPr>
            <a:spLocks noGrp="1"/>
          </p:cNvSpPr>
          <p:nvPr>
            <p:ph type="body" sz="quarter" idx="17"/>
          </p:nvPr>
        </p:nvSpPr>
        <p:spPr>
          <a:xfrm>
            <a:off x="6397625" y="1436688"/>
            <a:ext cx="5219700" cy="430887"/>
          </a:xfrm>
        </p:spPr>
        <p:txBody>
          <a:bodyPr anchor="t"/>
          <a:lstStyle>
            <a:lvl1pPr marL="0" indent="0">
              <a:spcBef>
                <a:spcPts val="0"/>
              </a:spcBef>
              <a:buNone/>
              <a:defRPr lang="en-US" sz="2800" b="0" i="0" kern="1200" spc="0" baseline="0" dirty="0">
                <a:solidFill>
                  <a:schemeClr val="tx2"/>
                </a:solidFill>
                <a:latin typeface="+mj-lt"/>
                <a:ea typeface="+mn-ea"/>
                <a:cs typeface="Segoe UI" panose="020B0502040204020203" pitchFamily="34" charset="0"/>
              </a:defRPr>
            </a:lvl1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pPr>
            <a:r>
              <a:rPr lang="en-US"/>
              <a:t>Click to edit Master text styles</a:t>
            </a:r>
          </a:p>
        </p:txBody>
      </p:sp>
      <p:sp>
        <p:nvSpPr>
          <p:cNvPr id="10" name="Text Placeholder 9">
            <a:extLst>
              <a:ext uri="{FF2B5EF4-FFF2-40B4-BE49-F238E27FC236}">
                <a16:creationId xmlns:a16="http://schemas.microsoft.com/office/drawing/2014/main" id="{D1F896FB-325C-4849-B372-8DF0D6C0562C}"/>
              </a:ext>
            </a:extLst>
          </p:cNvPr>
          <p:cNvSpPr>
            <a:spLocks noGrp="1"/>
          </p:cNvSpPr>
          <p:nvPr>
            <p:ph type="body" sz="quarter" idx="15"/>
          </p:nvPr>
        </p:nvSpPr>
        <p:spPr>
          <a:xfrm>
            <a:off x="6397625" y="2084388"/>
            <a:ext cx="5219700" cy="1612749"/>
          </a:xfrm>
        </p:spPr>
        <p:txBody>
          <a:bodyPr>
            <a:spAutoFit/>
          </a:bodyPr>
          <a:lstStyle>
            <a:lvl1pPr marL="171450" indent="-171450">
              <a:defRPr lang="en-US" sz="2400" dirty="0">
                <a:latin typeface="+mn-lt"/>
              </a:defRPr>
            </a:lvl1pPr>
            <a:lvl2pPr marL="342900" indent="-171450">
              <a:defRPr lang="en-US" dirty="0">
                <a:latin typeface="+mn-lt"/>
              </a:defRPr>
            </a:lvl2pPr>
            <a:lvl3pPr marL="514350" indent="-171450">
              <a:defRPr lang="en-US" dirty="0">
                <a:latin typeface="+mn-lt"/>
              </a:defRPr>
            </a:lvl3pPr>
            <a:lvl4pPr marL="685800" indent="-136525">
              <a:defRPr lang="en-US" dirty="0">
                <a:latin typeface="+mn-lt"/>
              </a:defRPr>
            </a:lvl4pPr>
            <a:lvl5pPr marL="793750" indent="-120650">
              <a:defRPr lang="en-US" dirty="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86131084"/>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wo Column Conten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solidFill>
                  <a:schemeClr val="tx2"/>
                </a:solidFill>
                <a:latin typeface="+mj-lt"/>
              </a:defRPr>
            </a:lvl1pPr>
          </a:lstStyle>
          <a:p>
            <a:r>
              <a:rPr lang="en-US"/>
              <a:t>Click to edit Master title style</a:t>
            </a:r>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b="0" i="0">
                <a:solidFill>
                  <a:schemeClr val="tx2"/>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3" y="2081212"/>
            <a:ext cx="5214937" cy="3972116"/>
          </a:xfrm>
        </p:spPr>
        <p:txBody>
          <a:bodyPr/>
          <a:lstStyle>
            <a:lvl1pPr>
              <a:defRPr sz="2400">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436688"/>
            <a:ext cx="5219700" cy="430887"/>
          </a:xfrm>
        </p:spPr>
        <p:txBody>
          <a:bodyPr anchor="t"/>
          <a:lstStyle>
            <a:lvl1pPr marL="0" indent="0">
              <a:spcBef>
                <a:spcPts val="0"/>
              </a:spcBef>
              <a:buNone/>
              <a:defRPr lang="en-US" sz="2800" b="0" i="0" kern="1200" spc="0" baseline="0" dirty="0">
                <a:solidFill>
                  <a:schemeClr val="tx2"/>
                </a:solidFill>
                <a:latin typeface="+mj-lt"/>
                <a:ea typeface="+mn-ea"/>
                <a:cs typeface="Segoe UI" panose="020B0502040204020203" pitchFamily="34" charset="0"/>
              </a:defRPr>
            </a:lvl1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pPr>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081212"/>
            <a:ext cx="5214937" cy="3972116"/>
          </a:xfrm>
        </p:spPr>
        <p:txBody>
          <a:bodyPr/>
          <a:lstStyle>
            <a:lvl1pPr>
              <a:defRPr sz="2400">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Box 2">
            <a:extLst>
              <a:ext uri="{FF2B5EF4-FFF2-40B4-BE49-F238E27FC236}">
                <a16:creationId xmlns:a16="http://schemas.microsoft.com/office/drawing/2014/main" id="{CFADFBB8-E1C1-D5AB-8154-CBA2D9EFB6B9}"/>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b="0" i="0">
                <a:solidFill>
                  <a:srgbClr val="A3A3A3"/>
                </a:solidFill>
                <a:latin typeface="Segoe UI" panose="020B0502040204020203" pitchFamily="34" charset="0"/>
              </a:rPr>
              <a:t>ELT layout</a:t>
            </a:r>
          </a:p>
        </p:txBody>
      </p:sp>
    </p:spTree>
    <p:extLst>
      <p:ext uri="{BB962C8B-B14F-4D97-AF65-F5344CB8AC3E}">
        <p14:creationId xmlns:p14="http://schemas.microsoft.com/office/powerpoint/2010/main" val="1656897228"/>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hre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spAutoFit/>
          </a:bodyPr>
          <a:lstStyle>
            <a:lvl1pPr>
              <a:defRPr>
                <a:solidFill>
                  <a:schemeClr val="tx2"/>
                </a:solidFill>
                <a:latin typeface="+mj-lt"/>
              </a:defRPr>
            </a:lvl1pPr>
          </a:lstStyle>
          <a:p>
            <a:r>
              <a:rPr lang="en-US"/>
              <a:t>Click to edit Master title style</a:t>
            </a:r>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438275"/>
            <a:ext cx="3264408" cy="677108"/>
          </a:xfrm>
        </p:spPr>
        <p:txBody>
          <a:bodyPr anchor="t"/>
          <a:lstStyle>
            <a:lvl1pPr marL="0" indent="0">
              <a:spcBef>
                <a:spcPts val="0"/>
              </a:spcBef>
              <a:buNone/>
              <a:defRPr sz="2200" b="0" i="0">
                <a:solidFill>
                  <a:schemeClr val="tx2"/>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390775"/>
            <a:ext cx="3264408" cy="1760482"/>
          </a:xfrm>
        </p:spPr>
        <p:txBody>
          <a:bodyPr wrap="square">
            <a:spAutoFit/>
          </a:bodyPr>
          <a:lstStyle>
            <a:lvl1pPr marL="176213" indent="-176213">
              <a:defRPr lang="en-US" sz="2000" dirty="0">
                <a:latin typeface="+mn-lt"/>
              </a:defRPr>
            </a:lvl1pPr>
            <a:lvl2pPr marL="322263" indent="-150813">
              <a:defRPr lang="en-US" sz="1800" dirty="0">
                <a:latin typeface="+mn-lt"/>
              </a:defRPr>
            </a:lvl2pPr>
            <a:lvl3pPr marL="466725" indent="-138113">
              <a:defRPr lang="en-US" dirty="0">
                <a:latin typeface="+mn-lt"/>
              </a:defRPr>
            </a:lvl3pPr>
            <a:lvl4pPr marL="595313" indent="-128588">
              <a:defRPr lang="en-US" dirty="0">
                <a:latin typeface="+mn-lt"/>
              </a:defRPr>
            </a:lvl4pPr>
            <a:lvl5pPr marL="731838" indent="-122238">
              <a:defRPr lang="en-US" dirty="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438275"/>
            <a:ext cx="3264408" cy="677108"/>
          </a:xfrm>
        </p:spPr>
        <p:txBody>
          <a:bodyPr anchor="t"/>
          <a:lstStyle>
            <a:lvl1pPr marL="0" indent="0">
              <a:spcBef>
                <a:spcPts val="0"/>
              </a:spcBef>
              <a:buNone/>
              <a:defRPr lang="en-US" sz="2200" b="0" i="0" kern="1200" spc="0" baseline="0" dirty="0">
                <a:solidFill>
                  <a:schemeClr val="tx2"/>
                </a:solidFill>
                <a:latin typeface="+mj-lt"/>
                <a:ea typeface="+mn-ea"/>
                <a:cs typeface="Segoe UI" panose="020B0502040204020203" pitchFamily="34" charset="0"/>
              </a:defRPr>
            </a:lvl1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pPr>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384135"/>
            <a:ext cx="3264408" cy="1760482"/>
          </a:xfrm>
        </p:spPr>
        <p:txBody>
          <a:bodyPr wrap="square">
            <a:spAutoFit/>
          </a:bodyPr>
          <a:lstStyle>
            <a:lvl1pPr marL="176213" indent="-176213">
              <a:defRPr lang="en-US" sz="2000" dirty="0">
                <a:latin typeface="+mn-lt"/>
              </a:defRPr>
            </a:lvl1pPr>
            <a:lvl2pPr marL="398463" indent="-169863">
              <a:defRPr lang="en-US" sz="1800" dirty="0">
                <a:latin typeface="+mn-lt"/>
              </a:defRPr>
            </a:lvl2pPr>
            <a:lvl3pPr marL="555625" indent="-157163">
              <a:defRPr lang="en-US" dirty="0">
                <a:latin typeface="+mn-lt"/>
              </a:defRPr>
            </a:lvl3pPr>
            <a:lvl4pPr marL="685800" indent="-136525">
              <a:defRPr lang="en-US" dirty="0">
                <a:latin typeface="+mn-lt"/>
              </a:defRPr>
            </a:lvl4pPr>
            <a:lvl5pPr marL="800100" indent="-111125">
              <a:defRPr lang="en-US" dirty="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438275"/>
            <a:ext cx="3264408" cy="677108"/>
          </a:xfrm>
        </p:spPr>
        <p:txBody>
          <a:bodyPr anchor="t"/>
          <a:lstStyle>
            <a:lvl1pPr marL="0" indent="0">
              <a:spcBef>
                <a:spcPts val="0"/>
              </a:spcBef>
              <a:buNone/>
              <a:defRPr lang="en-US" sz="2200" b="0" i="0" kern="1200" spc="0" baseline="0" dirty="0">
                <a:solidFill>
                  <a:schemeClr val="tx2"/>
                </a:solidFill>
                <a:latin typeface="+mj-lt"/>
                <a:ea typeface="+mn-ea"/>
                <a:cs typeface="Segoe UI" panose="020B0502040204020203" pitchFamily="34" charset="0"/>
              </a:defRPr>
            </a:lvl1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pPr>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390775"/>
            <a:ext cx="3264408" cy="1760482"/>
          </a:xfrm>
        </p:spPr>
        <p:txBody>
          <a:bodyPr wrap="square">
            <a:spAutoFit/>
          </a:bodyPr>
          <a:lstStyle>
            <a:lvl1pPr marL="176213" indent="-176213">
              <a:defRPr lang="en-US" sz="2000" dirty="0">
                <a:latin typeface="+mn-lt"/>
              </a:defRPr>
            </a:lvl1pPr>
            <a:lvl2pPr marL="398463" indent="-169863">
              <a:defRPr lang="en-US" sz="1800" dirty="0">
                <a:latin typeface="+mn-lt"/>
              </a:defRPr>
            </a:lvl2pPr>
            <a:lvl3pPr marL="555625" indent="-157163">
              <a:defRPr lang="en-US" dirty="0">
                <a:latin typeface="+mn-lt"/>
              </a:defRPr>
            </a:lvl3pPr>
            <a:lvl4pPr marL="685800" indent="-136525">
              <a:defRPr lang="en-US" dirty="0">
                <a:latin typeface="+mn-lt"/>
              </a:defRPr>
            </a:lvl4pPr>
            <a:lvl5pPr marL="800100" indent="-111125">
              <a:defRPr lang="en-US" dirty="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77113435"/>
      </p:ext>
    </p:extLst>
  </p:cSld>
  <p:clrMapOvr>
    <a:masterClrMapping/>
  </p:clrMapOvr>
  <p:transition>
    <p:fade/>
  </p:transition>
  <p:extLst>
    <p:ext uri="{DCECCB84-F9BA-43D5-87BE-67443E8EF086}">
      <p15:sldGuideLst xmlns:p15="http://schemas.microsoft.com/office/powerpoint/2012/main">
        <p15:guide id="3" orient="horz" pos="1506">
          <p15:clr>
            <a:srgbClr val="5ACBF0"/>
          </p15:clr>
        </p15:guide>
        <p15:guide id="4" orient="horz" pos="906">
          <p15:clr>
            <a:srgbClr val="5ACBF0"/>
          </p15:clr>
        </p15:guide>
        <p15:guide id="5" orient="horz" pos="288">
          <p15:clr>
            <a:srgbClr val="5ACBF0"/>
          </p15:clr>
        </p15:guide>
        <p15:guide id="6" pos="2430">
          <p15:clr>
            <a:srgbClr val="5ACBF0"/>
          </p15:clr>
        </p15:guide>
        <p15:guide id="7" pos="2832" userDrawn="1">
          <p15:clr>
            <a:srgbClr val="5ACBF0"/>
          </p15:clr>
        </p15:guide>
        <p15:guide id="8" pos="4871">
          <p15:clr>
            <a:srgbClr val="5ACBF0"/>
          </p15:clr>
        </p15:guide>
        <p15:guide id="9" pos="5251">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Four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lvl1pPr>
              <a:defRPr>
                <a:solidFill>
                  <a:schemeClr val="tx2"/>
                </a:solidFill>
                <a:latin typeface="+mj-lt"/>
              </a:defRPr>
            </a:lvl1p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438275"/>
            <a:ext cx="2532063" cy="553998"/>
          </a:xfrm>
        </p:spPr>
        <p:txBody>
          <a:bodyPr anchor="t"/>
          <a:lstStyle>
            <a:lvl1pPr marL="0" indent="0">
              <a:spcBef>
                <a:spcPts val="0"/>
              </a:spcBef>
              <a:buNone/>
              <a:defRPr sz="1800" b="0" i="0">
                <a:solidFill>
                  <a:schemeClr val="tx2"/>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2532063" cy="1698927"/>
          </a:xfrm>
        </p:spPr>
        <p:txBody>
          <a:bodyPr wrap="square">
            <a:spAutoFit/>
          </a:bodyPr>
          <a:lstStyle>
            <a:lvl1pPr marL="141288" indent="-141288">
              <a:defRPr lang="en-US" sz="1800" dirty="0">
                <a:latin typeface="+mn-lt"/>
              </a:defRPr>
            </a:lvl1pPr>
            <a:lvl2pPr marL="285750" indent="-125413">
              <a:defRPr lang="en-US" sz="1600" dirty="0">
                <a:latin typeface="+mn-lt"/>
              </a:defRPr>
            </a:lvl2pPr>
            <a:lvl3pPr marL="438150" indent="-133350">
              <a:defRPr lang="en-US" dirty="0">
                <a:latin typeface="+mn-lt"/>
              </a:defRPr>
            </a:lvl3pPr>
            <a:lvl4pPr marL="566738" indent="-114300">
              <a:defRPr lang="en-US" dirty="0">
                <a:latin typeface="+mn-lt"/>
              </a:defRPr>
            </a:lvl4pPr>
            <a:lvl5pPr marL="685800" indent="-109538">
              <a:defRPr lang="en-US" dirty="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438275"/>
            <a:ext cx="2533650" cy="553998"/>
          </a:xfrm>
        </p:spPr>
        <p:txBody>
          <a:bodyPr vert="horz" wrap="square" lIns="0" tIns="0" rIns="0" bIns="0" rtlCol="0" anchor="t">
            <a:spAutoFit/>
          </a:bodyPr>
          <a:lstStyle>
            <a:lvl1pPr>
              <a:defRPr lang="en-US" sz="1800" b="0" i="0" kern="1200" spc="0" baseline="0" dirty="0">
                <a:solidFill>
                  <a:schemeClr val="tx2"/>
                </a:solidFill>
                <a:latin typeface="+mj-lt"/>
                <a:ea typeface="+mn-ea"/>
                <a:cs typeface="Segoe UI" panose="020B0502040204020203" pitchFamily="34" charset="0"/>
              </a:defRPr>
            </a:lvl1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pPr>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276475"/>
            <a:ext cx="2532063" cy="1698927"/>
          </a:xfrm>
        </p:spPr>
        <p:txBody>
          <a:bodyPr wrap="square">
            <a:spAutoFit/>
          </a:bodyPr>
          <a:lstStyle>
            <a:lvl1pPr marL="141288" indent="-141288">
              <a:defRPr lang="en-US" sz="1800" dirty="0">
                <a:latin typeface="+mn-lt"/>
              </a:defRPr>
            </a:lvl1pPr>
            <a:lvl2pPr marL="285750" indent="-125413">
              <a:defRPr lang="en-US" sz="1600" dirty="0">
                <a:latin typeface="+mn-lt"/>
              </a:defRPr>
            </a:lvl2pPr>
            <a:lvl3pPr marL="438150" indent="-133350">
              <a:defRPr lang="en-US" dirty="0">
                <a:latin typeface="+mn-lt"/>
              </a:defRPr>
            </a:lvl3pPr>
            <a:lvl4pPr marL="566738" indent="-114300">
              <a:defRPr lang="en-US" dirty="0">
                <a:latin typeface="+mn-lt"/>
              </a:defRPr>
            </a:lvl4pPr>
            <a:lvl5pPr marL="685800" indent="-109538">
              <a:defRPr lang="en-US" dirty="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438275"/>
            <a:ext cx="2532063" cy="553998"/>
          </a:xfrm>
        </p:spPr>
        <p:txBody>
          <a:bodyPr vert="horz" wrap="square" lIns="0" tIns="0" rIns="0" bIns="0" rtlCol="0" anchor="t">
            <a:spAutoFit/>
          </a:bodyPr>
          <a:lstStyle>
            <a:lvl1pPr>
              <a:defRPr lang="en-US" sz="1800" b="0" i="0" kern="1200" spc="0" baseline="0" dirty="0">
                <a:solidFill>
                  <a:schemeClr val="tx2"/>
                </a:solidFill>
                <a:latin typeface="+mj-lt"/>
                <a:ea typeface="+mn-ea"/>
                <a:cs typeface="Segoe UI" panose="020B0502040204020203" pitchFamily="34" charset="0"/>
              </a:defRPr>
            </a:lvl1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pPr>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283115"/>
            <a:ext cx="2532063" cy="1698927"/>
          </a:xfrm>
        </p:spPr>
        <p:txBody>
          <a:bodyPr wrap="square">
            <a:spAutoFit/>
          </a:bodyPr>
          <a:lstStyle>
            <a:lvl1pPr marL="141288" indent="-141288">
              <a:defRPr lang="en-US" sz="1800" dirty="0">
                <a:latin typeface="+mn-lt"/>
              </a:defRPr>
            </a:lvl1pPr>
            <a:lvl2pPr marL="285750" indent="-125413">
              <a:defRPr lang="en-US" sz="1600" dirty="0">
                <a:latin typeface="+mn-lt"/>
              </a:defRPr>
            </a:lvl2pPr>
            <a:lvl3pPr marL="438150" indent="-133350">
              <a:defRPr lang="en-US" dirty="0">
                <a:latin typeface="+mn-lt"/>
              </a:defRPr>
            </a:lvl3pPr>
            <a:lvl4pPr marL="566738" indent="-114300">
              <a:defRPr lang="en-US" dirty="0">
                <a:latin typeface="+mn-lt"/>
              </a:defRPr>
            </a:lvl4pPr>
            <a:lvl5pPr marL="685800" indent="-109538">
              <a:defRPr lang="en-US" dirty="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438275"/>
            <a:ext cx="2533650" cy="553998"/>
          </a:xfrm>
        </p:spPr>
        <p:txBody>
          <a:bodyPr vert="horz" wrap="square" lIns="0" tIns="0" rIns="0" bIns="0" rtlCol="0" anchor="t">
            <a:spAutoFit/>
          </a:bodyPr>
          <a:lstStyle>
            <a:lvl1pPr>
              <a:defRPr lang="en-US" sz="1800" b="0" i="0" kern="1200" spc="0" baseline="0" dirty="0">
                <a:solidFill>
                  <a:schemeClr val="tx2"/>
                </a:solidFill>
                <a:latin typeface="+mj-lt"/>
                <a:ea typeface="+mn-ea"/>
                <a:cs typeface="Segoe UI" panose="020B0502040204020203" pitchFamily="34" charset="0"/>
              </a:defRPr>
            </a:lvl1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pPr>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276475"/>
            <a:ext cx="2532063" cy="1698927"/>
          </a:xfrm>
        </p:spPr>
        <p:txBody>
          <a:bodyPr wrap="square">
            <a:spAutoFit/>
          </a:bodyPr>
          <a:lstStyle>
            <a:lvl1pPr marL="141288" indent="-141288">
              <a:defRPr lang="en-US" sz="1800" dirty="0">
                <a:latin typeface="+mn-lt"/>
              </a:defRPr>
            </a:lvl1pPr>
            <a:lvl2pPr marL="285750" indent="-125413">
              <a:defRPr lang="en-US" sz="1600" dirty="0">
                <a:latin typeface="+mn-lt"/>
              </a:defRPr>
            </a:lvl2pPr>
            <a:lvl3pPr marL="438150" indent="-133350">
              <a:defRPr lang="en-US" dirty="0">
                <a:latin typeface="+mn-lt"/>
              </a:defRPr>
            </a:lvl3pPr>
            <a:lvl4pPr marL="566738" indent="-114300">
              <a:defRPr lang="en-US" dirty="0">
                <a:latin typeface="+mn-lt"/>
              </a:defRPr>
            </a:lvl4pPr>
            <a:lvl5pPr marL="685800" indent="-109538">
              <a:defRPr lang="en-US" dirty="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45265676"/>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Fiv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lvl1pPr>
              <a:defRPr>
                <a:solidFill>
                  <a:schemeClr val="tx2"/>
                </a:solidFill>
                <a:latin typeface="+mj-lt"/>
              </a:defRPr>
            </a:lvl1p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hasCustomPrompt="1"/>
          </p:nvPr>
        </p:nvSpPr>
        <p:spPr>
          <a:xfrm>
            <a:off x="584200" y="1438275"/>
            <a:ext cx="1965960" cy="492443"/>
          </a:xfrm>
        </p:spPr>
        <p:txBody>
          <a:bodyPr anchor="t"/>
          <a:lstStyle>
            <a:lvl1pPr marL="0" indent="0">
              <a:spcBef>
                <a:spcPts val="0"/>
              </a:spcBef>
              <a:buNone/>
              <a:defRPr sz="1600" b="0" i="0">
                <a:solidFill>
                  <a:schemeClr val="tx2"/>
                </a:solidFill>
                <a:latin typeface="+mj-lt"/>
              </a:defRPr>
            </a:lvl1pPr>
          </a:lstStyle>
          <a:p>
            <a:pPr lvl="0"/>
            <a:r>
              <a:rPr lang="en-US"/>
              <a:t>Click to edit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1965960" cy="1452705"/>
          </a:xfrm>
        </p:spPr>
        <p:txBody>
          <a:bodyPr wrap="square">
            <a:spAutoFit/>
          </a:bodyPr>
          <a:lstStyle>
            <a:lvl1pPr marL="141288" indent="-141288">
              <a:defRPr lang="en-US" sz="1500" dirty="0">
                <a:latin typeface="+mn-lt"/>
              </a:defRPr>
            </a:lvl1pPr>
            <a:lvl2pPr marL="285750" indent="-125413">
              <a:defRPr lang="en-US" sz="1400" dirty="0">
                <a:latin typeface="+mn-lt"/>
              </a:defRPr>
            </a:lvl2pPr>
            <a:lvl3pPr marL="438150" indent="-133350">
              <a:defRPr lang="en-US" sz="1400" dirty="0">
                <a:latin typeface="+mn-lt"/>
              </a:defRPr>
            </a:lvl3pPr>
            <a:lvl4pPr marL="566738" indent="-114300">
              <a:defRPr lang="en-US" sz="1200" dirty="0">
                <a:latin typeface="+mn-lt"/>
              </a:defRPr>
            </a:lvl4pPr>
            <a:lvl5pPr marL="685800" indent="-109538">
              <a:defRPr lang="en-US" sz="1200" dirty="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hasCustomPrompt="1"/>
          </p:nvPr>
        </p:nvSpPr>
        <p:spPr>
          <a:xfrm>
            <a:off x="2849007" y="1438275"/>
            <a:ext cx="1965960" cy="492443"/>
          </a:xfrm>
        </p:spPr>
        <p:txBody>
          <a:bodyPr anchor="t"/>
          <a:lstStyle>
            <a:lvl1pPr marL="0" indent="0">
              <a:spcBef>
                <a:spcPts val="0"/>
              </a:spcBef>
              <a:buNone/>
              <a:defRPr lang="en-US" sz="1600" b="0" i="0" kern="1200" spc="0" baseline="0" dirty="0">
                <a:solidFill>
                  <a:schemeClr val="tx2"/>
                </a:solidFill>
                <a:latin typeface="+mj-lt"/>
                <a:ea typeface="+mn-ea"/>
                <a:cs typeface="Segoe UI" panose="020B0502040204020203" pitchFamily="34" charset="0"/>
              </a:defRPr>
            </a:lvl1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pPr>
            <a:r>
              <a:rPr lang="en-US"/>
              <a:t>Click to edit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2849007" y="2276475"/>
            <a:ext cx="1965960" cy="1452705"/>
          </a:xfrm>
        </p:spPr>
        <p:txBody>
          <a:bodyPr wrap="square">
            <a:spAutoFit/>
          </a:bodyPr>
          <a:lstStyle>
            <a:lvl1pPr marL="141288" indent="-141288">
              <a:defRPr lang="en-US" sz="1500" dirty="0">
                <a:latin typeface="+mn-lt"/>
              </a:defRPr>
            </a:lvl1pPr>
            <a:lvl2pPr marL="285750" indent="-125413">
              <a:defRPr lang="en-US" sz="1400" dirty="0">
                <a:latin typeface="+mn-lt"/>
              </a:defRPr>
            </a:lvl2pPr>
            <a:lvl3pPr marL="438150" indent="-133350">
              <a:defRPr lang="en-US" sz="1400" dirty="0">
                <a:latin typeface="+mn-lt"/>
              </a:defRPr>
            </a:lvl3pPr>
            <a:lvl4pPr marL="566738" indent="-114300">
              <a:defRPr lang="en-US" sz="1200" dirty="0">
                <a:latin typeface="+mn-lt"/>
              </a:defRPr>
            </a:lvl4pPr>
            <a:lvl5pPr marL="685800" indent="-109538">
              <a:defRPr lang="en-US" sz="1200" dirty="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hasCustomPrompt="1"/>
          </p:nvPr>
        </p:nvSpPr>
        <p:spPr>
          <a:xfrm>
            <a:off x="5113814" y="1438275"/>
            <a:ext cx="1965960" cy="492443"/>
          </a:xfrm>
        </p:spPr>
        <p:txBody>
          <a:bodyPr anchor="t"/>
          <a:lstStyle>
            <a:lvl1pPr marL="0" indent="0">
              <a:spcBef>
                <a:spcPts val="0"/>
              </a:spcBef>
              <a:buNone/>
              <a:defRPr lang="en-US" sz="1600" b="0" i="0" kern="1200" spc="0" baseline="0" dirty="0">
                <a:solidFill>
                  <a:schemeClr val="tx2"/>
                </a:solidFill>
                <a:latin typeface="+mj-lt"/>
                <a:ea typeface="+mn-ea"/>
                <a:cs typeface="Segoe UI" panose="020B0502040204020203" pitchFamily="34" charset="0"/>
              </a:defRPr>
            </a:lvl1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pPr>
            <a:r>
              <a:rPr lang="en-US"/>
              <a:t>Click to edit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5113814" y="2283115"/>
            <a:ext cx="1965960" cy="1452705"/>
          </a:xfrm>
        </p:spPr>
        <p:txBody>
          <a:bodyPr wrap="square">
            <a:spAutoFit/>
          </a:bodyPr>
          <a:lstStyle>
            <a:lvl1pPr marL="141288" indent="-141288">
              <a:defRPr lang="en-US" sz="1500" dirty="0">
                <a:latin typeface="+mn-lt"/>
              </a:defRPr>
            </a:lvl1pPr>
            <a:lvl2pPr marL="285750" indent="-125413">
              <a:defRPr lang="en-US" sz="1400" dirty="0">
                <a:latin typeface="+mn-lt"/>
              </a:defRPr>
            </a:lvl2pPr>
            <a:lvl3pPr marL="438150" indent="-133350">
              <a:defRPr lang="en-US" sz="1400" dirty="0">
                <a:latin typeface="+mn-lt"/>
              </a:defRPr>
            </a:lvl3pPr>
            <a:lvl4pPr marL="566738" indent="-114300">
              <a:defRPr lang="en-US" sz="1200" dirty="0">
                <a:latin typeface="+mn-lt"/>
              </a:defRPr>
            </a:lvl4pPr>
            <a:lvl5pPr marL="685800" indent="-109538">
              <a:defRPr lang="en-US" sz="1200" dirty="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hasCustomPrompt="1"/>
          </p:nvPr>
        </p:nvSpPr>
        <p:spPr>
          <a:xfrm>
            <a:off x="7378621" y="1438275"/>
            <a:ext cx="1965960" cy="492443"/>
          </a:xfrm>
        </p:spPr>
        <p:txBody>
          <a:bodyPr anchor="t"/>
          <a:lstStyle>
            <a:lvl1pPr marL="0" indent="0">
              <a:spcBef>
                <a:spcPts val="0"/>
              </a:spcBef>
              <a:buNone/>
              <a:defRPr lang="en-US" sz="1600" b="0" i="0" kern="1200" spc="0" baseline="0" dirty="0">
                <a:solidFill>
                  <a:schemeClr val="tx2"/>
                </a:solidFill>
                <a:latin typeface="+mj-lt"/>
                <a:ea typeface="+mn-ea"/>
                <a:cs typeface="Segoe UI" panose="020B0502040204020203" pitchFamily="34" charset="0"/>
              </a:defRPr>
            </a:lvl1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pPr>
            <a:r>
              <a:rPr lang="en-US"/>
              <a:t>Click to edit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7378621" y="2276475"/>
            <a:ext cx="1965960" cy="1452705"/>
          </a:xfrm>
        </p:spPr>
        <p:txBody>
          <a:bodyPr wrap="square">
            <a:spAutoFit/>
          </a:bodyPr>
          <a:lstStyle>
            <a:lvl1pPr marL="141288" indent="-141288">
              <a:defRPr lang="en-US" sz="1500" dirty="0">
                <a:latin typeface="+mn-lt"/>
              </a:defRPr>
            </a:lvl1pPr>
            <a:lvl2pPr marL="285750" indent="-125413">
              <a:defRPr lang="en-US" sz="1400" dirty="0">
                <a:latin typeface="+mn-lt"/>
              </a:defRPr>
            </a:lvl2pPr>
            <a:lvl3pPr marL="438150" indent="-133350">
              <a:defRPr lang="en-US" sz="1400" dirty="0">
                <a:latin typeface="+mn-lt"/>
              </a:defRPr>
            </a:lvl3pPr>
            <a:lvl4pPr marL="566738" indent="-114300">
              <a:defRPr lang="en-US" sz="1200" dirty="0">
                <a:latin typeface="+mn-lt"/>
              </a:defRPr>
            </a:lvl4pPr>
            <a:lvl5pPr marL="685800" indent="-109538">
              <a:defRPr lang="en-US" sz="1200" dirty="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1">
            <a:extLst>
              <a:ext uri="{FF2B5EF4-FFF2-40B4-BE49-F238E27FC236}">
                <a16:creationId xmlns:a16="http://schemas.microsoft.com/office/drawing/2014/main" id="{540485AC-5036-400C-92C3-D3E9EC0252BC}"/>
              </a:ext>
            </a:extLst>
          </p:cNvPr>
          <p:cNvSpPr>
            <a:spLocks noGrp="1"/>
          </p:cNvSpPr>
          <p:nvPr>
            <p:ph type="body" sz="quarter" idx="22" hasCustomPrompt="1"/>
          </p:nvPr>
        </p:nvSpPr>
        <p:spPr>
          <a:xfrm>
            <a:off x="9643428" y="1438275"/>
            <a:ext cx="1965960" cy="492443"/>
          </a:xfrm>
        </p:spPr>
        <p:txBody>
          <a:bodyPr anchor="t"/>
          <a:lstStyle>
            <a:lvl1pPr marL="0" indent="0">
              <a:spcBef>
                <a:spcPts val="0"/>
              </a:spcBef>
              <a:buNone/>
              <a:defRPr lang="en-US" sz="1600" b="0" i="0" kern="1200" spc="0" baseline="0" dirty="0">
                <a:solidFill>
                  <a:schemeClr val="tx2"/>
                </a:solidFill>
                <a:latin typeface="+mj-lt"/>
                <a:ea typeface="+mn-ea"/>
                <a:cs typeface="Segoe UI" panose="020B0502040204020203" pitchFamily="34" charset="0"/>
              </a:defRPr>
            </a:lvl1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pPr>
            <a:r>
              <a:rPr lang="en-US"/>
              <a:t>Click to edit text styles</a:t>
            </a:r>
          </a:p>
        </p:txBody>
      </p:sp>
      <p:sp>
        <p:nvSpPr>
          <p:cNvPr id="12" name="Text Placeholder 9">
            <a:extLst>
              <a:ext uri="{FF2B5EF4-FFF2-40B4-BE49-F238E27FC236}">
                <a16:creationId xmlns:a16="http://schemas.microsoft.com/office/drawing/2014/main" id="{F90290A2-7689-4DF5-971A-36C2D9173411}"/>
              </a:ext>
            </a:extLst>
          </p:cNvPr>
          <p:cNvSpPr>
            <a:spLocks noGrp="1"/>
          </p:cNvSpPr>
          <p:nvPr>
            <p:ph type="body" sz="quarter" idx="23"/>
          </p:nvPr>
        </p:nvSpPr>
        <p:spPr>
          <a:xfrm>
            <a:off x="9643428" y="2276475"/>
            <a:ext cx="1965960" cy="1452705"/>
          </a:xfrm>
        </p:spPr>
        <p:txBody>
          <a:bodyPr wrap="square">
            <a:spAutoFit/>
          </a:bodyPr>
          <a:lstStyle>
            <a:lvl1pPr marL="141288" indent="-141288">
              <a:defRPr lang="en-US" sz="1500" dirty="0">
                <a:latin typeface="+mn-lt"/>
              </a:defRPr>
            </a:lvl1pPr>
            <a:lvl2pPr marL="285750" indent="-125413">
              <a:defRPr lang="en-US" sz="1400" dirty="0">
                <a:latin typeface="+mn-lt"/>
              </a:defRPr>
            </a:lvl2pPr>
            <a:lvl3pPr marL="438150" indent="-133350">
              <a:defRPr lang="en-US" sz="1400" dirty="0">
                <a:latin typeface="+mn-lt"/>
              </a:defRPr>
            </a:lvl3pPr>
            <a:lvl4pPr marL="566738" indent="-114300">
              <a:defRPr lang="en-US" sz="1200" dirty="0">
                <a:latin typeface="+mn-lt"/>
              </a:defRPr>
            </a:lvl4pPr>
            <a:lvl5pPr marL="685800" indent="-109538">
              <a:defRPr lang="en-US" sz="1200" dirty="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80324421"/>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610">
          <p15:clr>
            <a:srgbClr val="5ACBF0"/>
          </p15:clr>
        </p15:guide>
        <p15:guide id="7" pos="1795">
          <p15:clr>
            <a:srgbClr val="5ACBF0"/>
          </p15:clr>
        </p15:guide>
        <p15:guide id="8" pos="3035">
          <p15:clr>
            <a:srgbClr val="5ACBF0"/>
          </p15:clr>
        </p15:guide>
        <p15:guide id="9" pos="3221">
          <p15:clr>
            <a:srgbClr val="5ACBF0"/>
          </p15:clr>
        </p15:guide>
        <p15:guide id="10" pos="4461">
          <p15:clr>
            <a:srgbClr val="5ACBF0"/>
          </p15:clr>
        </p15:guide>
        <p15:guide id="11" pos="5890">
          <p15:clr>
            <a:srgbClr val="5ACBF0"/>
          </p15:clr>
        </p15:guide>
        <p15:guide id="12" orient="horz" pos="1436">
          <p15:clr>
            <a:srgbClr val="5ACBF0"/>
          </p15:clr>
        </p15:guide>
        <p15:guide id="13" pos="4646">
          <p15:clr>
            <a:srgbClr val="5ACBF0"/>
          </p15:clr>
        </p15:guide>
        <p15:guide id="14" pos="6072">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lvl1pPr>
              <a:defRPr>
                <a:solidFill>
                  <a:schemeClr val="tx2"/>
                </a:solidFill>
                <a:latin typeface="+mj-lt"/>
              </a:defRPr>
            </a:lvl1pPr>
          </a:lstStyle>
          <a:p>
            <a:r>
              <a:rPr lang="en-US"/>
              <a:t>Click to edit Master title style</a:t>
            </a:r>
          </a:p>
        </p:txBody>
      </p:sp>
    </p:spTree>
    <p:extLst>
      <p:ext uri="{BB962C8B-B14F-4D97-AF65-F5344CB8AC3E}">
        <p14:creationId xmlns:p14="http://schemas.microsoft.com/office/powerpoint/2010/main" val="210317252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itle Only - left s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4" y="2875002"/>
            <a:ext cx="4127692" cy="1107996"/>
          </a:xfrm>
        </p:spPr>
        <p:txBody>
          <a:bodyPr wrap="square" anchor="ctr">
            <a:spAutoFit/>
          </a:bodyPr>
          <a:lstStyle>
            <a:lvl1pPr>
              <a:defRPr>
                <a:solidFill>
                  <a:schemeClr val="tx2"/>
                </a:solidFill>
                <a:latin typeface="+mj-lt"/>
              </a:defRPr>
            </a:lvl1pPr>
          </a:lstStyle>
          <a:p>
            <a:r>
              <a:rPr lang="en-US"/>
              <a:t>Click to edit Master title style</a:t>
            </a:r>
          </a:p>
        </p:txBody>
      </p:sp>
    </p:spTree>
    <p:extLst>
      <p:ext uri="{BB962C8B-B14F-4D97-AF65-F5344CB8AC3E}">
        <p14:creationId xmlns:p14="http://schemas.microsoft.com/office/powerpoint/2010/main" val="428162674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b="0" i="0" spc="0">
                <a:solidFill>
                  <a:schemeClr val="tx2"/>
                </a:solidFill>
                <a:latin typeface="+mj-lt"/>
                <a:cs typeface="Segoe UI"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333033344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tle - 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2016203"/>
            <a:ext cx="4158362" cy="1107996"/>
          </a:xfrm>
        </p:spPr>
        <p:txBody>
          <a:bodyPr anchor="b"/>
          <a:lstStyle>
            <a:lvl1pPr>
              <a:defRPr>
                <a:solidFill>
                  <a:schemeClr val="tx2"/>
                </a:solidFill>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338554"/>
          </a:xfrm>
        </p:spPr>
        <p:txBody>
          <a:bodyPr/>
          <a:lstStyle>
            <a:lvl1pPr marL="0" indent="0">
              <a:buNone/>
              <a:defRPr sz="2200" b="0" i="0">
                <a:solidFill>
                  <a:schemeClr val="tx1"/>
                </a:solidFill>
                <a:latin typeface="Segoe UI" panose="020B0502040204020203" pitchFamily="34" charset="0"/>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0" i="0">
                <a:solidFill>
                  <a:schemeClr val="bg1"/>
                </a:solidFill>
                <a:latin typeface="+mn-lt"/>
                <a:cs typeface="Segoe UI" panose="020B0502040204020203" pitchFamily="34" charset="0"/>
              </a:defRPr>
            </a:lvl1pPr>
          </a:lstStyle>
          <a:p>
            <a:r>
              <a:rPr lang="en-US"/>
              <a:t>Drag &amp; drop your photo here </a:t>
            </a:r>
            <a:br>
              <a:rPr lang="en-US"/>
            </a:br>
            <a:r>
              <a:rPr lang="en-US"/>
              <a:t>or click or tap icon below to insert</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b="0" i="0">
                <a:solidFill>
                  <a:srgbClr val="A3A3A3"/>
                </a:solidFill>
                <a:latin typeface="Segoe UI" panose="020B0502040204020203" pitchFamily="34" charset="0"/>
              </a:rPr>
              <a:t>ELT layout</a:t>
            </a:r>
          </a:p>
        </p:txBody>
      </p:sp>
    </p:spTree>
    <p:extLst>
      <p:ext uri="{BB962C8B-B14F-4D97-AF65-F5344CB8AC3E}">
        <p14:creationId xmlns:p14="http://schemas.microsoft.com/office/powerpoint/2010/main" val="2327447213"/>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2873414"/>
            <a:ext cx="4159950" cy="1107996"/>
          </a:xfrm>
        </p:spPr>
        <p:txBody>
          <a:bodyPr anchor="ctr"/>
          <a:lstStyle>
            <a:lvl1pPr>
              <a:defRPr>
                <a:solidFill>
                  <a:schemeClr val="tx2"/>
                </a:solidFill>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0" i="0">
                <a:solidFill>
                  <a:schemeClr val="bg1"/>
                </a:solidFill>
                <a:latin typeface="+mn-lt"/>
                <a:cs typeface="Segoe UI" panose="020B0502040204020203" pitchFamily="34" charset="0"/>
              </a:defRPr>
            </a:lvl1pPr>
          </a:lstStyle>
          <a:p>
            <a:r>
              <a:rPr lang="en-US"/>
              <a:t>Drag &amp; drop your photo here </a:t>
            </a:r>
            <a:br>
              <a:rPr lang="en-US"/>
            </a:br>
            <a:r>
              <a:rPr lang="en-US"/>
              <a:t>or click or tap icon below to insert</a:t>
            </a:r>
          </a:p>
        </p:txBody>
      </p:sp>
      <p:sp>
        <p:nvSpPr>
          <p:cNvPr id="5" name="TextBox 4">
            <a:extLst>
              <a:ext uri="{FF2B5EF4-FFF2-40B4-BE49-F238E27FC236}">
                <a16:creationId xmlns:a16="http://schemas.microsoft.com/office/drawing/2014/main" id="{8A09A47B-FEF5-47F3-B2DD-A73E7C3234AF}"/>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b="0" i="0">
                <a:solidFill>
                  <a:srgbClr val="A3A3A3"/>
                </a:solidFill>
                <a:latin typeface="Segoe UI" panose="020B0502040204020203" pitchFamily="34" charset="0"/>
              </a:rPr>
              <a:t>ELT layout</a:t>
            </a:r>
          </a:p>
        </p:txBody>
      </p:sp>
    </p:spTree>
    <p:extLst>
      <p:ext uri="{BB962C8B-B14F-4D97-AF65-F5344CB8AC3E}">
        <p14:creationId xmlns:p14="http://schemas.microsoft.com/office/powerpoint/2010/main" val="2925968167"/>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5" orient="horz" pos="2160">
          <p15:clr>
            <a:srgbClr val="5ACBF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Square Photo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79738"/>
            <a:ext cx="4163125" cy="861774"/>
          </a:xfrm>
        </p:spPr>
        <p:txBody>
          <a:bodyPr anchor="t"/>
          <a:lstStyle>
            <a:lvl1pPr>
              <a:defRPr sz="2800">
                <a:solidFill>
                  <a:schemeClr val="tx2"/>
                </a:solidFill>
              </a:defRPr>
            </a:lvl1pPr>
          </a:lstStyle>
          <a:p>
            <a:r>
              <a:rPr lang="en-US"/>
              <a:t>Square photo layout with smaller text</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3EBEAA94-C151-43DE-8A5A-09E8A930427E}"/>
              </a:ext>
            </a:extLst>
          </p:cNvPr>
          <p:cNvSpPr>
            <a:spLocks noGrp="1"/>
          </p:cNvSpPr>
          <p:nvPr>
            <p:ph type="pic" sz="quarter" idx="11" hasCustomPrompt="1"/>
          </p:nvPr>
        </p:nvSpPr>
        <p:spPr bwMode="ltGray">
          <a:xfrm>
            <a:off x="5334000" y="0"/>
            <a:ext cx="6858000" cy="6858000"/>
          </a:xfrm>
          <a:solidFill>
            <a:schemeClr val="bg2"/>
          </a:solidFill>
        </p:spPr>
        <p:txBody>
          <a:bodyPr lIns="0" tIns="2377440" rIns="0" anchor="t" anchorCtr="0">
            <a:noAutofit/>
          </a:bodyPr>
          <a:lstStyle>
            <a:lvl1pPr marL="0" indent="0" algn="ctr">
              <a:lnSpc>
                <a:spcPct val="100000"/>
              </a:lnSpc>
              <a:buNone/>
              <a:defRPr sz="1400" b="0" i="0">
                <a:solidFill>
                  <a:schemeClr val="tx1"/>
                </a:solidFill>
                <a:latin typeface="+mn-lt"/>
                <a:cs typeface="Segoe UI" panose="020B0502040204020203" pitchFamily="34" charset="0"/>
              </a:defRPr>
            </a:lvl1pPr>
          </a:lstStyle>
          <a:p>
            <a:r>
              <a:rPr lang="en-US"/>
              <a:t>Drag &amp; drop your photo here </a:t>
            </a:r>
            <a:br>
              <a:rPr lang="en-US"/>
            </a:br>
            <a:r>
              <a:rPr lang="en-US"/>
              <a:t>or click or tap icon below to insert</a:t>
            </a:r>
          </a:p>
        </p:txBody>
      </p:sp>
      <p:sp>
        <p:nvSpPr>
          <p:cNvPr id="5" name="TextBox 4">
            <a:extLst>
              <a:ext uri="{FF2B5EF4-FFF2-40B4-BE49-F238E27FC236}">
                <a16:creationId xmlns:a16="http://schemas.microsoft.com/office/drawing/2014/main" id="{6C2F1290-9237-4BEE-AAAC-6708F286265B}"/>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b="0" i="0">
                <a:solidFill>
                  <a:srgbClr val="A3A3A3"/>
                </a:solidFill>
                <a:latin typeface="Segoe UI" panose="020B0502040204020203" pitchFamily="34" charset="0"/>
              </a:rPr>
              <a:t>ELT layout</a:t>
            </a:r>
          </a:p>
        </p:txBody>
      </p:sp>
    </p:spTree>
    <p:extLst>
      <p:ext uri="{BB962C8B-B14F-4D97-AF65-F5344CB8AC3E}">
        <p14:creationId xmlns:p14="http://schemas.microsoft.com/office/powerpoint/2010/main" val="2363888581"/>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Photo full bleed lower title">
    <p:bg>
      <p:bgRef idx="1001">
        <a:schemeClr val="bg1"/>
      </p:bgRef>
    </p:bg>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0">
                <a:solidFill>
                  <a:schemeClr val="tx1"/>
                </a:solidFill>
              </a:defRPr>
            </a:lvl1pPr>
          </a:lstStyle>
          <a:p>
            <a:r>
              <a:rPr lang="en-US"/>
              <a:t>Drag &amp; drop your photo here </a:t>
            </a:r>
            <a:br>
              <a:rPr lang="en-US"/>
            </a:br>
            <a:r>
              <a:rPr lang="en-US"/>
              <a:t>or click or tap icon below 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p:nvPr>
        </p:nvSpPr>
        <p:spPr bwMode="ltGray">
          <a:xfrm>
            <a:off x="0" y="3657600"/>
            <a:ext cx="12192000" cy="3200400"/>
          </a:xfrm>
          <a:gradFill flip="none" rotWithShape="1">
            <a:gsLst>
              <a:gs pos="40000">
                <a:srgbClr val="000000">
                  <a:alpha val="70000"/>
                </a:srgbClr>
              </a:gs>
              <a:gs pos="100000">
                <a:srgbClr val="000000">
                  <a:alpha val="0"/>
                </a:srgbClr>
              </a:gs>
            </a:gsLst>
            <a:lin ang="16200000" scaled="1"/>
            <a:tileRect/>
          </a:gradFill>
        </p:spPr>
        <p:txBody>
          <a:bodyPr lIns="585216" tIns="585216" rIns="585216" bIns="585216" anchor="b" anchorCtr="0">
            <a:noAutofit/>
          </a:bodyPr>
          <a:lstStyle>
            <a:lvl1pPr>
              <a:defRPr sz="3600" spc="-150">
                <a:solidFill>
                  <a:srgbClr val="FFFFFF"/>
                </a:solidFill>
              </a:defRPr>
            </a:lvl1pPr>
          </a:lstStyle>
          <a:p>
            <a:r>
              <a:rPr lang="en-US"/>
              <a:t>Click to edit Master title style</a:t>
            </a:r>
          </a:p>
        </p:txBody>
      </p:sp>
      <p:sp>
        <p:nvSpPr>
          <p:cNvPr id="9" name="TextBox 8">
            <a:extLst>
              <a:ext uri="{FF2B5EF4-FFF2-40B4-BE49-F238E27FC236}">
                <a16:creationId xmlns:a16="http://schemas.microsoft.com/office/drawing/2014/main" id="{7609554D-CD2C-F836-9A2C-88CABE576585}"/>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b="0" i="0">
                <a:solidFill>
                  <a:srgbClr val="A3A3A3"/>
                </a:solidFill>
                <a:latin typeface="Segoe UI" panose="020B0502040204020203" pitchFamily="34" charset="0"/>
              </a:rPr>
              <a:t>ELT layout</a:t>
            </a:r>
          </a:p>
        </p:txBody>
      </p:sp>
    </p:spTree>
    <p:extLst>
      <p:ext uri="{BB962C8B-B14F-4D97-AF65-F5344CB8AC3E}">
        <p14:creationId xmlns:p14="http://schemas.microsoft.com/office/powerpoint/2010/main" val="2446173974"/>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304">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Photo full bleed lef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solidFill>
            <a:schemeClr val="bg2"/>
          </a:solidFill>
        </p:spPr>
        <p:txBody>
          <a:bodyPr wrap="none" bIns="1554480" anchor="ctr">
            <a:noAutofit/>
          </a:bodyPr>
          <a:lstStyle>
            <a:lvl1pPr marL="0" indent="0" algn="ctr">
              <a:buNone/>
              <a:defRPr sz="1400" b="0">
                <a:solidFill>
                  <a:schemeClr val="tx1"/>
                </a:solidFill>
              </a:defRPr>
            </a:lvl1pPr>
          </a:lstStyle>
          <a:p>
            <a:r>
              <a:rPr lang="en-US"/>
              <a:t>Drag &amp; drop your photo here </a:t>
            </a:r>
            <a:br>
              <a:rPr lang="en-US"/>
            </a:br>
            <a:r>
              <a:rPr lang="en-US"/>
              <a:t>or click or tap icon below 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3" y="0"/>
            <a:ext cx="5669280" cy="6858000"/>
          </a:xfrm>
          <a:gradFill flip="none" rotWithShape="1">
            <a:gsLst>
              <a:gs pos="50000">
                <a:srgbClr val="000000">
                  <a:alpha val="70000"/>
                </a:srgbClr>
              </a:gs>
              <a:gs pos="100000">
                <a:srgbClr val="000000">
                  <a:alpha val="0"/>
                </a:srgbClr>
              </a:gs>
            </a:gsLst>
            <a:lin ang="0" scaled="1"/>
            <a:tileRect/>
          </a:gradFill>
        </p:spPr>
        <p:txBody>
          <a:bodyPr lIns="585216" tIns="585216" rIns="585216" bIns="585216" anchor="ctr">
            <a:noAutofit/>
          </a:bodyPr>
          <a:lstStyle>
            <a:lvl1pPr>
              <a:defRPr sz="3600" spc="-15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1D4894F6-B50F-43E1-83FC-4F2200B2FA6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b="0" i="0">
                <a:solidFill>
                  <a:srgbClr val="A3A3A3"/>
                </a:solidFill>
                <a:latin typeface="Segoe UI" panose="020B0502040204020203" pitchFamily="34" charset="0"/>
              </a:rPr>
              <a:t>ELT layout</a:t>
            </a:r>
          </a:p>
        </p:txBody>
      </p:sp>
    </p:spTree>
    <p:extLst>
      <p:ext uri="{BB962C8B-B14F-4D97-AF65-F5344CB8AC3E}">
        <p14:creationId xmlns:p14="http://schemas.microsoft.com/office/powerpoint/2010/main" val="1340605611"/>
      </p:ext>
    </p:extLst>
  </p:cSld>
  <p:clrMapOvr>
    <a:masterClrMapping/>
  </p:clrMapOvr>
  <p:transition>
    <p:fade/>
  </p:transition>
  <p:extLst>
    <p:ext uri="{DCECCB84-F9BA-43D5-87BE-67443E8EF086}">
      <p15:sldGuideLst xmlns:p15="http://schemas.microsoft.com/office/powerpoint/2012/main">
        <p15:guide id="7" pos="3576">
          <p15:clr>
            <a:srgbClr val="5ACBF0"/>
          </p15:clr>
        </p15:guide>
        <p15:guide id="8" orient="horz" pos="2160">
          <p15:clr>
            <a:srgbClr val="5ACBF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Photo full bleed righ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solidFill>
            <a:schemeClr val="bg2"/>
          </a:solidFill>
        </p:spPr>
        <p:txBody>
          <a:bodyPr wrap="none" bIns="1554480" anchor="ctr">
            <a:noAutofit/>
          </a:bodyPr>
          <a:lstStyle>
            <a:lvl1pPr marL="0" indent="0" algn="ctr">
              <a:buNone/>
              <a:defRPr sz="1400" b="0">
                <a:solidFill>
                  <a:schemeClr val="tx1"/>
                </a:solidFill>
              </a:defRPr>
            </a:lvl1pPr>
          </a:lstStyle>
          <a:p>
            <a:r>
              <a:rPr lang="en-US"/>
              <a:t>Drag &amp; drop your photo here </a:t>
            </a:r>
            <a:br>
              <a:rPr lang="en-US"/>
            </a:br>
            <a:r>
              <a:rPr lang="en-US"/>
              <a:t>or click or tap icon below 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6522720" y="0"/>
            <a:ext cx="5669280" cy="6858000"/>
          </a:xfrm>
          <a:gradFill flip="none" rotWithShape="1">
            <a:gsLst>
              <a:gs pos="50000">
                <a:srgbClr val="000000">
                  <a:alpha val="70000"/>
                </a:srgbClr>
              </a:gs>
              <a:gs pos="100000">
                <a:srgbClr val="000000">
                  <a:alpha val="0"/>
                </a:srgbClr>
              </a:gs>
            </a:gsLst>
            <a:lin ang="10800000" scaled="1"/>
            <a:tileRect/>
          </a:gradFill>
          <a:ln>
            <a:noFill/>
          </a:ln>
        </p:spPr>
        <p:txBody>
          <a:bodyPr lIns="585216" tIns="585216" rIns="585216" bIns="585216" anchor="ctr">
            <a:noAutofit/>
          </a:bodyPr>
          <a:lstStyle>
            <a:lvl1pPr algn="r">
              <a:defRPr sz="3600" spc="-15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A629011D-E3B4-416F-9D7F-7A99AE49F65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b="0" i="0">
                <a:solidFill>
                  <a:srgbClr val="A3A3A3"/>
                </a:solidFill>
                <a:latin typeface="Segoe UI" panose="020B0502040204020203" pitchFamily="34" charset="0"/>
              </a:rPr>
              <a:t>ELT layout</a:t>
            </a:r>
          </a:p>
        </p:txBody>
      </p:sp>
    </p:spTree>
    <p:extLst>
      <p:ext uri="{BB962C8B-B14F-4D97-AF65-F5344CB8AC3E}">
        <p14:creationId xmlns:p14="http://schemas.microsoft.com/office/powerpoint/2010/main" val="2328480577"/>
      </p:ext>
    </p:extLst>
  </p:cSld>
  <p:clrMapOvr>
    <a:masterClrMapping/>
  </p:clrMapOvr>
  <p:transition>
    <p:fade/>
  </p:transition>
  <p:extLst>
    <p:ext uri="{DCECCB84-F9BA-43D5-87BE-67443E8EF086}">
      <p15:sldGuideLst xmlns:p15="http://schemas.microsoft.com/office/powerpoint/2012/main">
        <p15:guide id="7" pos="4105">
          <p15:clr>
            <a:srgbClr val="5ACBF0"/>
          </p15:clr>
        </p15:guide>
        <p15:guide id="8" orient="horz" pos="2160">
          <p15:clr>
            <a:srgbClr val="5ACBF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op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0"/>
            <a:ext cx="12192000" cy="4572000"/>
          </a:xfrm>
          <a:solidFill>
            <a:schemeClr val="bg2"/>
          </a:solidFill>
        </p:spPr>
        <p:txBody>
          <a:bodyPr vert="horz" wrap="square" lIns="0" tIns="1280160" rIns="0" bIns="0" rtlCol="0" anchor="t" anchorCtr="0">
            <a:noAutofit/>
          </a:bodyPr>
          <a:lstStyle>
            <a:lvl1pPr marL="0" indent="0" algn="ctr">
              <a:buNone/>
              <a:defRPr lang="en-US" sz="1400" b="0" dirty="0">
                <a:solidFill>
                  <a:schemeClr val="tx1"/>
                </a:solidFill>
              </a:defRPr>
            </a:lvl1pPr>
          </a:lstStyle>
          <a:p>
            <a:pPr marL="228600" lvl="0" indent="-228600" algn="ctr"/>
            <a:r>
              <a:rPr lang="en-US"/>
              <a:t>Drag &amp; drop your photo here</a:t>
            </a:r>
          </a:p>
          <a:p>
            <a:pPr marL="228600" lvl="0" indent="-228600" algn="ctr"/>
            <a:r>
              <a:rPr lang="en-US"/>
              <a:t>or click or tap icon below to insert</a:t>
            </a:r>
          </a:p>
        </p:txBody>
      </p:sp>
      <p:sp>
        <p:nvSpPr>
          <p:cNvPr id="5" name="TextBox 4">
            <a:extLst>
              <a:ext uri="{FF2B5EF4-FFF2-40B4-BE49-F238E27FC236}">
                <a16:creationId xmlns:a16="http://schemas.microsoft.com/office/drawing/2014/main" id="{3A996C37-D0C9-4349-A860-B639C4EB9D5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b="0" i="0">
                <a:solidFill>
                  <a:srgbClr val="A3A3A3"/>
                </a:solidFill>
                <a:latin typeface="Segoe UI" panose="020B0502040204020203" pitchFamily="34" charset="0"/>
              </a:rPr>
              <a:t>ELT layout</a:t>
            </a:r>
          </a:p>
        </p:txBody>
      </p:sp>
    </p:spTree>
    <p:extLst>
      <p:ext uri="{BB962C8B-B14F-4D97-AF65-F5344CB8AC3E}">
        <p14:creationId xmlns:p14="http://schemas.microsoft.com/office/powerpoint/2010/main" val="3654328601"/>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Bottom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2381" y="2286000"/>
            <a:ext cx="12192000" cy="4572000"/>
          </a:xfrm>
          <a:solidFill>
            <a:schemeClr val="bg2"/>
          </a:solidFill>
        </p:spPr>
        <p:txBody>
          <a:bodyPr vert="horz" wrap="square" lIns="0" tIns="1371600" rIns="0" bIns="0" rtlCol="0" anchor="t" anchorCtr="0">
            <a:noAutofit/>
          </a:bodyPr>
          <a:lstStyle>
            <a:lvl1pPr marL="0" indent="0" algn="ctr">
              <a:buNone/>
              <a:defRPr lang="en-US" sz="1400" b="0" dirty="0">
                <a:solidFill>
                  <a:schemeClr val="tx1"/>
                </a:solidFill>
              </a:defRPr>
            </a:lvl1pPr>
          </a:lstStyle>
          <a:p>
            <a:pPr marL="228600" lvl="0" indent="-228600" algn="ctr"/>
            <a:r>
              <a:rPr lang="en-US"/>
              <a:t>Drag &amp; drop your photo here</a:t>
            </a:r>
          </a:p>
          <a:p>
            <a:pPr marL="228600" lvl="0" indent="-228600" algn="ctr"/>
            <a:r>
              <a:rPr lang="en-US"/>
              <a:t>or click or tap icon below to insert</a:t>
            </a:r>
          </a:p>
        </p:txBody>
      </p:sp>
      <p:sp>
        <p:nvSpPr>
          <p:cNvPr id="5" name="TextBox 4">
            <a:extLst>
              <a:ext uri="{FF2B5EF4-FFF2-40B4-BE49-F238E27FC236}">
                <a16:creationId xmlns:a16="http://schemas.microsoft.com/office/drawing/2014/main" id="{3D6FDE6F-0F4B-446A-A51F-494FB099665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b="0" i="0">
                <a:solidFill>
                  <a:srgbClr val="A3A3A3"/>
                </a:solidFill>
                <a:latin typeface="Segoe UI" panose="020B0502040204020203" pitchFamily="34" charset="0"/>
              </a:rPr>
              <a:t>ELT layout</a:t>
            </a:r>
          </a:p>
        </p:txBody>
      </p:sp>
    </p:spTree>
    <p:extLst>
      <p:ext uri="{BB962C8B-B14F-4D97-AF65-F5344CB8AC3E}">
        <p14:creationId xmlns:p14="http://schemas.microsoft.com/office/powerpoint/2010/main" val="3122900082"/>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5ACBF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wo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0"/>
            <a:ext cx="5367528" cy="276999"/>
          </a:xfrm>
        </p:spPr>
        <p:txBody>
          <a:bodyPr/>
          <a:lstStyle>
            <a:lvl1pPr marL="0" indent="0" algn="l">
              <a:spcBef>
                <a:spcPts val="0"/>
              </a:spcBef>
              <a:buNone/>
              <a:defRPr sz="1800" b="0" i="0">
                <a:latin typeface="+mn-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5367528" cy="3474720"/>
          </a:xfrm>
          <a:blipFill>
            <a:blip r:embed="rId2"/>
            <a:stretch>
              <a:fillRect/>
            </a:stretch>
          </a:blipFill>
        </p:spPr>
        <p:txBody>
          <a:bodyPr vert="horz" wrap="square" lIns="0" tIns="0" rIns="0" bIns="1005840" rtlCol="0" anchor="ctr" anchorCtr="0">
            <a:noAutofit/>
          </a:bodyPr>
          <a:lstStyle>
            <a:lvl1pPr marL="0" indent="0" algn="ctr">
              <a:buNone/>
              <a:defRPr lang="en-US" sz="1000" b="0" dirty="0">
                <a:solidFill>
                  <a:schemeClr val="bg1"/>
                </a:solidFill>
              </a:defRPr>
            </a:lvl1pPr>
          </a:lstStyle>
          <a:p>
            <a:pPr marL="228600" lvl="0" indent="-228600" algn="ctr"/>
            <a:r>
              <a:rPr lang="en-US"/>
              <a:t>Drag &amp; drop your photo here</a:t>
            </a:r>
          </a:p>
          <a:p>
            <a:pPr marL="228600" lvl="0" indent="-228600" algn="ctr"/>
            <a:r>
              <a:rPr lang="en-US"/>
              <a:t>or click or tap icon below 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276999"/>
          </a:xfrm>
        </p:spPr>
        <p:txBody>
          <a:bodyPr/>
          <a:lstStyle>
            <a:lvl1pPr marL="0" indent="0" algn="l">
              <a:spcBef>
                <a:spcPts val="0"/>
              </a:spcBef>
              <a:buNone/>
              <a:defRPr lang="en-US" sz="1800" b="0" i="0" kern="1200" spc="0" baseline="0" dirty="0">
                <a:solidFill>
                  <a:schemeClr val="tx1"/>
                </a:solidFill>
                <a:latin typeface="+mn-lt"/>
                <a:ea typeface="+mn-ea"/>
                <a:cs typeface="Segoe UI" panose="020B0502040204020203" pitchFamily="34" charset="0"/>
              </a:defRPr>
            </a:lvl1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pPr>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39255" y="2025650"/>
            <a:ext cx="5367528" cy="3474720"/>
          </a:xfrm>
          <a:blipFill>
            <a:blip r:embed="rId3"/>
            <a:stretch>
              <a:fillRect/>
            </a:stretch>
          </a:blipFill>
        </p:spPr>
        <p:txBody>
          <a:bodyPr vert="horz" wrap="square" lIns="0" tIns="0" rIns="0" bIns="1005840" rtlCol="0" anchor="ctr" anchorCtr="0">
            <a:noAutofit/>
          </a:bodyPr>
          <a:lstStyle>
            <a:lvl1pPr marL="0" indent="0" algn="ctr">
              <a:buNone/>
              <a:defRPr lang="en-US" sz="1000" b="0" dirty="0">
                <a:solidFill>
                  <a:srgbClr val="000000"/>
                </a:solidFill>
              </a:defRPr>
            </a:lvl1pPr>
          </a:lstStyle>
          <a:p>
            <a:pPr marL="228600" lvl="0" indent="-228600" algn="ctr"/>
            <a:r>
              <a:rPr lang="en-US"/>
              <a:t>Drag &amp; drop your photo here</a:t>
            </a:r>
          </a:p>
          <a:p>
            <a:pPr marL="228600" lvl="0" indent="-228600" algn="ctr"/>
            <a:r>
              <a:rPr lang="en-US"/>
              <a:t>or click or tap icon below to insert</a:t>
            </a:r>
          </a:p>
        </p:txBody>
      </p:sp>
      <p:sp>
        <p:nvSpPr>
          <p:cNvPr id="10" name="TextBox 9">
            <a:extLst>
              <a:ext uri="{FF2B5EF4-FFF2-40B4-BE49-F238E27FC236}">
                <a16:creationId xmlns:a16="http://schemas.microsoft.com/office/drawing/2014/main" id="{CAF59E09-7602-42B9-AB0C-9D1365A9EBB2}"/>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b="0" i="0">
                <a:solidFill>
                  <a:srgbClr val="A3A3A3"/>
                </a:solidFill>
                <a:latin typeface="Segoe UI" panose="020B0502040204020203" pitchFamily="34" charset="0"/>
              </a:rPr>
              <a:t>ELT layout</a:t>
            </a:r>
          </a:p>
        </p:txBody>
      </p:sp>
    </p:spTree>
    <p:extLst>
      <p:ext uri="{BB962C8B-B14F-4D97-AF65-F5344CB8AC3E}">
        <p14:creationId xmlns:p14="http://schemas.microsoft.com/office/powerpoint/2010/main" val="856823867"/>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312" userDrawn="1">
          <p15:clr>
            <a:srgbClr val="5ACBF0"/>
          </p15:clr>
        </p15:guide>
        <p15:guide id="6" pos="3749">
          <p15:clr>
            <a:srgbClr val="5ACBF0"/>
          </p15:clr>
        </p15:guide>
        <p15:guide id="7" pos="3931">
          <p15:clr>
            <a:srgbClr val="5ACBF0"/>
          </p15:clr>
        </p15:guide>
        <p15:guide id="8" orient="horz" pos="3464">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hree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689600"/>
            <a:ext cx="3475037" cy="276999"/>
          </a:xfrm>
        </p:spPr>
        <p:txBody>
          <a:bodyPr/>
          <a:lstStyle>
            <a:lvl1pPr marL="0" indent="0" algn="l">
              <a:spcBef>
                <a:spcPts val="0"/>
              </a:spcBef>
              <a:buNone/>
              <a:defRPr sz="1800" b="0" i="0">
                <a:latin typeface="+mn-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0" i="0">
                <a:solidFill>
                  <a:schemeClr val="bg1"/>
                </a:solidFill>
                <a:latin typeface="+mn-lt"/>
                <a:cs typeface="Segoe Sans Small" pitchFamily="2" charset="0"/>
              </a:defRPr>
            </a:lvl1pPr>
          </a:lstStyle>
          <a:p>
            <a:r>
              <a:rPr lang="en-US"/>
              <a:t>Drag &amp; drop your photo here </a:t>
            </a:r>
            <a:br>
              <a:rPr lang="en-US"/>
            </a:br>
            <a:r>
              <a:rPr lang="en-US"/>
              <a:t>or click or tap icon below 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276999"/>
          </a:xfrm>
        </p:spPr>
        <p:txBody>
          <a:bodyPr/>
          <a:lstStyle>
            <a:lvl1pPr marL="0" indent="0" algn="l">
              <a:spcBef>
                <a:spcPts val="0"/>
              </a:spcBef>
              <a:buNone/>
              <a:defRPr lang="en-US" sz="1800" b="0" i="0" kern="1200" spc="0" baseline="0" dirty="0">
                <a:solidFill>
                  <a:schemeClr val="tx1"/>
                </a:solidFill>
                <a:latin typeface="+mn-lt"/>
                <a:ea typeface="+mn-ea"/>
                <a:cs typeface="Segoe UI" panose="020B0502040204020203" pitchFamily="34" charset="0"/>
              </a:defRPr>
            </a:lvl1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pPr>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2025650"/>
            <a:ext cx="3474720" cy="3474720"/>
          </a:xfrm>
          <a:blipFill>
            <a:blip r:embed="rId3"/>
            <a:stretch>
              <a:fillRect/>
            </a:stretch>
          </a:blipFill>
        </p:spPr>
        <p:txBody>
          <a:bodyPr lIns="0" tIns="0" rIns="0" bIns="1005840" anchor="ctr" anchorCtr="0">
            <a:noAutofit/>
          </a:bodyPr>
          <a:lstStyle>
            <a:lvl1pPr marL="0" indent="0" algn="ctr">
              <a:lnSpc>
                <a:spcPct val="100000"/>
              </a:lnSpc>
              <a:buNone/>
              <a:defRPr sz="800" b="0" i="0">
                <a:solidFill>
                  <a:srgbClr val="000000"/>
                </a:solidFill>
                <a:latin typeface="+mn-lt"/>
                <a:cs typeface="Segoe Sans Small" pitchFamily="2" charset="0"/>
              </a:defRPr>
            </a:lvl1pPr>
          </a:lstStyle>
          <a:p>
            <a:r>
              <a:rPr lang="en-US"/>
              <a:t>Drag &amp; drop your photo here </a:t>
            </a:r>
            <a:br>
              <a:rPr lang="en-US"/>
            </a:br>
            <a:r>
              <a:rPr lang="en-US"/>
              <a:t>or click or tap icon below 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276999"/>
          </a:xfrm>
        </p:spPr>
        <p:txBody>
          <a:bodyPr/>
          <a:lstStyle>
            <a:lvl1pPr marL="0" indent="0" algn="l">
              <a:spcBef>
                <a:spcPts val="0"/>
              </a:spcBef>
              <a:buNone/>
              <a:defRPr lang="en-US" sz="1800" b="0" i="0" kern="1200" spc="0" baseline="0" dirty="0">
                <a:solidFill>
                  <a:schemeClr val="tx1"/>
                </a:solidFill>
                <a:latin typeface="+mn-lt"/>
                <a:ea typeface="+mn-ea"/>
                <a:cs typeface="Segoe UI" panose="020B0502040204020203" pitchFamily="34" charset="0"/>
              </a:defRPr>
            </a:lvl1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pPr>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3" y="2025650"/>
            <a:ext cx="3474720" cy="3474720"/>
          </a:xfrm>
          <a:blipFill>
            <a:blip r:embed="rId4"/>
            <a:stretch>
              <a:fillRect/>
            </a:stretch>
          </a:blipFill>
        </p:spPr>
        <p:txBody>
          <a:bodyPr lIns="0" tIns="0" rIns="0" bIns="1005840" anchor="ctr" anchorCtr="0">
            <a:noAutofit/>
          </a:bodyPr>
          <a:lstStyle>
            <a:lvl1pPr marL="0" indent="0" algn="ctr">
              <a:lnSpc>
                <a:spcPct val="100000"/>
              </a:lnSpc>
              <a:buNone/>
              <a:defRPr lang="en-US" sz="800" b="0" i="0" kern="1200" spc="0" baseline="0" dirty="0">
                <a:solidFill>
                  <a:schemeClr val="bg1"/>
                </a:solidFill>
                <a:latin typeface="+mn-lt"/>
                <a:ea typeface="+mn-ea"/>
                <a:cs typeface="Segoe Sans Small" pitchFamily="2" charset="0"/>
              </a:defRPr>
            </a:lvl1pPr>
          </a:lstStyle>
          <a:p>
            <a:r>
              <a:rPr lang="en-US"/>
              <a:t>Drag &amp; drop your photo here </a:t>
            </a:r>
            <a:br>
              <a:rPr lang="en-US"/>
            </a:br>
            <a:r>
              <a:rPr lang="en-US"/>
              <a:t>or click or tap icon below to insert</a:t>
            </a:r>
          </a:p>
        </p:txBody>
      </p:sp>
      <p:sp>
        <p:nvSpPr>
          <p:cNvPr id="14" name="TextBox 13">
            <a:extLst>
              <a:ext uri="{FF2B5EF4-FFF2-40B4-BE49-F238E27FC236}">
                <a16:creationId xmlns:a16="http://schemas.microsoft.com/office/drawing/2014/main" id="{52B36921-D927-4BA6-8891-8AEE978492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b="0" i="0">
                <a:solidFill>
                  <a:srgbClr val="A3A3A3"/>
                </a:solidFill>
                <a:latin typeface="Segoe UI" panose="020B0502040204020203" pitchFamily="34" charset="0"/>
              </a:rPr>
              <a:t>ELT layout</a:t>
            </a:r>
          </a:p>
        </p:txBody>
      </p:sp>
    </p:spTree>
    <p:extLst>
      <p:ext uri="{BB962C8B-B14F-4D97-AF65-F5344CB8AC3E}">
        <p14:creationId xmlns:p14="http://schemas.microsoft.com/office/powerpoint/2010/main" val="231357119"/>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3465">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Four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753938"/>
            <a:ext cx="2532888" cy="553998"/>
          </a:xfrm>
        </p:spPr>
        <p:txBody>
          <a:bodyPr/>
          <a:lstStyle>
            <a:lvl1pPr marL="0" indent="0" algn="l">
              <a:spcBef>
                <a:spcPts val="0"/>
              </a:spcBef>
              <a:buNone/>
              <a:defRPr sz="1800" b="0" i="0">
                <a:latin typeface="+mn-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2532888" cy="2532888"/>
          </a:xfrm>
          <a:blipFill>
            <a:blip r:embed="rId2" cstate="email">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lang="en-US" sz="700" b="0" i="0" kern="1200" spc="0" baseline="0" dirty="0">
                <a:solidFill>
                  <a:schemeClr val="bg1"/>
                </a:solidFill>
                <a:latin typeface="+mn-lt"/>
                <a:ea typeface="+mn-ea"/>
                <a:cs typeface="Segoe Sans Small" pitchFamily="2" charset="0"/>
              </a:defRPr>
            </a:lvl1pPr>
          </a:lstStyle>
          <a:p>
            <a:r>
              <a:rPr lang="en-US"/>
              <a:t>Drag &amp; drop your photo here </a:t>
            </a:r>
            <a:br>
              <a:rPr lang="en-US"/>
            </a:br>
            <a:r>
              <a:rPr lang="en-US"/>
              <a:t>or click or tap icon below 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553998"/>
          </a:xfrm>
        </p:spPr>
        <p:txBody>
          <a:bodyPr/>
          <a:lstStyle>
            <a:lvl1pPr marL="0" indent="0" algn="l">
              <a:spcBef>
                <a:spcPts val="0"/>
              </a:spcBef>
              <a:buNone/>
              <a:defRPr lang="en-US" sz="1800" b="0" i="0" kern="1200" spc="0" baseline="0" dirty="0">
                <a:solidFill>
                  <a:schemeClr val="tx1"/>
                </a:solidFill>
                <a:latin typeface="+mn-lt"/>
                <a:ea typeface="+mn-ea"/>
                <a:cs typeface="Segoe UI" panose="020B0502040204020203" pitchFamily="34" charset="0"/>
              </a:defRPr>
            </a:lvl1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pPr>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3413908" y="2025650"/>
            <a:ext cx="2532888" cy="2532888"/>
          </a:xfrm>
          <a:blipFill>
            <a:blip r:embed="rId3" cstate="email">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lang="en-US" sz="700" b="0" i="0" kern="1200" spc="0" baseline="0" dirty="0">
                <a:solidFill>
                  <a:schemeClr val="tx1"/>
                </a:solidFill>
                <a:latin typeface="+mn-lt"/>
                <a:ea typeface="+mn-ea"/>
                <a:cs typeface="Segoe Sans Small" pitchFamily="2" charset="0"/>
              </a:defRPr>
            </a:lvl1pPr>
          </a:lstStyle>
          <a:p>
            <a:r>
              <a:rPr lang="en-US"/>
              <a:t>Drag &amp; drop your photo here </a:t>
            </a:r>
            <a:br>
              <a:rPr lang="en-US"/>
            </a:br>
            <a:r>
              <a:rPr lang="en-US"/>
              <a:t>or click or tap icon below 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553998"/>
          </a:xfrm>
        </p:spPr>
        <p:txBody>
          <a:bodyPr/>
          <a:lstStyle>
            <a:lvl1pPr marL="0" indent="0" algn="l">
              <a:spcBef>
                <a:spcPts val="0"/>
              </a:spcBef>
              <a:buNone/>
              <a:defRPr lang="en-US" sz="1800" b="0" i="0" kern="1200" spc="0" baseline="0" dirty="0">
                <a:solidFill>
                  <a:schemeClr val="tx1"/>
                </a:solidFill>
                <a:latin typeface="+mn-lt"/>
                <a:ea typeface="+mn-ea"/>
                <a:cs typeface="Segoe UI" panose="020B0502040204020203" pitchFamily="34" charset="0"/>
              </a:defRPr>
            </a:lvl1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pPr>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45204" y="2025650"/>
            <a:ext cx="2532888" cy="2532888"/>
          </a:xfrm>
          <a:blipFill>
            <a:blip r:embed="rId4" cstate="email">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lang="en-US" sz="700" b="0" i="0" kern="1200" spc="0" baseline="0" dirty="0">
                <a:solidFill>
                  <a:schemeClr val="bg1"/>
                </a:solidFill>
                <a:latin typeface="+mn-lt"/>
                <a:ea typeface="+mn-ea"/>
                <a:cs typeface="Segoe Sans Small" pitchFamily="2" charset="0"/>
              </a:defRPr>
            </a:lvl1pPr>
          </a:lstStyle>
          <a:p>
            <a:r>
              <a:rPr lang="en-US"/>
              <a:t>Drag &amp; drop your photo here </a:t>
            </a:r>
            <a:br>
              <a:rPr lang="en-US"/>
            </a:br>
            <a:r>
              <a:rPr lang="en-US"/>
              <a:t>or click or tap icon below 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553998"/>
          </a:xfrm>
        </p:spPr>
        <p:txBody>
          <a:bodyPr/>
          <a:lstStyle>
            <a:lvl1pPr marL="0" indent="0" algn="l">
              <a:spcBef>
                <a:spcPts val="0"/>
              </a:spcBef>
              <a:buNone/>
              <a:defRPr lang="en-US" sz="1800" b="0" i="0" kern="1200" spc="0" baseline="0" dirty="0">
                <a:solidFill>
                  <a:schemeClr val="tx1"/>
                </a:solidFill>
                <a:latin typeface="+mn-lt"/>
                <a:ea typeface="+mn-ea"/>
                <a:cs typeface="Segoe UI" panose="020B0502040204020203" pitchFamily="34" charset="0"/>
              </a:defRPr>
            </a:lvl1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pPr>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ltGray">
          <a:xfrm>
            <a:off x="9073895" y="2025650"/>
            <a:ext cx="2532888" cy="2532888"/>
          </a:xfrm>
          <a:blipFill>
            <a:blip>
              <a:extLst>
                <a:ext uri="{96DAC541-7B7A-43D3-8B79-37D633B846F1}">
                  <asvg:svgBlip xmlns:asvg="http://schemas.microsoft.com/office/drawing/2016/SVG/main" r:embed="rId5"/>
                </a:ext>
              </a:extLst>
            </a:blip>
            <a:stretch>
              <a:fillRect/>
            </a:stretch>
          </a:blipFill>
        </p:spPr>
        <p:txBody>
          <a:bodyPr lIns="0" tIns="0" rIns="0" bIns="731520" anchor="ctr" anchorCtr="0">
            <a:noAutofit/>
          </a:bodyPr>
          <a:lstStyle>
            <a:lvl1pPr marL="0" indent="0" algn="ctr">
              <a:lnSpc>
                <a:spcPct val="100000"/>
              </a:lnSpc>
              <a:buNone/>
              <a:defRPr lang="en-US" sz="700" b="0" i="0" kern="1200" spc="0" baseline="0" dirty="0">
                <a:solidFill>
                  <a:schemeClr val="bg1"/>
                </a:solidFill>
                <a:latin typeface="+mn-lt"/>
                <a:ea typeface="+mn-ea"/>
                <a:cs typeface="Segoe Sans Small" pitchFamily="2" charset="0"/>
              </a:defRPr>
            </a:lvl1pPr>
          </a:lstStyle>
          <a:p>
            <a:r>
              <a:rPr lang="en-US"/>
              <a:t>Dag &amp; drop your photo here </a:t>
            </a:r>
            <a:br>
              <a:rPr lang="en-US"/>
            </a:br>
            <a:r>
              <a:rPr lang="en-US"/>
              <a:t>or click or tap icon below to insert</a:t>
            </a:r>
          </a:p>
        </p:txBody>
      </p:sp>
      <p:sp>
        <p:nvSpPr>
          <p:cNvPr id="16" name="TextBox 15">
            <a:extLst>
              <a:ext uri="{FF2B5EF4-FFF2-40B4-BE49-F238E27FC236}">
                <a16:creationId xmlns:a16="http://schemas.microsoft.com/office/drawing/2014/main" id="{5CF56B00-AAD4-4F4F-8228-B6CF8367DE0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b="0" i="0">
                <a:solidFill>
                  <a:srgbClr val="A3A3A3"/>
                </a:solidFill>
                <a:latin typeface="Segoe UI" panose="020B0502040204020203" pitchFamily="34" charset="0"/>
              </a:rPr>
              <a:t>ELT layout</a:t>
            </a:r>
          </a:p>
        </p:txBody>
      </p:sp>
    </p:spTree>
    <p:extLst>
      <p:ext uri="{BB962C8B-B14F-4D97-AF65-F5344CB8AC3E}">
        <p14:creationId xmlns:p14="http://schemas.microsoft.com/office/powerpoint/2010/main" val="1991869532"/>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2870">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wo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866573"/>
            <a:ext cx="11018520" cy="553998"/>
          </a:xfrm>
        </p:spPr>
        <p:txBody>
          <a:bodyPr anchor="ctr"/>
          <a:lstStyle>
            <a:lvl1pPr algn="ctr">
              <a:defRPr>
                <a:latin typeface="+mj-lt"/>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5334000"/>
            <a:ext cx="4892040" cy="276999"/>
          </a:xfrm>
        </p:spPr>
        <p:txBody>
          <a:bodyPr/>
          <a:lstStyle>
            <a:lvl1pPr marL="0" indent="0" algn="ctr">
              <a:spcBef>
                <a:spcPts val="0"/>
              </a:spcBef>
              <a:buNone/>
              <a:defRPr lang="en-US" sz="1800" b="0" i="0" kern="1200" spc="0" baseline="0" dirty="0">
                <a:solidFill>
                  <a:schemeClr val="tx1"/>
                </a:solidFill>
                <a:latin typeface="+mn-lt"/>
                <a:ea typeface="+mn-ea"/>
                <a:cs typeface="Segoe UI" panose="020B0502040204020203" pitchFamily="34" charset="0"/>
              </a:defRPr>
            </a:lvl1pPr>
          </a:lstStyle>
          <a:p>
            <a:pPr marL="0" marR="0" lvl="0" indent="0" algn="ctr" defTabSz="932742" rtl="0" eaLnBrk="1" fontAlgn="auto" latinLnBrk="0" hangingPunct="1">
              <a:lnSpc>
                <a:spcPct val="100000"/>
              </a:lnSpc>
              <a:spcBef>
                <a:spcPts val="0"/>
              </a:spcBef>
              <a:spcAft>
                <a:spcPts val="0"/>
              </a:spcAft>
              <a:buClrTx/>
              <a:buSzPct val="90000"/>
              <a:buFont typeface="Wingdings" panose="05000000000000000000" pitchFamily="2" charset="2"/>
              <a:buNone/>
              <a:tabLst/>
            </a:pPr>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6062472" cy="2807208"/>
          </a:xfrm>
          <a:solidFill>
            <a:schemeClr val="bg2"/>
          </a:solidFill>
        </p:spPr>
        <p:txBody>
          <a:bodyPr lIns="0" tIns="0" rIns="0" bIns="731520" anchor="ctr" anchorCtr="0">
            <a:noAutofit/>
          </a:bodyPr>
          <a:lstStyle>
            <a:lvl1pPr marL="0" indent="0" algn="ctr">
              <a:lnSpc>
                <a:spcPct val="100000"/>
              </a:lnSpc>
              <a:buNone/>
              <a:defRPr lang="en-US" sz="1000" b="0" i="0" kern="1200" spc="0" baseline="0" dirty="0">
                <a:solidFill>
                  <a:schemeClr val="tx1"/>
                </a:solidFill>
                <a:latin typeface="+mn-lt"/>
                <a:ea typeface="+mn-ea"/>
                <a:cs typeface="Segoe Sans Small" pitchFamily="2" charset="0"/>
              </a:defRPr>
            </a:lvl1pPr>
          </a:lstStyle>
          <a:p>
            <a:r>
              <a:rPr lang="en-US"/>
              <a:t>Drag &amp; drop your photo here </a:t>
            </a:r>
            <a:br>
              <a:rPr lang="en-US"/>
            </a:br>
            <a:r>
              <a:rPr lang="en-US"/>
              <a:t>or click or tap icon below 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6714744" y="5334000"/>
            <a:ext cx="4892040" cy="276999"/>
          </a:xfrm>
        </p:spPr>
        <p:txBody>
          <a:bodyPr/>
          <a:lstStyle>
            <a:lvl1pPr marL="0" indent="0" algn="ctr">
              <a:spcBef>
                <a:spcPts val="0"/>
              </a:spcBef>
              <a:buNone/>
              <a:defRPr sz="1800" b="0" i="0">
                <a:latin typeface="+mn-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6129528" y="2286000"/>
            <a:ext cx="6062472" cy="2807208"/>
          </a:xfrm>
          <a:solidFill>
            <a:schemeClr val="bg2"/>
          </a:solidFill>
        </p:spPr>
        <p:txBody>
          <a:bodyPr lIns="0" tIns="0" rIns="0" bIns="731520" anchor="ctr" anchorCtr="0">
            <a:noAutofit/>
          </a:bodyPr>
          <a:lstStyle>
            <a:lvl1pPr marL="0" indent="0" algn="ctr">
              <a:lnSpc>
                <a:spcPct val="100000"/>
              </a:lnSpc>
              <a:buNone/>
              <a:defRPr lang="en-US" sz="1000" b="0" i="0" kern="1200" spc="0" baseline="0" dirty="0">
                <a:solidFill>
                  <a:schemeClr val="tx1"/>
                </a:solidFill>
                <a:latin typeface="+mn-lt"/>
                <a:ea typeface="+mn-ea"/>
                <a:cs typeface="Segoe Sans Small" pitchFamily="2" charset="0"/>
              </a:defRPr>
            </a:lvl1pPr>
          </a:lstStyle>
          <a:p>
            <a:r>
              <a:rPr lang="en-US"/>
              <a:t>Drag &amp; drop your photo here </a:t>
            </a:r>
            <a:br>
              <a:rPr lang="en-US"/>
            </a:br>
            <a:r>
              <a:rPr lang="en-US"/>
              <a:t>or click or tap icon below to insert</a:t>
            </a:r>
          </a:p>
        </p:txBody>
      </p:sp>
      <p:sp>
        <p:nvSpPr>
          <p:cNvPr id="4" name="TextBox 3">
            <a:extLst>
              <a:ext uri="{FF2B5EF4-FFF2-40B4-BE49-F238E27FC236}">
                <a16:creationId xmlns:a16="http://schemas.microsoft.com/office/drawing/2014/main" id="{6AAE597A-BE1E-6B1F-960D-A90DC95443A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b="0" i="0">
                <a:solidFill>
                  <a:srgbClr val="A3A3A3"/>
                </a:solidFill>
                <a:latin typeface="Segoe UI" panose="020B0502040204020203" pitchFamily="34" charset="0"/>
              </a:rPr>
              <a:t>ELT layout</a:t>
            </a:r>
          </a:p>
        </p:txBody>
      </p:sp>
    </p:spTree>
    <p:extLst>
      <p:ext uri="{BB962C8B-B14F-4D97-AF65-F5344CB8AC3E}">
        <p14:creationId xmlns:p14="http://schemas.microsoft.com/office/powerpoint/2010/main" val="4166138305"/>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4" orient="horz" pos="3209">
          <p15:clr>
            <a:srgbClr val="5ACBF0"/>
          </p15:clr>
        </p15:guide>
        <p15:guide id="5" pos="3826">
          <p15:clr>
            <a:srgbClr val="5ACBF0"/>
          </p15:clr>
        </p15:guide>
        <p15:guide id="6" pos="3859">
          <p15:clr>
            <a:srgbClr val="5ACBF0"/>
          </p15:clr>
        </p15:guide>
        <p15:guide id="11" pos="1910">
          <p15:clr>
            <a:srgbClr val="5ACBF0"/>
          </p15:clr>
        </p15:guide>
        <p15:guide id="12" pos="5770">
          <p15:clr>
            <a:srgbClr val="5ACBF0"/>
          </p15:clr>
        </p15:guide>
        <p15:guide id="13" orient="horz" pos="3360">
          <p15:clr>
            <a:srgbClr val="5ACBF0"/>
          </p15:clr>
        </p15:guide>
        <p15:guide id="14" orient="horz">
          <p15:clr>
            <a:srgbClr val="5ACBF0"/>
          </p15:clr>
        </p15:guide>
        <p15:guide id="15" pos="3451">
          <p15:clr>
            <a:srgbClr val="5ACBF0"/>
          </p15:clr>
        </p15:guide>
        <p15:guide id="16" pos="4229">
          <p15:clr>
            <a:srgbClr val="5ACBF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hre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7"/>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2852928" cy="553998"/>
          </a:xfrm>
        </p:spPr>
        <p:txBody>
          <a:bodyPr/>
          <a:lstStyle>
            <a:lvl1pPr marL="0" indent="0" algn="ctr">
              <a:spcBef>
                <a:spcPts val="0"/>
              </a:spcBef>
              <a:buNone/>
              <a:defRPr sz="1800" b="0" i="0">
                <a:latin typeface="+mn-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4023360" cy="2286000"/>
          </a:xfrm>
          <a:solidFill>
            <a:schemeClr val="bg2"/>
          </a:solidFill>
        </p:spPr>
        <p:txBody>
          <a:bodyPr lIns="0" tIns="0" rIns="0" bIns="731520" anchor="ctr" anchorCtr="0">
            <a:noAutofit/>
          </a:bodyPr>
          <a:lstStyle>
            <a:lvl1pPr marL="0" indent="0" algn="ctr">
              <a:lnSpc>
                <a:spcPct val="100000"/>
              </a:lnSpc>
              <a:buNone/>
              <a:defRPr lang="en-US" sz="1000" b="0" i="0" kern="1200" spc="0" baseline="0" dirty="0">
                <a:solidFill>
                  <a:schemeClr val="tx1"/>
                </a:solidFill>
                <a:latin typeface="+mn-lt"/>
                <a:ea typeface="+mn-ea"/>
                <a:cs typeface="Segoe Sans Small" pitchFamily="2" charset="0"/>
              </a:defRPr>
            </a:lvl1pPr>
          </a:lstStyle>
          <a:p>
            <a:r>
              <a:rPr lang="en-US"/>
              <a:t>Drag &amp; drop your photo here </a:t>
            </a:r>
            <a:br>
              <a:rPr lang="en-US"/>
            </a:br>
            <a:r>
              <a:rPr lang="en-US"/>
              <a:t>or click or tap icon below 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4669536" y="4799409"/>
            <a:ext cx="2852928" cy="553998"/>
          </a:xfrm>
        </p:spPr>
        <p:txBody>
          <a:bodyPr/>
          <a:lstStyle>
            <a:lvl1pPr marL="0" indent="0" algn="ctr">
              <a:spcBef>
                <a:spcPts val="0"/>
              </a:spcBef>
              <a:buNone/>
              <a:defRPr lang="en-US" sz="1800" b="0" i="0" kern="1200" spc="0" baseline="0" dirty="0">
                <a:solidFill>
                  <a:schemeClr val="tx1"/>
                </a:solidFill>
                <a:latin typeface="+mn-lt"/>
                <a:ea typeface="+mn-ea"/>
                <a:cs typeface="Segoe UI" panose="020B0502040204020203" pitchFamily="34" charset="0"/>
              </a:defRPr>
            </a:lvl1pPr>
          </a:lstStyle>
          <a:p>
            <a:pPr marL="0" marR="0" lvl="0" indent="0" algn="ctr" defTabSz="932742" rtl="0" eaLnBrk="1" fontAlgn="auto" latinLnBrk="0" hangingPunct="1">
              <a:lnSpc>
                <a:spcPct val="100000"/>
              </a:lnSpc>
              <a:spcBef>
                <a:spcPts val="0"/>
              </a:spcBef>
              <a:spcAft>
                <a:spcPts val="0"/>
              </a:spcAft>
              <a:buClrTx/>
              <a:buSzPct val="90000"/>
              <a:buFont typeface="Wingdings" panose="05000000000000000000" pitchFamily="2" charset="2"/>
              <a:buNone/>
              <a:tabLst/>
            </a:pPr>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4084320" y="2286000"/>
            <a:ext cx="4023360" cy="2286000"/>
          </a:xfrm>
          <a:solidFill>
            <a:schemeClr val="bg2"/>
          </a:solidFill>
        </p:spPr>
        <p:txBody>
          <a:bodyPr lIns="0" tIns="0" rIns="0" bIns="731520" anchor="ctr" anchorCtr="0">
            <a:noAutofit/>
          </a:bodyPr>
          <a:lstStyle>
            <a:lvl1pPr marL="0" indent="0" algn="ctr">
              <a:lnSpc>
                <a:spcPct val="100000"/>
              </a:lnSpc>
              <a:buNone/>
              <a:defRPr lang="en-US" sz="1000" b="0" i="0" kern="1200" spc="0" baseline="0" dirty="0">
                <a:solidFill>
                  <a:schemeClr val="tx1"/>
                </a:solidFill>
                <a:latin typeface="+mn-lt"/>
                <a:ea typeface="+mn-ea"/>
                <a:cs typeface="Segoe Sans Small" pitchFamily="2" charset="0"/>
              </a:defRPr>
            </a:lvl1pPr>
          </a:lstStyle>
          <a:p>
            <a:r>
              <a:rPr lang="en-US"/>
              <a:t>Drag &amp; drop your photo here </a:t>
            </a:r>
            <a:br>
              <a:rPr lang="en-US"/>
            </a:br>
            <a:r>
              <a:rPr lang="en-US"/>
              <a:t>or click or tap icon below 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8753856" y="4799410"/>
            <a:ext cx="2852928" cy="553998"/>
          </a:xfrm>
        </p:spPr>
        <p:txBody>
          <a:bodyPr/>
          <a:lstStyle>
            <a:lvl1pPr marL="0" indent="0" algn="ctr">
              <a:spcBef>
                <a:spcPts val="0"/>
              </a:spcBef>
              <a:buNone/>
              <a:defRPr lang="en-US" sz="1800" b="0" i="0" kern="1200" spc="0" baseline="0" dirty="0">
                <a:solidFill>
                  <a:schemeClr val="tx1"/>
                </a:solidFill>
                <a:latin typeface="+mn-lt"/>
                <a:ea typeface="+mn-ea"/>
                <a:cs typeface="Segoe UI" panose="020B0502040204020203" pitchFamily="34" charset="0"/>
              </a:defRPr>
            </a:lvl1pPr>
          </a:lstStyle>
          <a:p>
            <a:pPr marL="0" marR="0" lvl="0" indent="0" algn="ctr" defTabSz="932742" rtl="0" eaLnBrk="1" fontAlgn="auto" latinLnBrk="0" hangingPunct="1">
              <a:lnSpc>
                <a:spcPct val="100000"/>
              </a:lnSpc>
              <a:spcBef>
                <a:spcPts val="0"/>
              </a:spcBef>
              <a:spcAft>
                <a:spcPts val="0"/>
              </a:spcAft>
              <a:buClrTx/>
              <a:buSzPct val="90000"/>
              <a:buFont typeface="Wingdings" panose="05000000000000000000" pitchFamily="2" charset="2"/>
              <a:buNone/>
              <a:tabLst/>
            </a:pPr>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8168640" y="2286000"/>
            <a:ext cx="4023360" cy="2286000"/>
          </a:xfrm>
          <a:solidFill>
            <a:schemeClr val="bg2"/>
          </a:solidFill>
        </p:spPr>
        <p:txBody>
          <a:bodyPr lIns="0" tIns="0" rIns="0" bIns="731520" anchor="ctr" anchorCtr="0">
            <a:noAutofit/>
          </a:bodyPr>
          <a:lstStyle>
            <a:lvl1pPr marL="0" indent="0" algn="ctr">
              <a:lnSpc>
                <a:spcPct val="100000"/>
              </a:lnSpc>
              <a:buNone/>
              <a:defRPr lang="en-US" sz="1000" b="0" i="0" kern="1200" spc="0" baseline="0" dirty="0">
                <a:solidFill>
                  <a:schemeClr val="tx1"/>
                </a:solidFill>
                <a:latin typeface="+mn-lt"/>
                <a:ea typeface="+mn-ea"/>
                <a:cs typeface="Segoe Sans Small" pitchFamily="2" charset="0"/>
              </a:defRPr>
            </a:lvl1pPr>
          </a:lstStyle>
          <a:p>
            <a:r>
              <a:rPr lang="en-US"/>
              <a:t>Drag &amp; drop your photo here </a:t>
            </a:r>
            <a:br>
              <a:rPr lang="en-US"/>
            </a:br>
            <a:r>
              <a:rPr lang="en-US"/>
              <a:t>or click or tap icon below to insert</a:t>
            </a:r>
          </a:p>
        </p:txBody>
      </p:sp>
      <p:sp>
        <p:nvSpPr>
          <p:cNvPr id="3" name="TextBox 2">
            <a:extLst>
              <a:ext uri="{FF2B5EF4-FFF2-40B4-BE49-F238E27FC236}">
                <a16:creationId xmlns:a16="http://schemas.microsoft.com/office/drawing/2014/main" id="{42B999C7-F5A8-46A6-92C5-AA3BE4E2693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b="0" i="0">
                <a:solidFill>
                  <a:srgbClr val="A3A3A3"/>
                </a:solidFill>
                <a:latin typeface="Segoe UI" panose="020B0502040204020203" pitchFamily="34" charset="0"/>
              </a:rPr>
              <a:t>ELT layout</a:t>
            </a:r>
          </a:p>
        </p:txBody>
      </p:sp>
    </p:spTree>
    <p:extLst>
      <p:ext uri="{BB962C8B-B14F-4D97-AF65-F5344CB8AC3E}">
        <p14:creationId xmlns:p14="http://schemas.microsoft.com/office/powerpoint/2010/main" val="2736824570"/>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2534">
          <p15:clr>
            <a:srgbClr val="5ACBF0"/>
          </p15:clr>
        </p15:guide>
        <p15:guide id="6" pos="2573">
          <p15:clr>
            <a:srgbClr val="5ACBF0"/>
          </p15:clr>
        </p15:guide>
        <p15:guide id="8" pos="5109">
          <p15:clr>
            <a:srgbClr val="5ACBF0"/>
          </p15:clr>
        </p15:guide>
        <p15:guide id="9" pos="5145">
          <p15:clr>
            <a:srgbClr val="5ACBF0"/>
          </p15:clr>
        </p15:guide>
        <p15:guide id="11" pos="1266">
          <p15:clr>
            <a:srgbClr val="5ACBF0"/>
          </p15:clr>
        </p15:guide>
        <p15:guide id="12" pos="3840">
          <p15:clr>
            <a:srgbClr val="5ACBF0"/>
          </p15:clr>
        </p15:guide>
        <p15:guide id="13" pos="6414">
          <p15:clr>
            <a:srgbClr val="5ACBF0"/>
          </p15:clr>
        </p15:guide>
        <p15:guide id="14" orient="horz" pos="1074">
          <p15:clr>
            <a:srgbClr val="5ACBF0"/>
          </p15:clr>
        </p15:guide>
        <p15:guide id="15" pos="2168">
          <p15:clr>
            <a:srgbClr val="5ACBF0"/>
          </p15:clr>
        </p15:guide>
        <p15:guide id="16" pos="2944">
          <p15:clr>
            <a:srgbClr val="5ACBF0"/>
          </p15:clr>
        </p15:guide>
        <p15:guide id="17" pos="4738">
          <p15:clr>
            <a:srgbClr val="5ACBF0"/>
          </p15:clr>
        </p15:guide>
        <p15:guide id="18" pos="5514">
          <p15:clr>
            <a:srgbClr val="5ACBF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Four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1828800" cy="553998"/>
          </a:xfrm>
        </p:spPr>
        <p:txBody>
          <a:bodyPr/>
          <a:lstStyle>
            <a:lvl1pPr marL="0" indent="0" algn="ctr">
              <a:spcBef>
                <a:spcPts val="0"/>
              </a:spcBef>
              <a:buNone/>
              <a:defRPr sz="1800" b="0" i="0">
                <a:latin typeface="+mn-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999232" cy="2286000"/>
          </a:xfrm>
          <a:solidFill>
            <a:schemeClr val="bg2"/>
          </a:solidFill>
        </p:spPr>
        <p:txBody>
          <a:bodyPr lIns="0" tIns="0" rIns="0" bIns="731520" anchor="ctr" anchorCtr="0">
            <a:noAutofit/>
          </a:bodyPr>
          <a:lstStyle>
            <a:lvl1pPr marL="0" indent="0" algn="ctr">
              <a:lnSpc>
                <a:spcPct val="100000"/>
              </a:lnSpc>
              <a:buNone/>
              <a:defRPr lang="en-US" sz="1000" b="0" i="0" kern="1200" spc="0" baseline="0" dirty="0">
                <a:solidFill>
                  <a:schemeClr val="tx1"/>
                </a:solidFill>
                <a:latin typeface="+mn-lt"/>
                <a:ea typeface="+mn-ea"/>
                <a:cs typeface="Segoe Sans Small" pitchFamily="2" charset="0"/>
              </a:defRPr>
            </a:lvl1pPr>
          </a:lstStyle>
          <a:p>
            <a:r>
              <a:rPr lang="en-US"/>
              <a:t>Drag &amp; drop your photo here </a:t>
            </a:r>
            <a:br>
              <a:rPr lang="en-US"/>
            </a:br>
            <a:r>
              <a:rPr lang="en-US"/>
              <a:t>or click or tap icon below 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3649472" y="4799409"/>
            <a:ext cx="1828800" cy="553998"/>
          </a:xfrm>
        </p:spPr>
        <p:txBody>
          <a:bodyPr/>
          <a:lstStyle>
            <a:lvl1pPr marL="0" indent="0" algn="ctr">
              <a:spcBef>
                <a:spcPts val="0"/>
              </a:spcBef>
              <a:buNone/>
              <a:defRPr lang="en-US" sz="1800" b="0" i="0" kern="1200" spc="0" baseline="0" dirty="0">
                <a:solidFill>
                  <a:schemeClr val="tx1"/>
                </a:solidFill>
                <a:latin typeface="+mn-lt"/>
                <a:ea typeface="+mn-ea"/>
                <a:cs typeface="Segoe UI" panose="020B0502040204020203" pitchFamily="34" charset="0"/>
              </a:defRPr>
            </a:lvl1pPr>
          </a:lstStyle>
          <a:p>
            <a:pPr marL="0" marR="0" lvl="0" indent="0" algn="ctr" defTabSz="932742" rtl="0" eaLnBrk="1" fontAlgn="auto" latinLnBrk="0" hangingPunct="1">
              <a:lnSpc>
                <a:spcPct val="100000"/>
              </a:lnSpc>
              <a:spcBef>
                <a:spcPts val="0"/>
              </a:spcBef>
              <a:spcAft>
                <a:spcPts val="0"/>
              </a:spcAft>
              <a:buClrTx/>
              <a:buSzPct val="90000"/>
              <a:buFont typeface="Wingdings" panose="05000000000000000000" pitchFamily="2" charset="2"/>
              <a:buNone/>
              <a:tabLst/>
            </a:pPr>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3064256" y="2286000"/>
            <a:ext cx="2999232" cy="2286000"/>
          </a:xfrm>
          <a:solidFill>
            <a:schemeClr val="bg2"/>
          </a:solidFill>
        </p:spPr>
        <p:txBody>
          <a:bodyPr lIns="0" tIns="0" rIns="0" bIns="731520" anchor="ctr" anchorCtr="0">
            <a:noAutofit/>
          </a:bodyPr>
          <a:lstStyle>
            <a:lvl1pPr marL="0" indent="0" algn="ctr">
              <a:lnSpc>
                <a:spcPct val="100000"/>
              </a:lnSpc>
              <a:buNone/>
              <a:defRPr lang="en-US" sz="1000" b="0" i="0" kern="1200" spc="0" baseline="0" dirty="0">
                <a:solidFill>
                  <a:schemeClr val="tx1"/>
                </a:solidFill>
                <a:latin typeface="+mn-lt"/>
                <a:ea typeface="+mn-ea"/>
                <a:cs typeface="Segoe Sans Small" pitchFamily="2" charset="0"/>
              </a:defRPr>
            </a:lvl1pPr>
          </a:lstStyle>
          <a:p>
            <a:r>
              <a:rPr lang="en-US"/>
              <a:t>Drag &amp; drop your photo here </a:t>
            </a:r>
            <a:br>
              <a:rPr lang="en-US"/>
            </a:br>
            <a:r>
              <a:rPr lang="en-US"/>
              <a:t>or click or tap icon below 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6713728" y="4799410"/>
            <a:ext cx="1828800" cy="553998"/>
          </a:xfrm>
        </p:spPr>
        <p:txBody>
          <a:bodyPr/>
          <a:lstStyle>
            <a:lvl1pPr marL="0" indent="0" algn="ctr">
              <a:spcBef>
                <a:spcPts val="0"/>
              </a:spcBef>
              <a:buNone/>
              <a:defRPr lang="en-US" sz="1800" b="0" i="0" kern="1200" spc="0" baseline="0" dirty="0">
                <a:solidFill>
                  <a:schemeClr val="tx1"/>
                </a:solidFill>
                <a:latin typeface="+mn-lt"/>
                <a:ea typeface="+mn-ea"/>
                <a:cs typeface="Segoe UI" panose="020B0502040204020203" pitchFamily="34" charset="0"/>
              </a:defRPr>
            </a:lvl1pPr>
          </a:lstStyle>
          <a:p>
            <a:pPr marL="0" marR="0" lvl="0" indent="0" algn="ctr" defTabSz="932742" rtl="0" eaLnBrk="1" fontAlgn="auto" latinLnBrk="0" hangingPunct="1">
              <a:lnSpc>
                <a:spcPct val="100000"/>
              </a:lnSpc>
              <a:spcBef>
                <a:spcPts val="0"/>
              </a:spcBef>
              <a:spcAft>
                <a:spcPts val="0"/>
              </a:spcAft>
              <a:buClrTx/>
              <a:buSzPct val="90000"/>
              <a:buFont typeface="Wingdings" panose="05000000000000000000" pitchFamily="2" charset="2"/>
              <a:buNone/>
              <a:tabLst/>
            </a:pPr>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6128512" y="2286000"/>
            <a:ext cx="2999232" cy="2286000"/>
          </a:xfrm>
          <a:solidFill>
            <a:schemeClr val="bg2"/>
          </a:solidFill>
        </p:spPr>
        <p:txBody>
          <a:bodyPr lIns="0" tIns="0" rIns="0" bIns="731520" anchor="ctr" anchorCtr="0">
            <a:noAutofit/>
          </a:bodyPr>
          <a:lstStyle>
            <a:lvl1pPr marL="0" indent="0" algn="ctr">
              <a:lnSpc>
                <a:spcPct val="100000"/>
              </a:lnSpc>
              <a:buNone/>
              <a:defRPr lang="en-US" sz="1000" b="0" i="0" kern="1200" spc="0" baseline="0" dirty="0">
                <a:solidFill>
                  <a:schemeClr val="tx1"/>
                </a:solidFill>
                <a:latin typeface="+mn-lt"/>
                <a:ea typeface="+mn-ea"/>
                <a:cs typeface="Segoe Sans Small" pitchFamily="2" charset="0"/>
              </a:defRPr>
            </a:lvl1pPr>
          </a:lstStyle>
          <a:p>
            <a:r>
              <a:rPr lang="en-US"/>
              <a:t>Drag &amp; drop your photo here </a:t>
            </a:r>
            <a:br>
              <a:rPr lang="en-US"/>
            </a:br>
            <a:r>
              <a:rPr lang="en-US"/>
              <a:t>or click or tap icon below 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9777984" y="4799409"/>
            <a:ext cx="1828800" cy="553998"/>
          </a:xfrm>
        </p:spPr>
        <p:txBody>
          <a:bodyPr/>
          <a:lstStyle>
            <a:lvl1pPr marL="0" indent="0" algn="ctr">
              <a:spcBef>
                <a:spcPts val="0"/>
              </a:spcBef>
              <a:buNone/>
              <a:defRPr lang="en-US" sz="1800" b="0" i="0" kern="1200" spc="0" baseline="0" dirty="0">
                <a:solidFill>
                  <a:schemeClr val="tx1"/>
                </a:solidFill>
                <a:latin typeface="+mn-lt"/>
                <a:ea typeface="+mn-ea"/>
                <a:cs typeface="Segoe UI" panose="020B0502040204020203" pitchFamily="34" charset="0"/>
              </a:defRPr>
            </a:lvl1pPr>
          </a:lstStyle>
          <a:p>
            <a:pPr marL="0" marR="0" lvl="0" indent="0" algn="ctr" defTabSz="932742" rtl="0" eaLnBrk="1" fontAlgn="auto" latinLnBrk="0" hangingPunct="1">
              <a:lnSpc>
                <a:spcPct val="100000"/>
              </a:lnSpc>
              <a:spcBef>
                <a:spcPts val="0"/>
              </a:spcBef>
              <a:spcAft>
                <a:spcPts val="0"/>
              </a:spcAft>
              <a:buClrTx/>
              <a:buSzPct val="90000"/>
              <a:buFont typeface="Wingdings" panose="05000000000000000000" pitchFamily="2" charset="2"/>
              <a:buNone/>
              <a:tabLst/>
            </a:pPr>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9192768" y="2286000"/>
            <a:ext cx="2999232" cy="2286000"/>
          </a:xfrm>
          <a:solidFill>
            <a:schemeClr val="bg2"/>
          </a:solidFill>
        </p:spPr>
        <p:txBody>
          <a:bodyPr lIns="0" tIns="0" rIns="0" bIns="731520" anchor="ctr" anchorCtr="0">
            <a:noAutofit/>
          </a:bodyPr>
          <a:lstStyle>
            <a:lvl1pPr marL="0" indent="0" algn="ctr">
              <a:lnSpc>
                <a:spcPct val="100000"/>
              </a:lnSpc>
              <a:buNone/>
              <a:defRPr lang="en-US" sz="1000" b="0" i="0" kern="1200" spc="0" baseline="0" dirty="0">
                <a:solidFill>
                  <a:schemeClr val="tx1"/>
                </a:solidFill>
                <a:latin typeface="+mn-lt"/>
                <a:ea typeface="+mn-ea"/>
                <a:cs typeface="Segoe Sans Small" pitchFamily="2" charset="0"/>
              </a:defRPr>
            </a:lvl1pPr>
          </a:lstStyle>
          <a:p>
            <a:r>
              <a:rPr lang="en-US"/>
              <a:t>Drag &amp; drop your photo here </a:t>
            </a:r>
            <a:br>
              <a:rPr lang="en-US"/>
            </a:br>
            <a:r>
              <a:rPr lang="en-US"/>
              <a:t>or click or tap icon below 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b="0" i="0">
                <a:solidFill>
                  <a:srgbClr val="A3A3A3"/>
                </a:solidFill>
                <a:latin typeface="Segoe UI" panose="020B0502040204020203" pitchFamily="34" charset="0"/>
              </a:rPr>
              <a:t>ELT layout</a:t>
            </a:r>
          </a:p>
        </p:txBody>
      </p:sp>
    </p:spTree>
    <p:extLst>
      <p:ext uri="{BB962C8B-B14F-4D97-AF65-F5344CB8AC3E}">
        <p14:creationId xmlns:p14="http://schemas.microsoft.com/office/powerpoint/2010/main" val="38010186"/>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1890">
          <p15:clr>
            <a:srgbClr val="5ACBF0"/>
          </p15:clr>
        </p15:guide>
        <p15:guide id="6" pos="1930">
          <p15:clr>
            <a:srgbClr val="5ACBF0"/>
          </p15:clr>
        </p15:guide>
        <p15:guide id="7" pos="5749">
          <p15:clr>
            <a:srgbClr val="5ACBF0"/>
          </p15:clr>
        </p15:guide>
        <p15:guide id="8" pos="3820">
          <p15:clr>
            <a:srgbClr val="5ACBF0"/>
          </p15:clr>
        </p15:guide>
        <p15:guide id="9" pos="3860">
          <p15:clr>
            <a:srgbClr val="5ACBF0"/>
          </p15:clr>
        </p15:guide>
        <p15:guide id="10" pos="5789">
          <p15:clr>
            <a:srgbClr val="5ACBF0"/>
          </p15:clr>
        </p15:guide>
        <p15:guide id="11" pos="944">
          <p15:clr>
            <a:srgbClr val="5ACBF0"/>
          </p15:clr>
        </p15:guide>
        <p15:guide id="12" pos="2876">
          <p15:clr>
            <a:srgbClr val="5ACBF0"/>
          </p15:clr>
        </p15:guide>
        <p15:guide id="13" pos="4807">
          <p15:clr>
            <a:srgbClr val="5ACBF0"/>
          </p15:clr>
        </p15:guide>
        <p15:guide id="14" pos="6736">
          <p15:clr>
            <a:srgbClr val="5ACBF0"/>
          </p15:clr>
        </p15:guide>
        <p15:guide id="15" orient="horz">
          <p15:clr>
            <a:srgbClr val="5ACBF0"/>
          </p15:clr>
        </p15:guide>
        <p15:guide id="16" pos="1524">
          <p15:clr>
            <a:srgbClr val="5ACBF0"/>
          </p15:clr>
        </p15:guide>
        <p15:guide id="17" pos="2298">
          <p15:clr>
            <a:srgbClr val="5ACBF0"/>
          </p15:clr>
        </p15:guide>
        <p15:guide id="18" pos="3450">
          <p15:clr>
            <a:srgbClr val="5ACBF0"/>
          </p15:clr>
        </p15:guide>
        <p15:guide id="19" pos="4230">
          <p15:clr>
            <a:srgbClr val="5ACBF0"/>
          </p15:clr>
        </p15:guide>
        <p15:guide id="20" pos="5380">
          <p15:clr>
            <a:srgbClr val="5ACBF0"/>
          </p15:clr>
        </p15:guide>
        <p15:guide id="21" pos="6156">
          <p15:clr>
            <a:srgbClr val="5ACBF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Fiv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292608" y="4800600"/>
            <a:ext cx="1801368" cy="553998"/>
          </a:xfrm>
        </p:spPr>
        <p:txBody>
          <a:bodyPr/>
          <a:lstStyle>
            <a:lvl1pPr marL="0" indent="0" algn="ctr">
              <a:spcBef>
                <a:spcPts val="0"/>
              </a:spcBef>
              <a:buNone/>
              <a:defRPr sz="1800" b="0" i="0">
                <a:latin typeface="+mn-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386584" cy="2286000"/>
          </a:xfrm>
          <a:solidFill>
            <a:schemeClr val="bg2"/>
          </a:solidFill>
        </p:spPr>
        <p:txBody>
          <a:bodyPr lIns="0" tIns="0" rIns="0" bIns="731520" anchor="ctr" anchorCtr="0">
            <a:noAutofit/>
          </a:bodyPr>
          <a:lstStyle>
            <a:lvl1pPr marL="0" indent="0" algn="ctr">
              <a:lnSpc>
                <a:spcPct val="100000"/>
              </a:lnSpc>
              <a:buNone/>
              <a:defRPr lang="en-US" sz="1000" b="0" i="0" kern="1200" spc="0" baseline="0" dirty="0">
                <a:solidFill>
                  <a:schemeClr val="tx1"/>
                </a:solidFill>
                <a:latin typeface="+mn-lt"/>
                <a:ea typeface="+mn-ea"/>
                <a:cs typeface="Segoe Sans Small" pitchFamily="2" charset="0"/>
              </a:defRPr>
            </a:lvl1pPr>
          </a:lstStyle>
          <a:p>
            <a:r>
              <a:rPr lang="en-US"/>
              <a:t>Drag &amp; drop your photo here </a:t>
            </a:r>
            <a:br>
              <a:rPr lang="en-US"/>
            </a:br>
            <a:r>
              <a:rPr lang="en-US"/>
              <a:t>or click or tap icon below 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2743962" y="4799409"/>
            <a:ext cx="1801368" cy="553998"/>
          </a:xfrm>
        </p:spPr>
        <p:txBody>
          <a:bodyPr/>
          <a:lstStyle>
            <a:lvl1pPr marL="0" indent="0" algn="ctr">
              <a:spcBef>
                <a:spcPts val="0"/>
              </a:spcBef>
              <a:buNone/>
              <a:defRPr lang="en-US" sz="1800" b="0" i="0" kern="1200" spc="0" baseline="0" dirty="0">
                <a:solidFill>
                  <a:schemeClr val="tx1"/>
                </a:solidFill>
                <a:latin typeface="+mn-lt"/>
                <a:ea typeface="+mn-ea"/>
                <a:cs typeface="Segoe UI" panose="020B0502040204020203" pitchFamily="34" charset="0"/>
              </a:defRPr>
            </a:lvl1pPr>
          </a:lstStyle>
          <a:p>
            <a:pPr marL="0" marR="0" lvl="0" indent="0" algn="ctr" defTabSz="932742" rtl="0" eaLnBrk="1" fontAlgn="auto" latinLnBrk="0" hangingPunct="1">
              <a:lnSpc>
                <a:spcPct val="100000"/>
              </a:lnSpc>
              <a:spcBef>
                <a:spcPts val="0"/>
              </a:spcBef>
              <a:spcAft>
                <a:spcPts val="0"/>
              </a:spcAft>
              <a:buClrTx/>
              <a:buSzPct val="90000"/>
              <a:buFont typeface="Wingdings" panose="05000000000000000000" pitchFamily="2" charset="2"/>
              <a:buNone/>
              <a:tabLst/>
            </a:pPr>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2451354" y="2286000"/>
            <a:ext cx="2386584" cy="2286000"/>
          </a:xfrm>
          <a:solidFill>
            <a:schemeClr val="bg2"/>
          </a:solidFill>
        </p:spPr>
        <p:txBody>
          <a:bodyPr lIns="0" tIns="0" rIns="0" bIns="731520" anchor="ctr" anchorCtr="0">
            <a:noAutofit/>
          </a:bodyPr>
          <a:lstStyle>
            <a:lvl1pPr marL="0" indent="0" algn="ctr">
              <a:lnSpc>
                <a:spcPct val="100000"/>
              </a:lnSpc>
              <a:buNone/>
              <a:defRPr lang="en-US" sz="1000" b="0" i="0" kern="1200" spc="0" baseline="0" dirty="0">
                <a:solidFill>
                  <a:schemeClr val="tx1"/>
                </a:solidFill>
                <a:latin typeface="+mn-lt"/>
                <a:ea typeface="+mn-ea"/>
                <a:cs typeface="Segoe Sans Small" pitchFamily="2" charset="0"/>
              </a:defRPr>
            </a:lvl1pPr>
          </a:lstStyle>
          <a:p>
            <a:r>
              <a:rPr lang="en-US"/>
              <a:t>Drag &amp; drop your photo here </a:t>
            </a:r>
            <a:br>
              <a:rPr lang="en-US"/>
            </a:br>
            <a:r>
              <a:rPr lang="en-US"/>
              <a:t>or click or tap icon below 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5195316" y="4799410"/>
            <a:ext cx="1801368" cy="553998"/>
          </a:xfrm>
        </p:spPr>
        <p:txBody>
          <a:bodyPr/>
          <a:lstStyle>
            <a:lvl1pPr marL="0" indent="0" algn="ctr">
              <a:spcBef>
                <a:spcPts val="0"/>
              </a:spcBef>
              <a:buNone/>
              <a:defRPr lang="en-US" sz="1800" b="0" i="0" kern="1200" spc="0" baseline="0" dirty="0">
                <a:solidFill>
                  <a:schemeClr val="tx1"/>
                </a:solidFill>
                <a:latin typeface="+mn-lt"/>
                <a:ea typeface="+mn-ea"/>
                <a:cs typeface="Segoe UI" panose="020B0502040204020203" pitchFamily="34" charset="0"/>
              </a:defRPr>
            </a:lvl1pPr>
          </a:lstStyle>
          <a:p>
            <a:pPr marL="0" marR="0" lvl="0" indent="0" algn="ctr" defTabSz="932742" rtl="0" eaLnBrk="1" fontAlgn="auto" latinLnBrk="0" hangingPunct="1">
              <a:lnSpc>
                <a:spcPct val="100000"/>
              </a:lnSpc>
              <a:spcBef>
                <a:spcPts val="0"/>
              </a:spcBef>
              <a:spcAft>
                <a:spcPts val="0"/>
              </a:spcAft>
              <a:buClrTx/>
              <a:buSzPct val="90000"/>
              <a:buFont typeface="Wingdings" panose="05000000000000000000" pitchFamily="2" charset="2"/>
              <a:buNone/>
              <a:tabLst/>
            </a:pPr>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4902708" y="2286000"/>
            <a:ext cx="2386584" cy="2286000"/>
          </a:xfrm>
          <a:solidFill>
            <a:schemeClr val="bg2"/>
          </a:solidFill>
        </p:spPr>
        <p:txBody>
          <a:bodyPr lIns="0" tIns="0" rIns="0" bIns="731520" anchor="ctr" anchorCtr="0">
            <a:noAutofit/>
          </a:bodyPr>
          <a:lstStyle>
            <a:lvl1pPr marL="0" indent="0" algn="ctr">
              <a:lnSpc>
                <a:spcPct val="100000"/>
              </a:lnSpc>
              <a:buNone/>
              <a:defRPr lang="en-US" sz="1000" b="0" i="0" kern="1200" spc="0" baseline="0" dirty="0">
                <a:solidFill>
                  <a:schemeClr val="tx1"/>
                </a:solidFill>
                <a:latin typeface="+mn-lt"/>
                <a:ea typeface="+mn-ea"/>
                <a:cs typeface="Segoe Sans Small" pitchFamily="2" charset="0"/>
              </a:defRPr>
            </a:lvl1pPr>
          </a:lstStyle>
          <a:p>
            <a:r>
              <a:rPr lang="en-US"/>
              <a:t>Drag &amp; drop your photo here </a:t>
            </a:r>
            <a:br>
              <a:rPr lang="en-US"/>
            </a:br>
            <a:r>
              <a:rPr lang="en-US"/>
              <a:t>or click or tap icon below 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7646670" y="4799409"/>
            <a:ext cx="1801368" cy="553998"/>
          </a:xfrm>
        </p:spPr>
        <p:txBody>
          <a:bodyPr/>
          <a:lstStyle>
            <a:lvl1pPr marL="0" indent="0" algn="ctr">
              <a:spcBef>
                <a:spcPts val="0"/>
              </a:spcBef>
              <a:buNone/>
              <a:defRPr lang="en-US" sz="1800" b="0" i="0" kern="1200" spc="0" baseline="0" dirty="0">
                <a:solidFill>
                  <a:schemeClr val="tx1"/>
                </a:solidFill>
                <a:latin typeface="+mn-lt"/>
                <a:ea typeface="+mn-ea"/>
                <a:cs typeface="Segoe UI" panose="020B0502040204020203" pitchFamily="34" charset="0"/>
              </a:defRPr>
            </a:lvl1pPr>
          </a:lstStyle>
          <a:p>
            <a:pPr marL="0" marR="0" lvl="0" indent="0" algn="ctr" defTabSz="932742" rtl="0" eaLnBrk="1" fontAlgn="auto" latinLnBrk="0" hangingPunct="1">
              <a:lnSpc>
                <a:spcPct val="100000"/>
              </a:lnSpc>
              <a:spcBef>
                <a:spcPts val="0"/>
              </a:spcBef>
              <a:spcAft>
                <a:spcPts val="0"/>
              </a:spcAft>
              <a:buClrTx/>
              <a:buSzPct val="90000"/>
              <a:buFont typeface="Wingdings" panose="05000000000000000000" pitchFamily="2" charset="2"/>
              <a:buNone/>
              <a:tabLst/>
            </a:pPr>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7354062" y="2286000"/>
            <a:ext cx="2386584" cy="2286000"/>
          </a:xfrm>
          <a:solidFill>
            <a:schemeClr val="bg2"/>
          </a:solidFill>
        </p:spPr>
        <p:txBody>
          <a:bodyPr lIns="0" tIns="0" rIns="0" bIns="731520" anchor="ctr" anchorCtr="0">
            <a:noAutofit/>
          </a:bodyPr>
          <a:lstStyle>
            <a:lvl1pPr marL="0" indent="0" algn="ctr">
              <a:lnSpc>
                <a:spcPct val="100000"/>
              </a:lnSpc>
              <a:buNone/>
              <a:defRPr lang="en-US" sz="1000" b="0" i="0" kern="1200" spc="0" baseline="0" dirty="0">
                <a:solidFill>
                  <a:schemeClr val="tx1"/>
                </a:solidFill>
                <a:latin typeface="+mn-lt"/>
                <a:ea typeface="+mn-ea"/>
                <a:cs typeface="Segoe Sans Small" pitchFamily="2" charset="0"/>
              </a:defRPr>
            </a:lvl1pPr>
          </a:lstStyle>
          <a:p>
            <a:r>
              <a:rPr lang="en-US"/>
              <a:t>Dag &amp; drop your photo here </a:t>
            </a:r>
            <a:br>
              <a:rPr lang="en-US"/>
            </a:br>
            <a:r>
              <a:rPr lang="en-US"/>
              <a:t>or click or tap icon below to insert</a:t>
            </a:r>
          </a:p>
        </p:txBody>
      </p:sp>
      <p:sp>
        <p:nvSpPr>
          <p:cNvPr id="21" name="Text Placeholder 3">
            <a:extLst>
              <a:ext uri="{FF2B5EF4-FFF2-40B4-BE49-F238E27FC236}">
                <a16:creationId xmlns:a16="http://schemas.microsoft.com/office/drawing/2014/main" id="{5B1B6F72-F14C-40F1-8B29-8620AA34DC63}"/>
              </a:ext>
            </a:extLst>
          </p:cNvPr>
          <p:cNvSpPr>
            <a:spLocks noGrp="1"/>
          </p:cNvSpPr>
          <p:nvPr>
            <p:ph type="body" sz="quarter" idx="22"/>
          </p:nvPr>
        </p:nvSpPr>
        <p:spPr>
          <a:xfrm>
            <a:off x="10098024" y="4799409"/>
            <a:ext cx="1801368" cy="553998"/>
          </a:xfrm>
        </p:spPr>
        <p:txBody>
          <a:bodyPr/>
          <a:lstStyle>
            <a:lvl1pPr marL="0" indent="0" algn="ctr">
              <a:spcBef>
                <a:spcPts val="0"/>
              </a:spcBef>
              <a:buNone/>
              <a:defRPr lang="en-US" sz="1800" b="0" i="0" kern="1200" spc="0" baseline="0" dirty="0">
                <a:solidFill>
                  <a:schemeClr val="tx1"/>
                </a:solidFill>
                <a:latin typeface="+mn-lt"/>
                <a:ea typeface="+mn-ea"/>
                <a:cs typeface="Segoe UI" panose="020B0502040204020203" pitchFamily="34" charset="0"/>
              </a:defRPr>
            </a:lvl1pPr>
          </a:lstStyle>
          <a:p>
            <a:pPr marL="0" marR="0" lvl="0" indent="0" algn="ctr" defTabSz="932742" rtl="0" eaLnBrk="1" fontAlgn="auto" latinLnBrk="0" hangingPunct="1">
              <a:lnSpc>
                <a:spcPct val="100000"/>
              </a:lnSpc>
              <a:spcBef>
                <a:spcPts val="0"/>
              </a:spcBef>
              <a:spcAft>
                <a:spcPts val="0"/>
              </a:spcAft>
              <a:buClrTx/>
              <a:buSzPct val="90000"/>
              <a:buFont typeface="Wingdings" panose="05000000000000000000" pitchFamily="2" charset="2"/>
              <a:buNone/>
              <a:tabLst/>
            </a:pPr>
            <a:r>
              <a:rPr lang="en-US"/>
              <a:t>Click to edit Master text styles</a:t>
            </a:r>
          </a:p>
        </p:txBody>
      </p:sp>
      <p:sp>
        <p:nvSpPr>
          <p:cNvPr id="20" name="Picture Placeholder" descr="This photo is a 'placeholder' only. Drag or drop your photo here, or click and tap the center to insert a photo.">
            <a:extLst>
              <a:ext uri="{FF2B5EF4-FFF2-40B4-BE49-F238E27FC236}">
                <a16:creationId xmlns:a16="http://schemas.microsoft.com/office/drawing/2014/main" id="{2AD682C7-20D7-4ED0-99A7-C8530DAC8612}"/>
              </a:ext>
            </a:extLst>
          </p:cNvPr>
          <p:cNvSpPr>
            <a:spLocks noGrp="1"/>
          </p:cNvSpPr>
          <p:nvPr>
            <p:ph type="pic" sz="quarter" idx="21" hasCustomPrompt="1"/>
          </p:nvPr>
        </p:nvSpPr>
        <p:spPr bwMode="ltGray">
          <a:xfrm>
            <a:off x="9805416" y="2286000"/>
            <a:ext cx="2386584" cy="2286000"/>
          </a:xfrm>
          <a:solidFill>
            <a:schemeClr val="bg2"/>
          </a:solidFill>
        </p:spPr>
        <p:txBody>
          <a:bodyPr lIns="0" tIns="0" rIns="0" bIns="731520" anchor="ctr" anchorCtr="0">
            <a:noAutofit/>
          </a:bodyPr>
          <a:lstStyle>
            <a:lvl1pPr marL="0" indent="0" algn="ctr">
              <a:lnSpc>
                <a:spcPct val="100000"/>
              </a:lnSpc>
              <a:buNone/>
              <a:defRPr lang="en-US" sz="1000" b="0" i="0" kern="1200" spc="0" baseline="0" dirty="0">
                <a:solidFill>
                  <a:schemeClr val="tx1"/>
                </a:solidFill>
                <a:latin typeface="+mn-lt"/>
                <a:ea typeface="+mn-ea"/>
                <a:cs typeface="Segoe Sans Small" pitchFamily="2" charset="0"/>
              </a:defRPr>
            </a:lvl1pPr>
          </a:lstStyle>
          <a:p>
            <a:r>
              <a:rPr lang="en-US"/>
              <a:t>Dag &amp; drop your photo here </a:t>
            </a:r>
            <a:br>
              <a:rPr lang="en-US"/>
            </a:br>
            <a:r>
              <a:rPr lang="en-US"/>
              <a:t>or click or tap icon below 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b="0" i="0">
                <a:solidFill>
                  <a:srgbClr val="A3A3A3"/>
                </a:solidFill>
                <a:latin typeface="Segoe UI" panose="020B0502040204020203" pitchFamily="34" charset="0"/>
              </a:rPr>
              <a:t>ELT layout</a:t>
            </a:r>
          </a:p>
        </p:txBody>
      </p:sp>
    </p:spTree>
    <p:extLst>
      <p:ext uri="{BB962C8B-B14F-4D97-AF65-F5344CB8AC3E}">
        <p14:creationId xmlns:p14="http://schemas.microsoft.com/office/powerpoint/2010/main" val="3836742160"/>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8" pos="4631">
          <p15:clr>
            <a:srgbClr val="5ACBF0"/>
          </p15:clr>
        </p15:guide>
        <p15:guide id="9" pos="4593">
          <p15:clr>
            <a:srgbClr val="5ACBF0"/>
          </p15:clr>
        </p15:guide>
        <p15:guide id="10" pos="6134">
          <p15:clr>
            <a:srgbClr val="5ACBF0"/>
          </p15:clr>
        </p15:guide>
        <p15:guide id="11" pos="1323">
          <p15:clr>
            <a:srgbClr val="5ACBF0"/>
          </p15:clr>
        </p15:guide>
        <p15:guide id="12" pos="2865">
          <p15:clr>
            <a:srgbClr val="5ACBF0"/>
          </p15:clr>
        </p15:guide>
        <p15:guide id="13" pos="4815">
          <p15:clr>
            <a:srgbClr val="5ACBF0"/>
          </p15:clr>
        </p15:guide>
        <p15:guide id="14" pos="6361">
          <p15:clr>
            <a:srgbClr val="5ACBF0"/>
          </p15:clr>
        </p15:guide>
        <p15:guide id="15" orient="horz">
          <p15:clr>
            <a:srgbClr val="5ACBF0"/>
          </p15:clr>
        </p15:guide>
        <p15:guide id="16" pos="1727">
          <p15:clr>
            <a:srgbClr val="5ACBF0"/>
          </p15:clr>
        </p15:guide>
        <p15:guide id="17" pos="2294">
          <p15:clr>
            <a:srgbClr val="5ACBF0"/>
          </p15:clr>
        </p15:guide>
        <p15:guide id="18" pos="3273">
          <p15:clr>
            <a:srgbClr val="5ACBF0"/>
          </p15:clr>
        </p15:guide>
        <p15:guide id="19" pos="4411">
          <p15:clr>
            <a:srgbClr val="5ACBF0"/>
          </p15:clr>
        </p15:guide>
        <p15:guide id="21" pos="6179">
          <p15:clr>
            <a:srgbClr val="5ACBF0"/>
          </p15:clr>
        </p15:guide>
        <p15:guide id="22" pos="1501">
          <p15:clr>
            <a:srgbClr val="5ACBF0"/>
          </p15:clr>
        </p15:guide>
        <p15:guide id="23" pos="1543">
          <p15:clr>
            <a:srgbClr val="5ACBF0"/>
          </p15:clr>
        </p15:guide>
        <p15:guide id="24" pos="3049">
          <p15:clr>
            <a:srgbClr val="5ACBF0"/>
          </p15:clr>
        </p15:guide>
        <p15:guide id="25" pos="3088">
          <p15:clr>
            <a:srgbClr val="5ACBF0"/>
          </p15:clr>
        </p15:guide>
        <p15:guide id="26" pos="5954">
          <p15:clr>
            <a:srgbClr val="5ACBF0"/>
          </p15:clr>
        </p15:guide>
        <p15:guide id="27" pos="3840">
          <p15:clr>
            <a:srgbClr val="5ACBF0"/>
          </p15:clr>
        </p15:guide>
        <p15:guide id="28" pos="5386">
          <p15:clr>
            <a:srgbClr val="5ACBF0"/>
          </p15:clr>
        </p15:guide>
        <p15:guide id="29" pos="753">
          <p15:clr>
            <a:srgbClr val="5ACBF0"/>
          </p15:clr>
        </p15:guide>
        <p15:guide id="30" pos="6927">
          <p15:clr>
            <a:srgbClr val="5ACBF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Thre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8962"/>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2037906" y="2286000"/>
            <a:ext cx="2313432" cy="2313432"/>
          </a:xfrm>
          <a:prstGeom prst="ellipse">
            <a:avLst/>
          </a:prstGeom>
          <a:solidFill>
            <a:schemeClr val="bg2"/>
          </a:solidFill>
        </p:spPr>
        <p:txBody>
          <a:bodyPr lIns="0" tIns="0" rIns="0" bIns="594360" anchor="ctr" anchorCtr="0">
            <a:noAutofit/>
          </a:bodyPr>
          <a:lstStyle>
            <a:lvl1pPr marL="0" indent="0" algn="ctr">
              <a:lnSpc>
                <a:spcPct val="100000"/>
              </a:lnSpc>
              <a:buNone/>
              <a:defRPr lang="en-US" sz="800" b="0" i="0" kern="1200" spc="0" baseline="0" dirty="0">
                <a:solidFill>
                  <a:schemeClr val="tx1"/>
                </a:solidFill>
                <a:latin typeface="+mn-lt"/>
                <a:ea typeface="+mn-ea"/>
                <a:cs typeface="Segoe Sans Small" pitchFamily="2" charset="0"/>
              </a:defRPr>
            </a:lvl1pPr>
          </a:lstStyle>
          <a:p>
            <a:r>
              <a:rPr lang="en-US"/>
              <a:t>Drag &amp; drop your photo here </a:t>
            </a:r>
            <a:br>
              <a:rPr lang="en-US"/>
            </a:br>
            <a:r>
              <a:rPr lang="en-US"/>
              <a:t>or click or tap icon 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2037906" y="4800600"/>
            <a:ext cx="2313432" cy="553998"/>
          </a:xfrm>
        </p:spPr>
        <p:txBody>
          <a:bodyPr/>
          <a:lstStyle>
            <a:lvl1pPr marL="0" indent="0" algn="ctr">
              <a:spcBef>
                <a:spcPts val="0"/>
              </a:spcBef>
              <a:buNone/>
              <a:defRPr sz="1800" b="0" i="0">
                <a:latin typeface="+mn-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4939284" y="2286000"/>
            <a:ext cx="2313432" cy="2313432"/>
          </a:xfrm>
          <a:prstGeom prst="ellipse">
            <a:avLst/>
          </a:prstGeom>
          <a:solidFill>
            <a:schemeClr val="bg2"/>
          </a:solidFill>
        </p:spPr>
        <p:txBody>
          <a:bodyPr lIns="0" tIns="0" rIns="0" bIns="594360" anchor="ctr" anchorCtr="0">
            <a:noAutofit/>
          </a:bodyPr>
          <a:lstStyle>
            <a:lvl1pPr marL="0" indent="0" algn="ctr">
              <a:lnSpc>
                <a:spcPct val="100000"/>
              </a:lnSpc>
              <a:buNone/>
              <a:defRPr lang="en-US" sz="800" b="0" i="0" kern="1200" spc="0" baseline="0" dirty="0">
                <a:solidFill>
                  <a:schemeClr val="tx1"/>
                </a:solidFill>
                <a:latin typeface="+mn-lt"/>
                <a:ea typeface="+mn-ea"/>
                <a:cs typeface="Segoe Sans Small" pitchFamily="2" charset="0"/>
              </a:defRPr>
            </a:lvl1pPr>
          </a:lstStyle>
          <a:p>
            <a:r>
              <a:rPr lang="en-US"/>
              <a:t>Drag &amp; drop your photo here </a:t>
            </a:r>
            <a:br>
              <a:rPr lang="en-US"/>
            </a:br>
            <a:r>
              <a:rPr lang="en-US"/>
              <a:t>or click or tap icon 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4939284" y="4800600"/>
            <a:ext cx="2313432" cy="553998"/>
          </a:xfrm>
        </p:spPr>
        <p:txBody>
          <a:bodyPr/>
          <a:lstStyle>
            <a:lvl1pPr marL="0" indent="0" algn="ctr">
              <a:spcBef>
                <a:spcPts val="0"/>
              </a:spcBef>
              <a:buNone/>
              <a:defRPr lang="en-US" sz="1800" b="0" i="0" kern="1200" spc="0" baseline="0" dirty="0">
                <a:solidFill>
                  <a:schemeClr val="tx1"/>
                </a:solidFill>
                <a:latin typeface="+mn-lt"/>
                <a:ea typeface="+mn-ea"/>
                <a:cs typeface="Segoe UI" panose="020B0502040204020203" pitchFamily="34" charset="0"/>
              </a:defRPr>
            </a:lvl1pPr>
          </a:lstStyle>
          <a:p>
            <a:pPr marL="0" marR="0" lvl="0" indent="0" algn="ctr" defTabSz="932742" rtl="0" eaLnBrk="1" fontAlgn="auto" latinLnBrk="0" hangingPunct="1">
              <a:lnSpc>
                <a:spcPct val="100000"/>
              </a:lnSpc>
              <a:spcBef>
                <a:spcPts val="0"/>
              </a:spcBef>
              <a:spcAft>
                <a:spcPts val="0"/>
              </a:spcAft>
              <a:buClrTx/>
              <a:buSzPct val="90000"/>
              <a:buFont typeface="Wingdings" panose="05000000000000000000" pitchFamily="2" charset="2"/>
              <a:buNone/>
              <a:tabLst/>
            </a:pPr>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7840663" y="2286000"/>
            <a:ext cx="2313432" cy="2313432"/>
          </a:xfrm>
          <a:prstGeom prst="ellipse">
            <a:avLst/>
          </a:prstGeom>
          <a:solidFill>
            <a:schemeClr val="bg2"/>
          </a:solidFill>
        </p:spPr>
        <p:txBody>
          <a:bodyPr lIns="0" tIns="0" rIns="0" bIns="594360" anchor="ctr" anchorCtr="0">
            <a:noAutofit/>
          </a:bodyPr>
          <a:lstStyle>
            <a:lvl1pPr marL="0" indent="0" algn="ctr">
              <a:lnSpc>
                <a:spcPct val="100000"/>
              </a:lnSpc>
              <a:buNone/>
              <a:defRPr lang="en-US" sz="800" b="0" i="0" kern="1200" spc="0" baseline="0" dirty="0">
                <a:solidFill>
                  <a:schemeClr val="tx1"/>
                </a:solidFill>
                <a:latin typeface="+mn-lt"/>
                <a:ea typeface="+mn-ea"/>
                <a:cs typeface="Segoe Sans Small" pitchFamily="2" charset="0"/>
              </a:defRPr>
            </a:lvl1pPr>
          </a:lstStyle>
          <a:p>
            <a:r>
              <a:rPr lang="en-US"/>
              <a:t>Drag &amp; drop your photo here </a:t>
            </a:r>
            <a:br>
              <a:rPr lang="en-US"/>
            </a:br>
            <a:r>
              <a:rPr lang="en-US"/>
              <a:t>or click or tap icon 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7840663" y="4800600"/>
            <a:ext cx="2313432" cy="553998"/>
          </a:xfrm>
        </p:spPr>
        <p:txBody>
          <a:bodyPr/>
          <a:lstStyle>
            <a:lvl1pPr marL="0" indent="0" algn="ctr">
              <a:spcBef>
                <a:spcPts val="0"/>
              </a:spcBef>
              <a:buNone/>
              <a:defRPr lang="en-US" sz="1800" b="0" i="0" kern="1200" spc="0" baseline="0" dirty="0">
                <a:solidFill>
                  <a:schemeClr val="tx1"/>
                </a:solidFill>
                <a:latin typeface="+mn-lt"/>
                <a:ea typeface="+mn-ea"/>
                <a:cs typeface="Segoe UI" panose="020B0502040204020203" pitchFamily="34" charset="0"/>
              </a:defRPr>
            </a:lvl1pPr>
          </a:lstStyle>
          <a:p>
            <a:pPr marL="0" marR="0" lvl="0" indent="0" algn="ctr" defTabSz="932742" rtl="0" eaLnBrk="1" fontAlgn="auto" latinLnBrk="0" hangingPunct="1">
              <a:lnSpc>
                <a:spcPct val="100000"/>
              </a:lnSpc>
              <a:spcBef>
                <a:spcPts val="0"/>
              </a:spcBef>
              <a:spcAft>
                <a:spcPts val="0"/>
              </a:spcAft>
              <a:buClrTx/>
              <a:buSzPct val="90000"/>
              <a:buFont typeface="Wingdings" panose="05000000000000000000" pitchFamily="2" charset="2"/>
              <a:buNone/>
              <a:tabLst/>
            </a:pPr>
            <a:r>
              <a:rPr lang="en-US"/>
              <a:t>Click to edit Master text styles</a:t>
            </a:r>
          </a:p>
        </p:txBody>
      </p:sp>
      <p:sp>
        <p:nvSpPr>
          <p:cNvPr id="20" name="TextBox 19">
            <a:extLst>
              <a:ext uri="{FF2B5EF4-FFF2-40B4-BE49-F238E27FC236}">
                <a16:creationId xmlns:a16="http://schemas.microsoft.com/office/drawing/2014/main" id="{0D6AFB7A-35B4-4881-AB50-D112482166B1}"/>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b="0" i="0">
                <a:solidFill>
                  <a:srgbClr val="A3A3A3"/>
                </a:solidFill>
                <a:latin typeface="Segoe UI" panose="020B0502040204020203" pitchFamily="34" charset="0"/>
              </a:rPr>
              <a:t>ELT layout</a:t>
            </a:r>
          </a:p>
        </p:txBody>
      </p:sp>
    </p:spTree>
    <p:extLst>
      <p:ext uri="{BB962C8B-B14F-4D97-AF65-F5344CB8AC3E}">
        <p14:creationId xmlns:p14="http://schemas.microsoft.com/office/powerpoint/2010/main" val="61236213"/>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3840">
          <p15:clr>
            <a:srgbClr val="5ACBF0"/>
          </p15:clr>
        </p15:guide>
        <p15:guide id="4" pos="1283">
          <p15:clr>
            <a:srgbClr val="5ACBF0"/>
          </p15:clr>
        </p15:guide>
        <p15:guide id="5" pos="5666">
          <p15:clr>
            <a:srgbClr val="5ACBF0"/>
          </p15:clr>
        </p15:guide>
        <p15:guide id="6" pos="2741">
          <p15:clr>
            <a:srgbClr val="5ACBF0"/>
          </p15:clr>
        </p15:guide>
        <p15:guide id="7" pos="2012">
          <p15:clr>
            <a:srgbClr val="5ACBF0"/>
          </p15:clr>
        </p15:guide>
        <p15:guide id="8" pos="3109">
          <p15:clr>
            <a:srgbClr val="5ACBF0"/>
          </p15:clr>
        </p15:guide>
        <p15:guide id="9" pos="4570">
          <p15:clr>
            <a:srgbClr val="5ACBF0"/>
          </p15:clr>
        </p15:guide>
        <p15:guide id="11" pos="6397">
          <p15:clr>
            <a:srgbClr val="5ACBF0"/>
          </p15:clr>
        </p15:guide>
        <p15:guide id="12" orient="horz" pos="1440">
          <p15:clr>
            <a:srgbClr val="5ACBF0"/>
          </p15:clr>
        </p15:guide>
        <p15:guide id="13" pos="4938">
          <p15:clr>
            <a:srgbClr val="5ACBF0"/>
          </p15:clr>
        </p15:guide>
        <p15:guide id="14" orient="horz" pos="2894">
          <p15:clr>
            <a:srgbClr val="5ACBF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Four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2313432" cy="2313432"/>
          </a:xfrm>
          <a:prstGeom prst="ellipse">
            <a:avLst/>
          </a:prstGeom>
          <a:solidFill>
            <a:schemeClr val="bg2"/>
          </a:solidFill>
        </p:spPr>
        <p:txBody>
          <a:bodyPr lIns="0" tIns="0" rIns="0" bIns="594360" anchor="ctr" anchorCtr="0">
            <a:noAutofit/>
          </a:bodyPr>
          <a:lstStyle>
            <a:lvl1pPr marL="0" indent="0" algn="ctr">
              <a:lnSpc>
                <a:spcPct val="100000"/>
              </a:lnSpc>
              <a:buNone/>
              <a:defRPr lang="en-US" sz="800" b="0" i="0" kern="1200" spc="0" baseline="0" dirty="0">
                <a:solidFill>
                  <a:schemeClr val="tx1"/>
                </a:solidFill>
                <a:latin typeface="+mn-lt"/>
                <a:ea typeface="+mn-ea"/>
                <a:cs typeface="Segoe Sans Small" pitchFamily="2" charset="0"/>
              </a:defRPr>
            </a:lvl1pPr>
          </a:lstStyle>
          <a:p>
            <a:r>
              <a:rPr lang="en-US"/>
              <a:t>Drag &amp; drop your photo here </a:t>
            </a:r>
            <a:br>
              <a:rPr lang="en-US"/>
            </a:br>
            <a:r>
              <a:rPr lang="en-US"/>
              <a:t>or click or tap icon 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800600"/>
            <a:ext cx="2313432" cy="553998"/>
          </a:xfrm>
        </p:spPr>
        <p:txBody>
          <a:bodyPr/>
          <a:lstStyle>
            <a:lvl1pPr marL="0" indent="0" algn="ctr">
              <a:spcBef>
                <a:spcPts val="0"/>
              </a:spcBef>
              <a:buNone/>
              <a:defRPr sz="1800" b="0" i="0">
                <a:latin typeface="+mn-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3487250" y="2286000"/>
            <a:ext cx="2313432" cy="2313432"/>
          </a:xfrm>
          <a:prstGeom prst="ellipse">
            <a:avLst/>
          </a:prstGeom>
          <a:solidFill>
            <a:schemeClr val="bg2"/>
          </a:solidFill>
        </p:spPr>
        <p:txBody>
          <a:bodyPr lIns="0" tIns="0" rIns="0" bIns="594360" anchor="ctr" anchorCtr="0">
            <a:noAutofit/>
          </a:bodyPr>
          <a:lstStyle>
            <a:lvl1pPr marL="0" indent="0" algn="ctr">
              <a:lnSpc>
                <a:spcPct val="100000"/>
              </a:lnSpc>
              <a:buNone/>
              <a:defRPr lang="en-US" sz="800" b="0" i="0" kern="1200" spc="0" baseline="0" dirty="0">
                <a:solidFill>
                  <a:schemeClr val="tx1"/>
                </a:solidFill>
                <a:latin typeface="+mn-lt"/>
                <a:ea typeface="+mn-ea"/>
                <a:cs typeface="Segoe Sans Small" pitchFamily="2" charset="0"/>
              </a:defRPr>
            </a:lvl1pPr>
          </a:lstStyle>
          <a:p>
            <a:r>
              <a:rPr lang="en-US"/>
              <a:t>Drag &amp; drop your photo here </a:t>
            </a:r>
            <a:br>
              <a:rPr lang="en-US"/>
            </a:br>
            <a:r>
              <a:rPr lang="en-US"/>
              <a:t>or click or tap icon 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3487250" y="4800600"/>
            <a:ext cx="2313432" cy="553998"/>
          </a:xfrm>
        </p:spPr>
        <p:txBody>
          <a:bodyPr/>
          <a:lstStyle>
            <a:lvl1pPr marL="0" indent="0" algn="ctr">
              <a:spcBef>
                <a:spcPts val="0"/>
              </a:spcBef>
              <a:buNone/>
              <a:defRPr lang="en-US" sz="1800" b="0" i="0" kern="1200" spc="0" baseline="0" dirty="0">
                <a:solidFill>
                  <a:schemeClr val="tx1"/>
                </a:solidFill>
                <a:latin typeface="+mn-lt"/>
                <a:ea typeface="+mn-ea"/>
                <a:cs typeface="Segoe UI" panose="020B0502040204020203" pitchFamily="34" charset="0"/>
              </a:defRPr>
            </a:lvl1pPr>
          </a:lstStyle>
          <a:p>
            <a:pPr marL="0" marR="0" lvl="0" indent="0" algn="ctr" defTabSz="932742" rtl="0" eaLnBrk="1" fontAlgn="auto" latinLnBrk="0" hangingPunct="1">
              <a:lnSpc>
                <a:spcPct val="100000"/>
              </a:lnSpc>
              <a:spcBef>
                <a:spcPts val="0"/>
              </a:spcBef>
              <a:spcAft>
                <a:spcPts val="0"/>
              </a:spcAft>
              <a:buClrTx/>
              <a:buSzPct val="90000"/>
              <a:buFont typeface="Wingdings" panose="05000000000000000000" pitchFamily="2" charset="2"/>
              <a:buNone/>
              <a:tabLst/>
            </a:pPr>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6390300" y="2286000"/>
            <a:ext cx="2313432" cy="2313432"/>
          </a:xfrm>
          <a:prstGeom prst="ellipse">
            <a:avLst/>
          </a:prstGeom>
          <a:solidFill>
            <a:schemeClr val="bg2"/>
          </a:solidFill>
        </p:spPr>
        <p:txBody>
          <a:bodyPr lIns="0" tIns="0" rIns="0" bIns="594360" anchor="ctr" anchorCtr="0">
            <a:noAutofit/>
          </a:bodyPr>
          <a:lstStyle>
            <a:lvl1pPr marL="0" indent="0" algn="ctr">
              <a:lnSpc>
                <a:spcPct val="100000"/>
              </a:lnSpc>
              <a:buNone/>
              <a:defRPr lang="en-US" sz="800" b="0" i="0" kern="1200" spc="0" baseline="0" dirty="0">
                <a:solidFill>
                  <a:schemeClr val="tx1"/>
                </a:solidFill>
                <a:latin typeface="+mn-lt"/>
                <a:ea typeface="+mn-ea"/>
                <a:cs typeface="Segoe Sans Small" pitchFamily="2" charset="0"/>
              </a:defRPr>
            </a:lvl1pPr>
          </a:lstStyle>
          <a:p>
            <a:r>
              <a:rPr lang="en-US"/>
              <a:t>Drag &amp; drop your photo here </a:t>
            </a:r>
            <a:br>
              <a:rPr lang="en-US"/>
            </a:br>
            <a:r>
              <a:rPr lang="en-US"/>
              <a:t>or click or tap icon 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6390300" y="4800600"/>
            <a:ext cx="2313432" cy="553998"/>
          </a:xfrm>
        </p:spPr>
        <p:txBody>
          <a:bodyPr/>
          <a:lstStyle>
            <a:lvl1pPr marL="0" indent="0" algn="ctr">
              <a:spcBef>
                <a:spcPts val="0"/>
              </a:spcBef>
              <a:buNone/>
              <a:defRPr lang="en-US" sz="1800" b="0" i="0" kern="1200" spc="0" baseline="0" dirty="0">
                <a:solidFill>
                  <a:schemeClr val="tx1"/>
                </a:solidFill>
                <a:latin typeface="+mn-lt"/>
                <a:ea typeface="+mn-ea"/>
                <a:cs typeface="Segoe UI" panose="020B0502040204020203" pitchFamily="34" charset="0"/>
              </a:defRPr>
            </a:lvl1pPr>
          </a:lstStyle>
          <a:p>
            <a:pPr marL="0" marR="0" lvl="0" indent="0" algn="ctr" defTabSz="932742" rtl="0" eaLnBrk="1" fontAlgn="auto" latinLnBrk="0" hangingPunct="1">
              <a:lnSpc>
                <a:spcPct val="100000"/>
              </a:lnSpc>
              <a:spcBef>
                <a:spcPts val="0"/>
              </a:spcBef>
              <a:spcAft>
                <a:spcPts val="0"/>
              </a:spcAft>
              <a:buClrTx/>
              <a:buSzPct val="90000"/>
              <a:buFont typeface="Wingdings" panose="05000000000000000000" pitchFamily="2" charset="2"/>
              <a:buNone/>
              <a:tabLst/>
            </a:pPr>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9293351" y="2286000"/>
            <a:ext cx="2313432" cy="2313432"/>
          </a:xfrm>
          <a:prstGeom prst="ellipse">
            <a:avLst/>
          </a:prstGeom>
          <a:solidFill>
            <a:schemeClr val="bg2"/>
          </a:solidFill>
        </p:spPr>
        <p:txBody>
          <a:bodyPr lIns="0" tIns="0" rIns="0" bIns="594360" anchor="ctr" anchorCtr="0">
            <a:noAutofit/>
          </a:bodyPr>
          <a:lstStyle>
            <a:lvl1pPr marL="0" indent="0" algn="ctr">
              <a:lnSpc>
                <a:spcPct val="100000"/>
              </a:lnSpc>
              <a:buNone/>
              <a:defRPr lang="en-US" sz="800" b="0" i="0" kern="1200" spc="0" baseline="0" dirty="0">
                <a:solidFill>
                  <a:schemeClr val="tx1"/>
                </a:solidFill>
                <a:latin typeface="+mn-lt"/>
                <a:ea typeface="+mn-ea"/>
                <a:cs typeface="Segoe Sans Small" pitchFamily="2" charset="0"/>
              </a:defRPr>
            </a:lvl1pPr>
          </a:lstStyle>
          <a:p>
            <a:r>
              <a:rPr lang="en-US"/>
              <a:t>Drag &amp; drop your photo here </a:t>
            </a:r>
          </a:p>
          <a:p>
            <a:r>
              <a:rPr lang="en-US"/>
              <a:t>or click or tap icon below to insert</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9293351" y="4800600"/>
            <a:ext cx="2313432" cy="553998"/>
          </a:xfrm>
        </p:spPr>
        <p:txBody>
          <a:bodyPr/>
          <a:lstStyle>
            <a:lvl1pPr marL="0" indent="0" algn="ctr">
              <a:spcBef>
                <a:spcPts val="0"/>
              </a:spcBef>
              <a:buNone/>
              <a:defRPr lang="en-US" sz="1800" b="0" i="0" kern="1200" spc="0" baseline="0" dirty="0">
                <a:solidFill>
                  <a:schemeClr val="tx1"/>
                </a:solidFill>
                <a:latin typeface="+mn-lt"/>
                <a:ea typeface="+mn-ea"/>
                <a:cs typeface="Segoe UI" panose="020B0502040204020203" pitchFamily="34" charset="0"/>
              </a:defRPr>
            </a:lvl1pPr>
          </a:lstStyle>
          <a:p>
            <a:pPr marL="0" marR="0" lvl="0" indent="0" algn="ctr" defTabSz="932742" rtl="0" eaLnBrk="1" fontAlgn="auto" latinLnBrk="0" hangingPunct="1">
              <a:lnSpc>
                <a:spcPct val="100000"/>
              </a:lnSpc>
              <a:spcBef>
                <a:spcPts val="0"/>
              </a:spcBef>
              <a:spcAft>
                <a:spcPts val="0"/>
              </a:spcAft>
              <a:buClrTx/>
              <a:buSzPct val="90000"/>
              <a:buFont typeface="Wingdings" panose="05000000000000000000" pitchFamily="2" charset="2"/>
              <a:buNone/>
              <a:tabLst/>
            </a:pPr>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b="0" i="0">
                <a:solidFill>
                  <a:srgbClr val="A3A3A3"/>
                </a:solidFill>
                <a:latin typeface="Segoe UI" panose="020B0502040204020203" pitchFamily="34" charset="0"/>
              </a:rPr>
              <a:t>ELT layout</a:t>
            </a:r>
          </a:p>
        </p:txBody>
      </p:sp>
    </p:spTree>
    <p:extLst>
      <p:ext uri="{BB962C8B-B14F-4D97-AF65-F5344CB8AC3E}">
        <p14:creationId xmlns:p14="http://schemas.microsoft.com/office/powerpoint/2010/main" val="1783893900"/>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4025">
          <p15:clr>
            <a:srgbClr val="5ACBF0"/>
          </p15:clr>
        </p15:guide>
        <p15:guide id="5" pos="5854">
          <p15:clr>
            <a:srgbClr val="5ACBF0"/>
          </p15:clr>
        </p15:guide>
        <p15:guide id="7" pos="3654">
          <p15:clr>
            <a:srgbClr val="5ACBF0"/>
          </p15:clr>
        </p15:guide>
        <p15:guide id="8" pos="2195">
          <p15:clr>
            <a:srgbClr val="5ACBF0"/>
          </p15:clr>
        </p15:guide>
        <p15:guide id="10" pos="2926">
          <p15:clr>
            <a:srgbClr val="5ACBF0"/>
          </p15:clr>
        </p15:guide>
        <p15:guide id="11" pos="4756">
          <p15:clr>
            <a:srgbClr val="5ACBF0"/>
          </p15:clr>
        </p15:guide>
        <p15:guide id="12" pos="6581">
          <p15:clr>
            <a:srgbClr val="5ACBF0"/>
          </p15:clr>
        </p15:guide>
        <p15:guide id="13" pos="1097">
          <p15:clr>
            <a:srgbClr val="5ACBF0"/>
          </p15:clr>
        </p15:guide>
        <p15:guide id="14" orient="horz" pos="1440">
          <p15:clr>
            <a:srgbClr val="5ACBF0"/>
          </p15:clr>
        </p15:guide>
        <p15:guide id="15" pos="1826">
          <p15:clr>
            <a:srgbClr val="5ACBF0"/>
          </p15:clr>
        </p15:guide>
        <p15:guide id="18" pos="5483">
          <p15:clr>
            <a:srgbClr val="5ACBF0"/>
          </p15:clr>
        </p15:guide>
        <p15:guide id="19" orient="horz" pos="2898">
          <p15:clr>
            <a:srgbClr val="5ACBF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Fiv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1737360" cy="1737360"/>
          </a:xfrm>
          <a:prstGeom prst="ellipse">
            <a:avLst/>
          </a:prstGeom>
          <a:solidFill>
            <a:schemeClr val="bg2"/>
          </a:solidFill>
        </p:spPr>
        <p:txBody>
          <a:bodyPr lIns="0" tIns="0" rIns="0" bIns="594360" anchor="ctr" anchorCtr="0">
            <a:noAutofit/>
          </a:bodyPr>
          <a:lstStyle>
            <a:lvl1pPr marL="0" indent="0" algn="ctr">
              <a:lnSpc>
                <a:spcPct val="100000"/>
              </a:lnSpc>
              <a:buNone/>
              <a:defRPr lang="en-US" sz="600" b="0" i="0" kern="1200" spc="0" baseline="0" dirty="0">
                <a:solidFill>
                  <a:schemeClr val="tx1"/>
                </a:solidFill>
                <a:latin typeface="+mn-lt"/>
                <a:ea typeface="+mn-ea"/>
                <a:cs typeface="Segoe Sans Small" pitchFamily="2" charset="0"/>
              </a:defRPr>
            </a:lvl1pPr>
          </a:lstStyle>
          <a:p>
            <a:r>
              <a:rPr lang="en-US"/>
              <a:t>Drag &amp; drop your photo here </a:t>
            </a:r>
            <a:br>
              <a:rPr lang="en-US"/>
            </a:br>
            <a:r>
              <a:rPr lang="en-US"/>
              <a:t>or click or tap icon 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235450"/>
            <a:ext cx="1737360" cy="830997"/>
          </a:xfrm>
        </p:spPr>
        <p:txBody>
          <a:bodyPr/>
          <a:lstStyle>
            <a:lvl1pPr marL="0" indent="0" algn="ctr">
              <a:spcBef>
                <a:spcPts val="0"/>
              </a:spcBef>
              <a:buNone/>
              <a:defRPr sz="1800" b="0" i="0">
                <a:latin typeface="+mn-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2905506" y="2286000"/>
            <a:ext cx="1737360" cy="1737360"/>
          </a:xfrm>
          <a:prstGeom prst="ellipse">
            <a:avLst/>
          </a:prstGeom>
          <a:solidFill>
            <a:schemeClr val="bg2"/>
          </a:solidFill>
        </p:spPr>
        <p:txBody>
          <a:bodyPr lIns="0" tIns="0" rIns="0" bIns="594360" anchor="ctr" anchorCtr="0">
            <a:noAutofit/>
          </a:bodyPr>
          <a:lstStyle>
            <a:lvl1pPr marL="0" indent="0" algn="ctr">
              <a:lnSpc>
                <a:spcPct val="100000"/>
              </a:lnSpc>
              <a:buNone/>
              <a:defRPr lang="en-US" sz="600" b="0" i="0" kern="1200" spc="0" baseline="0" dirty="0">
                <a:solidFill>
                  <a:schemeClr val="tx1"/>
                </a:solidFill>
                <a:latin typeface="+mn-lt"/>
                <a:ea typeface="+mn-ea"/>
                <a:cs typeface="Segoe Sans Small" pitchFamily="2" charset="0"/>
              </a:defRPr>
            </a:lvl1pPr>
          </a:lstStyle>
          <a:p>
            <a:r>
              <a:rPr lang="en-US"/>
              <a:t>Drag &amp; drop your photo here </a:t>
            </a:r>
            <a:br>
              <a:rPr lang="en-US"/>
            </a:br>
            <a:r>
              <a:rPr lang="en-US"/>
              <a:t>or click or tap icon 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2905506" y="4235450"/>
            <a:ext cx="1737360" cy="830997"/>
          </a:xfrm>
        </p:spPr>
        <p:txBody>
          <a:bodyPr/>
          <a:lstStyle>
            <a:lvl1pPr marL="0" indent="0" algn="ctr">
              <a:spcBef>
                <a:spcPts val="0"/>
              </a:spcBef>
              <a:buNone/>
              <a:defRPr lang="en-US" sz="1800" b="0" i="0" kern="1200" spc="0" baseline="0" dirty="0">
                <a:solidFill>
                  <a:schemeClr val="tx1"/>
                </a:solidFill>
                <a:latin typeface="+mn-lt"/>
                <a:ea typeface="+mn-ea"/>
                <a:cs typeface="Segoe UI" panose="020B0502040204020203" pitchFamily="34" charset="0"/>
              </a:defRPr>
            </a:lvl1pPr>
          </a:lstStyle>
          <a:p>
            <a:pPr marL="0" marR="0" lvl="0" indent="0" algn="ctr" defTabSz="932742" rtl="0" eaLnBrk="1" fontAlgn="auto" latinLnBrk="0" hangingPunct="1">
              <a:lnSpc>
                <a:spcPct val="100000"/>
              </a:lnSpc>
              <a:spcBef>
                <a:spcPts val="0"/>
              </a:spcBef>
              <a:spcAft>
                <a:spcPts val="0"/>
              </a:spcAft>
              <a:buClrTx/>
              <a:buSzPct val="90000"/>
              <a:buFont typeface="Wingdings" panose="05000000000000000000" pitchFamily="2" charset="2"/>
              <a:buNone/>
              <a:tabLst/>
            </a:pPr>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5227320" y="2286000"/>
            <a:ext cx="1737360" cy="1737360"/>
          </a:xfrm>
          <a:prstGeom prst="ellipse">
            <a:avLst/>
          </a:prstGeom>
          <a:solidFill>
            <a:schemeClr val="bg2"/>
          </a:solidFill>
        </p:spPr>
        <p:txBody>
          <a:bodyPr lIns="0" tIns="0" rIns="0" bIns="594360" anchor="ctr" anchorCtr="0">
            <a:noAutofit/>
          </a:bodyPr>
          <a:lstStyle>
            <a:lvl1pPr marL="0" indent="0" algn="ctr">
              <a:lnSpc>
                <a:spcPct val="100000"/>
              </a:lnSpc>
              <a:buNone/>
              <a:defRPr lang="en-US" sz="600" b="0" i="0" kern="1200" spc="0" baseline="0" dirty="0">
                <a:solidFill>
                  <a:schemeClr val="tx1"/>
                </a:solidFill>
                <a:latin typeface="+mn-lt"/>
                <a:ea typeface="+mn-ea"/>
                <a:cs typeface="Segoe Sans Small" pitchFamily="2" charset="0"/>
              </a:defRPr>
            </a:lvl1pPr>
          </a:lstStyle>
          <a:p>
            <a:r>
              <a:rPr lang="en-US"/>
              <a:t>Drag &amp; drop your photo here </a:t>
            </a:r>
            <a:br>
              <a:rPr lang="en-US"/>
            </a:br>
            <a:r>
              <a:rPr lang="en-US"/>
              <a:t>or click or tap icon 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5227320" y="4235451"/>
            <a:ext cx="1737360" cy="830997"/>
          </a:xfrm>
        </p:spPr>
        <p:txBody>
          <a:bodyPr/>
          <a:lstStyle>
            <a:lvl1pPr marL="0" indent="0" algn="ctr">
              <a:spcBef>
                <a:spcPts val="0"/>
              </a:spcBef>
              <a:buNone/>
              <a:defRPr lang="en-US" sz="1800" b="0" i="0" kern="1200" spc="0" baseline="0" dirty="0">
                <a:solidFill>
                  <a:schemeClr val="tx1"/>
                </a:solidFill>
                <a:latin typeface="+mn-lt"/>
                <a:ea typeface="+mn-ea"/>
                <a:cs typeface="Segoe UI" panose="020B0502040204020203" pitchFamily="34" charset="0"/>
              </a:defRPr>
            </a:lvl1pPr>
          </a:lstStyle>
          <a:p>
            <a:pPr marL="0" marR="0" lvl="0" indent="0" algn="ctr" defTabSz="932742" rtl="0" eaLnBrk="1" fontAlgn="auto" latinLnBrk="0" hangingPunct="1">
              <a:lnSpc>
                <a:spcPct val="100000"/>
              </a:lnSpc>
              <a:spcBef>
                <a:spcPts val="0"/>
              </a:spcBef>
              <a:spcAft>
                <a:spcPts val="0"/>
              </a:spcAft>
              <a:buClrTx/>
              <a:buSzPct val="90000"/>
              <a:buFont typeface="Wingdings" panose="05000000000000000000" pitchFamily="2" charset="2"/>
              <a:buNone/>
              <a:tabLst/>
            </a:pPr>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7548118" y="2286000"/>
            <a:ext cx="1737360" cy="1737360"/>
          </a:xfrm>
          <a:prstGeom prst="ellipse">
            <a:avLst/>
          </a:prstGeom>
          <a:solidFill>
            <a:schemeClr val="bg2"/>
          </a:solidFill>
        </p:spPr>
        <p:txBody>
          <a:bodyPr lIns="0" tIns="0" rIns="0" bIns="594360" anchor="ctr" anchorCtr="0">
            <a:noAutofit/>
          </a:bodyPr>
          <a:lstStyle>
            <a:lvl1pPr marL="0" indent="0" algn="ctr">
              <a:lnSpc>
                <a:spcPct val="100000"/>
              </a:lnSpc>
              <a:buNone/>
              <a:defRPr lang="en-US" sz="600" b="0" i="0" kern="1200" spc="0" baseline="0" dirty="0">
                <a:solidFill>
                  <a:schemeClr val="tx1"/>
                </a:solidFill>
                <a:latin typeface="+mn-lt"/>
                <a:ea typeface="+mn-ea"/>
                <a:cs typeface="Segoe Sans Small" pitchFamily="2" charset="0"/>
              </a:defRPr>
            </a:lvl1pPr>
          </a:lstStyle>
          <a:p>
            <a:r>
              <a:rPr lang="en-US"/>
              <a:t>Drag &amp; drop your photo here </a:t>
            </a:r>
            <a:br>
              <a:rPr lang="en-US"/>
            </a:br>
            <a:r>
              <a:rPr lang="en-US"/>
              <a:t>or click or tap icon below to insert</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7548118" y="4235450"/>
            <a:ext cx="1737360" cy="830997"/>
          </a:xfrm>
        </p:spPr>
        <p:txBody>
          <a:bodyPr/>
          <a:lstStyle>
            <a:lvl1pPr marL="0" indent="0" algn="ctr">
              <a:spcBef>
                <a:spcPts val="0"/>
              </a:spcBef>
              <a:buNone/>
              <a:defRPr lang="en-US" sz="1800" b="0" i="0" kern="1200" spc="0" baseline="0" dirty="0">
                <a:solidFill>
                  <a:schemeClr val="tx1"/>
                </a:solidFill>
                <a:latin typeface="+mn-lt"/>
                <a:ea typeface="+mn-ea"/>
                <a:cs typeface="Segoe UI" panose="020B0502040204020203" pitchFamily="34" charset="0"/>
              </a:defRPr>
            </a:lvl1pPr>
          </a:lstStyle>
          <a:p>
            <a:pPr marL="0" marR="0" lvl="0" indent="0" algn="ctr" defTabSz="932742" rtl="0" eaLnBrk="1" fontAlgn="auto" latinLnBrk="0" hangingPunct="1">
              <a:lnSpc>
                <a:spcPct val="100000"/>
              </a:lnSpc>
              <a:spcBef>
                <a:spcPts val="0"/>
              </a:spcBef>
              <a:spcAft>
                <a:spcPts val="0"/>
              </a:spcAft>
              <a:buClrTx/>
              <a:buSzPct val="90000"/>
              <a:buFont typeface="Wingdings" panose="05000000000000000000" pitchFamily="2" charset="2"/>
              <a:buNone/>
              <a:tabLst/>
            </a:pPr>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E4DC3400-0B11-4EA0-9B8D-6FADE6964F37}"/>
              </a:ext>
            </a:extLst>
          </p:cNvPr>
          <p:cNvSpPr>
            <a:spLocks noGrp="1" noChangeAspect="1"/>
          </p:cNvSpPr>
          <p:nvPr>
            <p:ph type="pic" sz="quarter" idx="23" hasCustomPrompt="1"/>
          </p:nvPr>
        </p:nvSpPr>
        <p:spPr bwMode="ltGray">
          <a:xfrm>
            <a:off x="9869423" y="2286000"/>
            <a:ext cx="1737360" cy="1737360"/>
          </a:xfrm>
          <a:prstGeom prst="ellipse">
            <a:avLst/>
          </a:prstGeom>
          <a:solidFill>
            <a:schemeClr val="bg2"/>
          </a:solidFill>
        </p:spPr>
        <p:txBody>
          <a:bodyPr lIns="0" tIns="0" rIns="0" bIns="594360" anchor="ctr" anchorCtr="0">
            <a:noAutofit/>
          </a:bodyPr>
          <a:lstStyle>
            <a:lvl1pPr marL="0" indent="0" algn="ctr">
              <a:lnSpc>
                <a:spcPct val="100000"/>
              </a:lnSpc>
              <a:buNone/>
              <a:defRPr lang="en-US" sz="600" b="0" i="0" kern="1200" spc="0" baseline="0" dirty="0">
                <a:solidFill>
                  <a:schemeClr val="tx1"/>
                </a:solidFill>
                <a:latin typeface="+mn-lt"/>
                <a:ea typeface="+mn-ea"/>
                <a:cs typeface="Segoe Sans Small" pitchFamily="2" charset="0"/>
              </a:defRPr>
            </a:lvl1pPr>
          </a:lstStyle>
          <a:p>
            <a:r>
              <a:rPr lang="en-US"/>
              <a:t>Drag &amp; drop your photo here </a:t>
            </a:r>
            <a:br>
              <a:rPr lang="en-US"/>
            </a:br>
            <a:r>
              <a:rPr lang="en-US"/>
              <a:t>or click or tap icon below to insert</a:t>
            </a:r>
          </a:p>
        </p:txBody>
      </p:sp>
      <p:sp>
        <p:nvSpPr>
          <p:cNvPr id="20" name="Text Placeholder 3">
            <a:extLst>
              <a:ext uri="{FF2B5EF4-FFF2-40B4-BE49-F238E27FC236}">
                <a16:creationId xmlns:a16="http://schemas.microsoft.com/office/drawing/2014/main" id="{133C357E-ECC0-485F-9033-5D4DEC8774BB}"/>
              </a:ext>
            </a:extLst>
          </p:cNvPr>
          <p:cNvSpPr>
            <a:spLocks noGrp="1"/>
          </p:cNvSpPr>
          <p:nvPr>
            <p:ph type="body" sz="quarter" idx="24"/>
          </p:nvPr>
        </p:nvSpPr>
        <p:spPr>
          <a:xfrm>
            <a:off x="9869423" y="4235450"/>
            <a:ext cx="1737360" cy="830997"/>
          </a:xfrm>
        </p:spPr>
        <p:txBody>
          <a:bodyPr/>
          <a:lstStyle>
            <a:lvl1pPr marL="0" indent="0" algn="ctr">
              <a:spcBef>
                <a:spcPts val="0"/>
              </a:spcBef>
              <a:buNone/>
              <a:defRPr lang="en-US" sz="1800" b="0" i="0" kern="1200" spc="0" baseline="0" dirty="0">
                <a:solidFill>
                  <a:schemeClr val="tx1"/>
                </a:solidFill>
                <a:latin typeface="+mn-lt"/>
                <a:ea typeface="+mn-ea"/>
                <a:cs typeface="Segoe UI" panose="020B0502040204020203" pitchFamily="34" charset="0"/>
              </a:defRPr>
            </a:lvl1pPr>
          </a:lstStyle>
          <a:p>
            <a:pPr marL="0" marR="0" lvl="0" indent="0" algn="ctr" defTabSz="932742" rtl="0" eaLnBrk="1" fontAlgn="auto" latinLnBrk="0" hangingPunct="1">
              <a:lnSpc>
                <a:spcPct val="100000"/>
              </a:lnSpc>
              <a:spcBef>
                <a:spcPts val="0"/>
              </a:spcBef>
              <a:spcAft>
                <a:spcPts val="0"/>
              </a:spcAft>
              <a:buClrTx/>
              <a:buSzPct val="90000"/>
              <a:buFont typeface="Wingdings" panose="05000000000000000000" pitchFamily="2" charset="2"/>
              <a:buNone/>
              <a:tabLst/>
            </a:pPr>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b="0" i="0">
                <a:solidFill>
                  <a:srgbClr val="A3A3A3"/>
                </a:solidFill>
                <a:latin typeface="Segoe UI" panose="020B0502040204020203" pitchFamily="34" charset="0"/>
              </a:rPr>
              <a:t>ELT layout</a:t>
            </a:r>
          </a:p>
        </p:txBody>
      </p:sp>
    </p:spTree>
    <p:extLst>
      <p:ext uri="{BB962C8B-B14F-4D97-AF65-F5344CB8AC3E}">
        <p14:creationId xmlns:p14="http://schemas.microsoft.com/office/powerpoint/2010/main" val="657282263"/>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2664">
          <p15:clr>
            <a:srgbClr val="5ACBF0"/>
          </p15:clr>
        </p15:guide>
        <p15:guide id="3" pos="6216">
          <p15:clr>
            <a:srgbClr val="5ACBF0"/>
          </p15:clr>
        </p15:guide>
        <p15:guide id="5" pos="5850">
          <p15:clr>
            <a:srgbClr val="5ACBF0"/>
          </p15:clr>
        </p15:guide>
        <p15:guide id="7" pos="4392">
          <p15:clr>
            <a:srgbClr val="5ACBF0"/>
          </p15:clr>
        </p15:guide>
        <p15:guide id="8" pos="3292">
          <p15:clr>
            <a:srgbClr val="5ACBF0"/>
          </p15:clr>
        </p15:guide>
        <p15:guide id="10" pos="2926">
          <p15:clr>
            <a:srgbClr val="5ACBF0"/>
          </p15:clr>
        </p15:guide>
        <p15:guide id="11" pos="4754">
          <p15:clr>
            <a:srgbClr val="5ACBF0"/>
          </p15:clr>
        </p15:guide>
        <p15:guide id="13" pos="1464">
          <p15:clr>
            <a:srgbClr val="5ACBF0"/>
          </p15:clr>
        </p15:guide>
        <p15:guide id="14" orient="horz" pos="1440">
          <p15:clr>
            <a:srgbClr val="5ACBF0"/>
          </p15:clr>
        </p15:guide>
        <p15:guide id="15" pos="1830">
          <p15:clr>
            <a:srgbClr val="5ACBF0"/>
          </p15:clr>
        </p15:guide>
        <p15:guide id="16" orient="horz" pos="2533">
          <p15:clr>
            <a:srgbClr val="5ACBF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Title &amp; Text Side By Side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2309811"/>
            <a:ext cx="3182027" cy="3959217"/>
          </a:xfrm>
        </p:spPr>
        <p:txBody>
          <a:bodyPr anchor="t"/>
          <a:lstStyle>
            <a:lvl1pPr>
              <a:defRPr>
                <a:solidFill>
                  <a:schemeClr val="tx2"/>
                </a:solidFill>
              </a:defRPr>
            </a:lvl1pPr>
          </a:lstStyle>
          <a:p>
            <a:r>
              <a:rPr lang="en-US"/>
              <a:t>Title</a:t>
            </a:r>
          </a:p>
        </p:txBody>
      </p:sp>
      <p:sp>
        <p:nvSpPr>
          <p:cNvPr id="7" name="Text Placeholder 2">
            <a:extLst>
              <a:ext uri="{FF2B5EF4-FFF2-40B4-BE49-F238E27FC236}">
                <a16:creationId xmlns:a16="http://schemas.microsoft.com/office/drawing/2014/main" id="{7E9DBFD9-3E1E-4F19-AF15-56780F9C7927}"/>
              </a:ext>
            </a:extLst>
          </p:cNvPr>
          <p:cNvSpPr>
            <a:spLocks noGrp="1"/>
          </p:cNvSpPr>
          <p:nvPr>
            <p:ph type="body" sz="quarter" idx="11"/>
          </p:nvPr>
        </p:nvSpPr>
        <p:spPr>
          <a:xfrm>
            <a:off x="4356100" y="2309812"/>
            <a:ext cx="7253288" cy="430887"/>
          </a:xfrm>
        </p:spPr>
        <p:txBody>
          <a:bodyPr anchor="t"/>
          <a:lstStyle>
            <a:lvl1pPr marL="231775" indent="-231775">
              <a:spcAft>
                <a:spcPts val="600"/>
              </a:spcAft>
              <a:buFont typeface="Wingdings" panose="05000000000000000000" pitchFamily="2" charset="2"/>
              <a:buChar char=""/>
              <a:defRPr>
                <a:latin typeface="+mn-lt"/>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p:nvCxnSpPr>
        <p:spPr>
          <a:xfrm>
            <a:off x="585216" y="2019300"/>
            <a:ext cx="3182112"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9D8AF80-CAD5-4055-80AD-0B31EBCB52A9}"/>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b="0" i="0">
                <a:solidFill>
                  <a:srgbClr val="A3A3A3"/>
                </a:solidFill>
                <a:latin typeface="Segoe UI" panose="020B0502040204020203" pitchFamily="34" charset="0"/>
              </a:rPr>
              <a:t>ELT layout</a:t>
            </a:r>
          </a:p>
        </p:txBody>
      </p: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p:nvCxnSpPr>
        <p:spPr>
          <a:xfrm>
            <a:off x="4354523" y="201930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97217360"/>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itle &amp; Text Side By S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ctr"/>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p:nvCxnSpPr>
        <p:spPr>
          <a:xfrm>
            <a:off x="4356100" y="2578100"/>
            <a:ext cx="0" cy="170180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1DC2181-37AB-40A3-B61C-1DE7DBB57D63}"/>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b="0" i="0">
                <a:solidFill>
                  <a:srgbClr val="A3A3A3"/>
                </a:solidFill>
                <a:latin typeface="Segoe UI" panose="020B0502040204020203" pitchFamily="34" charset="0"/>
              </a:rPr>
              <a:t>ELT layout</a:t>
            </a:r>
          </a:p>
        </p:txBody>
      </p:sp>
    </p:spTree>
    <p:extLst>
      <p:ext uri="{BB962C8B-B14F-4D97-AF65-F5344CB8AC3E}">
        <p14:creationId xmlns:p14="http://schemas.microsoft.com/office/powerpoint/2010/main" val="2254422840"/>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Developer Code">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636FE-845C-418D-82A1-1DA6DB73D781}"/>
              </a:ext>
            </a:extLst>
          </p:cNvPr>
          <p:cNvSpPr>
            <a:spLocks noGrp="1"/>
          </p:cNvSpPr>
          <p:nvPr>
            <p:ph type="title"/>
          </p:nvPr>
        </p:nvSpPr>
        <p:spPr/>
        <p:txBody>
          <a:bodyPr anchor="ctr"/>
          <a:lstStyle/>
          <a:p>
            <a:r>
              <a:rPr lang="en-US"/>
              <a:t>Click to edit Master title style</a:t>
            </a:r>
          </a:p>
        </p:txBody>
      </p:sp>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p:nvSpPr>
        <p:spPr bwMode="auto">
          <a:xfrm>
            <a:off x="0" y="1436688"/>
            <a:ext cx="12192000" cy="542131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b="0" i="0">
              <a:solidFill>
                <a:srgbClr val="FFFFFF"/>
              </a:solidFill>
              <a:latin typeface="Segoe UI" panose="020B0502040204020203" pitchFamily="34" charset="0"/>
              <a:ea typeface="Segoe UI" pitchFamily="34" charset="0"/>
              <a:cs typeface="Segoe UI" panose="020B0502040204020203"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143668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b="0" i="0">
                <a:solidFill>
                  <a:srgbClr val="FFFFFF"/>
                </a:solidFill>
                <a:latin typeface="+mn-lt"/>
              </a:defRPr>
            </a:lvl1pPr>
          </a:lstStyle>
          <a:p>
            <a:pPr lvl="0"/>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2099310"/>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56848616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322">
          <p15:clr>
            <a:srgbClr val="5ACBF0"/>
          </p15:clr>
        </p15:guide>
        <p15:guide id="2" orient="horz" pos="905">
          <p15:clr>
            <a:srgbClr val="5ACBF0"/>
          </p15:clr>
        </p15:guide>
        <p15:guide id="3" orient="horz" pos="288">
          <p15:clr>
            <a:srgbClr val="5ACBF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Code Bottom">
    <p:bg>
      <p:bgPr>
        <a:solidFill>
          <a:schemeClr val="bg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p:txBody>
          <a:bodyPr/>
          <a:lstStyle>
            <a:lvl1pPr>
              <a:defRPr>
                <a:solidFill>
                  <a:schemeClr val="tx2"/>
                </a:solidFill>
              </a:defRPr>
            </a:lvl1pPr>
          </a:lstStyle>
          <a:p>
            <a:r>
              <a:rPr lang="en-US"/>
              <a:t>Click to edit Master title style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86390" y="1230681"/>
            <a:ext cx="11018520" cy="369332"/>
          </a:xfrm>
        </p:spPr>
        <p:txBody>
          <a:bodyPr wrap="square">
            <a:spAutoFit/>
          </a:bodyPr>
          <a:lstStyle>
            <a:lvl1pPr marL="0" indent="0">
              <a:spcBef>
                <a:spcPts val="600"/>
              </a:spcBef>
              <a:spcAft>
                <a:spcPts val="0"/>
              </a:spcAft>
              <a:buNone/>
              <a:defRPr sz="2400" b="0" i="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2827138"/>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b="0" i="0">
              <a:solidFill>
                <a:srgbClr val="FFFFFF"/>
              </a:solidFill>
              <a:latin typeface="Segoe UI" panose="020B0502040204020203" pitchFamily="34" charset="0"/>
              <a:ea typeface="Segoe UI" pitchFamily="34" charset="0"/>
              <a:cs typeface="Segoe UI" panose="020B0502040204020203" pitchFamily="34" charset="0"/>
            </a:endParaRP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282713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lang="en-US" sz="1999" b="0" i="0" kern="1200" spc="0" baseline="0" dirty="0">
                <a:solidFill>
                  <a:srgbClr val="FFFFFF"/>
                </a:solidFill>
                <a:latin typeface="+mn-lt"/>
                <a:ea typeface="+mn-ea"/>
                <a:cs typeface="Segoe UI" panose="020B0502040204020203" pitchFamily="34" charset="0"/>
              </a:defRPr>
            </a:lvl1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pPr>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3491219"/>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365763921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1776">
          <p15:clr>
            <a:srgbClr val="5ACBF0"/>
          </p15:clr>
        </p15:guide>
        <p15:guide id="5" orient="horz" pos="2197">
          <p15:clr>
            <a:srgbClr val="5ACBF0"/>
          </p15:clr>
        </p15:guide>
        <p15:guide id="6" orient="horz" pos="773">
          <p15:clr>
            <a:srgbClr val="5ACBF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Code Top">
    <p:bg>
      <p:bgPr>
        <a:solidFill>
          <a:schemeClr val="bg2"/>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0"/>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b="0" i="0">
              <a:solidFill>
                <a:srgbClr val="FFFFFF"/>
              </a:solidFill>
              <a:latin typeface="Segoe UI" panose="020B0502040204020203" pitchFamily="34" charset="0"/>
              <a:ea typeface="Segoe UI" pitchFamily="34" charset="0"/>
              <a:cs typeface="Segoe UI" panose="020B0502040204020203" pitchFamily="34" charset="0"/>
            </a:endParaRPr>
          </a:p>
        </p:txBody>
      </p:sp>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a:xfrm>
            <a:off x="588263" y="4224580"/>
            <a:ext cx="11018520" cy="492443"/>
          </a:xfrm>
        </p:spPr>
        <p:txBody>
          <a:bodyPr/>
          <a:lstStyle>
            <a:lvl1pPr>
              <a:defRPr sz="3200">
                <a:solidFill>
                  <a:schemeClr val="tx2"/>
                </a:solidFill>
                <a:latin typeface="+mj-lt"/>
              </a:defRPr>
            </a:lvl1pPr>
          </a:lstStyle>
          <a:p>
            <a:r>
              <a:rPr lang="en-US"/>
              <a:t>Click to edit Master title style</a:t>
            </a: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lang="en-US" sz="1999" b="0" i="0" kern="1200" spc="0" baseline="0" dirty="0">
                <a:solidFill>
                  <a:srgbClr val="FFFFFF"/>
                </a:solidFill>
                <a:latin typeface="+mn-lt"/>
                <a:ea typeface="+mn-ea"/>
                <a:cs typeface="Segoe UI" panose="020B0502040204020203" pitchFamily="34" charset="0"/>
              </a:defRPr>
            </a:lvl1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pPr>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660508"/>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91152" y="4996505"/>
            <a:ext cx="11018520" cy="369332"/>
          </a:xfrm>
        </p:spPr>
        <p:txBody>
          <a:bodyPr wrap="square">
            <a:spAutoFit/>
          </a:bodyPr>
          <a:lstStyle>
            <a:lvl1pPr marL="0" indent="0">
              <a:spcBef>
                <a:spcPts val="600"/>
              </a:spcBef>
              <a:spcAft>
                <a:spcPts val="0"/>
              </a:spcAft>
              <a:buNone/>
              <a:defRPr sz="2400" b="0" i="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692859220"/>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2661">
          <p15:clr>
            <a:srgbClr val="5ACBF0"/>
          </p15:clr>
        </p15:guide>
        <p15:guide id="5" orient="horz" pos="3147">
          <p15:clr>
            <a:srgbClr val="5ACBF0"/>
          </p15:clr>
        </p15:guide>
        <p15:guide id="6" orient="horz" pos="419">
          <p15:clr>
            <a:srgbClr val="5ACBF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Code Right Side">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2BB27-7DA5-4478-8C18-C1FFEE20AAC1}"/>
              </a:ext>
            </a:extLst>
          </p:cNvPr>
          <p:cNvSpPr>
            <a:spLocks noGrp="1"/>
          </p:cNvSpPr>
          <p:nvPr>
            <p:ph type="title" hasCustomPrompt="1"/>
          </p:nvPr>
        </p:nvSpPr>
        <p:spPr>
          <a:xfrm>
            <a:off x="588263" y="457200"/>
            <a:ext cx="4040887" cy="492443"/>
          </a:xfrm>
        </p:spPr>
        <p:txBody>
          <a:bodyPr/>
          <a:lstStyle>
            <a:lvl1pPr>
              <a:defRPr sz="3200">
                <a:solidFill>
                  <a:schemeClr val="tx2"/>
                </a:solidFill>
              </a:defRPr>
            </a:lvl1pPr>
          </a:lstStyle>
          <a:p>
            <a:r>
              <a:rPr lang="en-US"/>
              <a:t>Click to edit title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588965" y="1338139"/>
            <a:ext cx="4040185"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mn-lt"/>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b="0" i="0">
              <a:solidFill>
                <a:srgbClr val="FFFFFF"/>
              </a:solidFill>
              <a:latin typeface="Segoe UI" panose="020B0502040204020203" pitchFamily="34" charset="0"/>
              <a:ea typeface="Segoe UI" pitchFamily="34" charset="0"/>
              <a:cs typeface="Segoe UI" panose="020B0502040204020203" pitchFamily="34" charset="0"/>
            </a:endParaRP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5211763"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lang="en-US" sz="1999" b="0" i="0" kern="1200" spc="0" baseline="0" dirty="0">
                <a:solidFill>
                  <a:srgbClr val="FFFFFF"/>
                </a:solidFill>
                <a:latin typeface="+mn-lt"/>
                <a:ea typeface="+mn-ea"/>
                <a:cs typeface="Segoe UI" panose="020B0502040204020203" pitchFamily="34" charset="0"/>
              </a:defRPr>
            </a:lvl1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pPr>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00725" y="709187"/>
            <a:ext cx="5801961" cy="369332"/>
          </a:xfrm>
        </p:spPr>
        <p:txBody>
          <a:bodyPr/>
          <a:lstStyle>
            <a:lvl1pPr marL="0" indent="0">
              <a:buNone/>
              <a:tabLst/>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185784024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Code Left Side">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2"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b="0" i="0">
              <a:solidFill>
                <a:srgbClr val="FFFFFF"/>
              </a:solidFill>
              <a:latin typeface="Segoe UI" panose="020B0502040204020203" pitchFamily="34" charset="0"/>
              <a:ea typeface="Segoe UI" pitchFamily="34" charset="0"/>
              <a:cs typeface="Segoe UI" panose="020B0502040204020203" pitchFamily="34" charset="0"/>
            </a:endParaRPr>
          </a:p>
        </p:txBody>
      </p:sp>
      <p:sp>
        <p:nvSpPr>
          <p:cNvPr id="2" name="Title 1">
            <a:extLst>
              <a:ext uri="{FF2B5EF4-FFF2-40B4-BE49-F238E27FC236}">
                <a16:creationId xmlns:a16="http://schemas.microsoft.com/office/drawing/2014/main" id="{6BB14A7D-C409-4A7C-9D82-A2E5DBB8AB72}"/>
              </a:ext>
            </a:extLst>
          </p:cNvPr>
          <p:cNvSpPr>
            <a:spLocks noGrp="1"/>
          </p:cNvSpPr>
          <p:nvPr>
            <p:ph type="title" hasCustomPrompt="1"/>
          </p:nvPr>
        </p:nvSpPr>
        <p:spPr>
          <a:xfrm>
            <a:off x="7575549" y="457200"/>
            <a:ext cx="4031233" cy="492443"/>
          </a:xfrm>
        </p:spPr>
        <p:txBody>
          <a:bodyPr/>
          <a:lstStyle>
            <a:lvl1pPr>
              <a:defRPr sz="3200">
                <a:solidFill>
                  <a:schemeClr val="tx2"/>
                </a:solidFill>
              </a:defRPr>
            </a:lvl1pPr>
          </a:lstStyle>
          <a:p>
            <a:r>
              <a:rPr lang="en-US"/>
              <a:t>Click to edit title</a:t>
            </a: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1"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lang="en-US" sz="1999" b="0" i="0" kern="1200" spc="0" baseline="0" dirty="0">
                <a:solidFill>
                  <a:srgbClr val="FFFFFF"/>
                </a:solidFill>
                <a:latin typeface="+mn-lt"/>
                <a:ea typeface="+mn-ea"/>
                <a:cs typeface="Segoe UI" panose="020B0502040204020203" pitchFamily="34" charset="0"/>
              </a:defRPr>
            </a:lvl1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pPr>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4199" y="706011"/>
            <a:ext cx="5819775" cy="369332"/>
          </a:xfrm>
        </p:spPr>
        <p:txBody>
          <a:bodyPr/>
          <a:lstStyle>
            <a:lvl1pPr marL="0" indent="0">
              <a:buNone/>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7575550" y="1336675"/>
            <a:ext cx="4033838"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mn-lt"/>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398641691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36">
          <p15:clr>
            <a:srgbClr val="5ACBF0"/>
          </p15:clr>
        </p15:guide>
        <p15:guide id="4" orient="horz" pos="839">
          <p15:clr>
            <a:srgbClr val="5ACBF0"/>
          </p15:clr>
        </p15:guide>
        <p15:guide id="6" pos="4402">
          <p15:clr>
            <a:srgbClr val="5ACBF0"/>
          </p15:clr>
        </p15:guide>
        <p15:guide id="7" pos="4034">
          <p15:clr>
            <a:srgbClr val="5ACBF0"/>
          </p15:clr>
        </p15:guide>
        <p15:guide id="8" pos="4772">
          <p15:clr>
            <a:srgbClr val="5ACBF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Section Slide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4800600" cy="553998"/>
          </a:xfrm>
          <a:noFill/>
        </p:spPr>
        <p:txBody>
          <a:bodyPr vert="horz" wrap="square" lIns="0" tIns="0" rIns="0" bIns="0" rtlCol="0" anchor="b" anchorCtr="0">
            <a:spAutoFit/>
          </a:bodyPr>
          <a:lstStyle>
            <a:lvl1pPr>
              <a:defRPr lang="en-US" sz="4000" b="0" i="0" kern="1200" cap="none" spc="-150" baseline="0" dirty="0">
                <a:ln w="3175">
                  <a:noFill/>
                </a:ln>
                <a:solidFill>
                  <a:schemeClr val="accent5"/>
                </a:solidFill>
                <a:effectLst/>
                <a:latin typeface="+mj-lt"/>
                <a:ea typeface="+mn-ea"/>
                <a:cs typeface="Segoe UI" panose="020B0502040204020203" pitchFamily="34" charset="0"/>
              </a:defRPr>
            </a:lvl1pPr>
          </a:lstStyle>
          <a:p>
            <a:pPr lvl="0" algn="l" defTabSz="932742" rtl="0" eaLnBrk="1" latinLnBrk="0" hangingPunct="1">
              <a:lnSpc>
                <a:spcPct val="90000"/>
              </a:lnSpc>
              <a:spcBef>
                <a:spcPct val="0"/>
              </a:spcBef>
              <a:buNone/>
            </a:pPr>
            <a:r>
              <a:rPr lang="en-US"/>
              <a:t>Section title</a:t>
            </a:r>
          </a:p>
        </p:txBody>
      </p:sp>
    </p:spTree>
    <p:extLst>
      <p:ext uri="{BB962C8B-B14F-4D97-AF65-F5344CB8AC3E}">
        <p14:creationId xmlns:p14="http://schemas.microsoft.com/office/powerpoint/2010/main" val="380028222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Section Slid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48006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i="0" kern="1200" cap="none" spc="-150" baseline="0" dirty="0">
                <a:ln w="3175">
                  <a:noFill/>
                </a:ln>
                <a:solidFill>
                  <a:schemeClr val="bg1"/>
                </a:solidFill>
                <a:effectLst/>
                <a:latin typeface="+mj-lt"/>
                <a:ea typeface="+mn-ea"/>
                <a:cs typeface="Segoe UI" panose="020B0502040204020203" pitchFamily="34" charset="0"/>
              </a:defRPr>
            </a:lvl1pPr>
          </a:lstStyle>
          <a:p>
            <a:r>
              <a:rPr lang="en-US"/>
              <a:t>Section title</a:t>
            </a:r>
          </a:p>
        </p:txBody>
      </p:sp>
    </p:spTree>
    <p:extLst>
      <p:ext uri="{BB962C8B-B14F-4D97-AF65-F5344CB8AC3E}">
        <p14:creationId xmlns:p14="http://schemas.microsoft.com/office/powerpoint/2010/main" val="351531040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Section Slid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48006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i="0" kern="1200" cap="none" spc="-150" baseline="0" dirty="0">
                <a:ln w="3175">
                  <a:noFill/>
                </a:ln>
                <a:solidFill>
                  <a:schemeClr val="bg1"/>
                </a:solidFill>
                <a:effectLst/>
                <a:latin typeface="+mj-lt"/>
                <a:ea typeface="+mn-ea"/>
                <a:cs typeface="Segoe UI" panose="020B0502040204020203" pitchFamily="34" charset="0"/>
              </a:defRPr>
            </a:lvl1pPr>
          </a:lstStyle>
          <a:p>
            <a:r>
              <a:rPr lang="en-US"/>
              <a:t>Section title</a:t>
            </a:r>
          </a:p>
        </p:txBody>
      </p:sp>
    </p:spTree>
    <p:extLst>
      <p:ext uri="{BB962C8B-B14F-4D97-AF65-F5344CB8AC3E}">
        <p14:creationId xmlns:p14="http://schemas.microsoft.com/office/powerpoint/2010/main" val="390686251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Section Slide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4800600" cy="553998"/>
          </a:xfrm>
          <a:noFill/>
        </p:spPr>
        <p:txBody>
          <a:bodyPr vert="horz" wrap="square" lIns="0" tIns="0" rIns="0" bIns="0" rtlCol="0" anchor="b" anchorCtr="0">
            <a:spAutoFit/>
          </a:bodyPr>
          <a:lstStyle>
            <a:lvl1pPr>
              <a:defRPr lang="en-US" sz="4000" b="0" i="0" kern="1200" cap="none" spc="-150" baseline="0" dirty="0">
                <a:ln w="3175">
                  <a:noFill/>
                </a:ln>
                <a:solidFill>
                  <a:schemeClr val="accent5"/>
                </a:solidFill>
                <a:effectLst/>
                <a:latin typeface="+mj-lt"/>
                <a:ea typeface="+mn-ea"/>
                <a:cs typeface="Segoe UI" panose="020B0502040204020203" pitchFamily="34" charset="0"/>
              </a:defRPr>
            </a:lvl1pPr>
          </a:lstStyle>
          <a:p>
            <a:pPr lvl="0" algn="l" defTabSz="932742" rtl="0" eaLnBrk="1" latinLnBrk="0" hangingPunct="1">
              <a:lnSpc>
                <a:spcPct val="90000"/>
              </a:lnSpc>
              <a:spcBef>
                <a:spcPct val="0"/>
              </a:spcBef>
              <a:buNone/>
            </a:pPr>
            <a:r>
              <a:rPr lang="en-US"/>
              <a:t>Section title</a:t>
            </a:r>
          </a:p>
        </p:txBody>
      </p:sp>
    </p:spTree>
    <p:extLst>
      <p:ext uri="{BB962C8B-B14F-4D97-AF65-F5344CB8AC3E}">
        <p14:creationId xmlns:p14="http://schemas.microsoft.com/office/powerpoint/2010/main" val="376325696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Alternate Section Slide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4800600" cy="553998"/>
          </a:xfrm>
          <a:noFill/>
        </p:spPr>
        <p:txBody>
          <a:bodyPr vert="horz" wrap="square" lIns="0" tIns="0" rIns="0" bIns="0" rtlCol="0" anchor="b" anchorCtr="0">
            <a:spAutoFit/>
          </a:bodyPr>
          <a:lstStyle>
            <a:lvl1pPr>
              <a:defRPr lang="en-US" sz="4000" b="0" i="0" dirty="0">
                <a:solidFill>
                  <a:schemeClr val="tx1"/>
                </a:solidFill>
                <a:latin typeface="+mj-lt"/>
              </a:defRPr>
            </a:lvl1pPr>
          </a:lstStyle>
          <a:p>
            <a:pPr lvl="0">
              <a:lnSpc>
                <a:spcPct val="90000"/>
              </a:lnSpc>
            </a:pPr>
            <a:r>
              <a:rPr lang="en-US"/>
              <a:t>Section title</a:t>
            </a:r>
          </a:p>
        </p:txBody>
      </p:sp>
    </p:spTree>
    <p:extLst>
      <p:ext uri="{BB962C8B-B14F-4D97-AF65-F5344CB8AC3E}">
        <p14:creationId xmlns:p14="http://schemas.microsoft.com/office/powerpoint/2010/main" val="97555665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Alternate Section Slid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4800600" cy="553998"/>
          </a:xfrm>
          <a:noFill/>
        </p:spPr>
        <p:txBody>
          <a:bodyPr vert="horz" wrap="square" lIns="0" tIns="0" rIns="0" bIns="0" rtlCol="0" anchor="b" anchorCtr="0">
            <a:spAutoFit/>
          </a:bodyPr>
          <a:lstStyle>
            <a:lvl1pPr>
              <a:defRPr lang="en-US" sz="4000" b="0" i="0" kern="1200" cap="none" spc="-150" baseline="0" dirty="0">
                <a:ln w="3175">
                  <a:noFill/>
                </a:ln>
                <a:solidFill>
                  <a:schemeClr val="tx1"/>
                </a:solidFill>
                <a:effectLst/>
                <a:latin typeface="+mj-lt"/>
                <a:ea typeface="+mn-ea"/>
                <a:cs typeface="Segoe UI" panose="020B0502040204020203" pitchFamily="34" charset="0"/>
              </a:defRPr>
            </a:lvl1pPr>
          </a:lstStyle>
          <a:p>
            <a:pPr lvl="0" algn="l" defTabSz="932742" rtl="0" eaLnBrk="1" latinLnBrk="0" hangingPunct="1">
              <a:lnSpc>
                <a:spcPct val="90000"/>
              </a:lnSpc>
              <a:spcBef>
                <a:spcPct val="0"/>
              </a:spcBef>
              <a:buNone/>
            </a:pPr>
            <a:r>
              <a:rPr lang="en-US"/>
              <a:t>Section title</a:t>
            </a:r>
          </a:p>
        </p:txBody>
      </p:sp>
    </p:spTree>
    <p:extLst>
      <p:ext uri="{BB962C8B-B14F-4D97-AF65-F5344CB8AC3E}">
        <p14:creationId xmlns:p14="http://schemas.microsoft.com/office/powerpoint/2010/main" val="164218293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Alternate Section Slid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4800600" cy="553998"/>
          </a:xfrm>
          <a:noFill/>
        </p:spPr>
        <p:txBody>
          <a:bodyPr vert="horz" wrap="square" lIns="0" tIns="0" rIns="0" bIns="0" rtlCol="0" anchor="b" anchorCtr="0">
            <a:spAutoFit/>
          </a:bodyPr>
          <a:lstStyle>
            <a:lvl1pPr>
              <a:defRPr lang="en-US" sz="4000" b="0" i="0" kern="1200" cap="none" spc="-150" baseline="0" dirty="0">
                <a:ln w="3175">
                  <a:noFill/>
                </a:ln>
                <a:solidFill>
                  <a:schemeClr val="accent5"/>
                </a:solidFill>
                <a:effectLst/>
                <a:latin typeface="+mj-lt"/>
                <a:ea typeface="+mn-ea"/>
                <a:cs typeface="Segoe UI" panose="020B0502040204020203" pitchFamily="34" charset="0"/>
              </a:defRPr>
            </a:lvl1pPr>
          </a:lstStyle>
          <a:p>
            <a:pPr lvl="0" algn="l" defTabSz="932742" rtl="0" eaLnBrk="1" latinLnBrk="0" hangingPunct="1">
              <a:lnSpc>
                <a:spcPct val="90000"/>
              </a:lnSpc>
              <a:spcBef>
                <a:spcPct val="0"/>
              </a:spcBef>
              <a:buNone/>
            </a:pPr>
            <a:r>
              <a:rPr lang="en-US"/>
              <a:t>Section title</a:t>
            </a:r>
          </a:p>
        </p:txBody>
      </p:sp>
    </p:spTree>
    <p:extLst>
      <p:ext uri="{BB962C8B-B14F-4D97-AF65-F5344CB8AC3E}">
        <p14:creationId xmlns:p14="http://schemas.microsoft.com/office/powerpoint/2010/main" val="191691575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Alternate Section Slide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4800600" cy="553998"/>
          </a:xfrm>
          <a:noFill/>
        </p:spPr>
        <p:txBody>
          <a:bodyPr vert="horz" wrap="square" lIns="0" tIns="0" rIns="0" bIns="0" rtlCol="0" anchor="b" anchorCtr="0">
            <a:spAutoFit/>
          </a:bodyPr>
          <a:lstStyle>
            <a:lvl1pPr>
              <a:defRPr lang="en-US" sz="4000" b="0" i="0" kern="1200" cap="none" spc="-150" baseline="0" dirty="0">
                <a:ln w="3175">
                  <a:noFill/>
                </a:ln>
                <a:solidFill>
                  <a:srgbClr val="0D0061"/>
                </a:solidFill>
                <a:effectLst/>
                <a:latin typeface="+mj-lt"/>
                <a:ea typeface="+mn-ea"/>
                <a:cs typeface="Segoe UI" panose="020B0502040204020203" pitchFamily="34" charset="0"/>
              </a:defRPr>
            </a:lvl1pPr>
          </a:lstStyle>
          <a:p>
            <a:pPr lvl="0" algn="l" defTabSz="932742" rtl="0" eaLnBrk="1" latinLnBrk="0" hangingPunct="1">
              <a:lnSpc>
                <a:spcPct val="90000"/>
              </a:lnSpc>
              <a:spcBef>
                <a:spcPct val="0"/>
              </a:spcBef>
              <a:buNone/>
            </a:pPr>
            <a:r>
              <a:rPr lang="en-US"/>
              <a:t>Section title</a:t>
            </a:r>
          </a:p>
        </p:txBody>
      </p:sp>
    </p:spTree>
    <p:extLst>
      <p:ext uri="{BB962C8B-B14F-4D97-AF65-F5344CB8AC3E}">
        <p14:creationId xmlns:p14="http://schemas.microsoft.com/office/powerpoint/2010/main" val="164641461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Alternate Section Slide 5">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48006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i="0" kern="1200" cap="none" spc="-150" baseline="0" dirty="0">
                <a:ln w="3175">
                  <a:noFill/>
                </a:ln>
                <a:solidFill>
                  <a:schemeClr val="accent5"/>
                </a:solidFill>
                <a:effectLst/>
                <a:latin typeface="+mj-lt"/>
                <a:ea typeface="+mn-ea"/>
                <a:cs typeface="Segoe UI" panose="020B0502040204020203" pitchFamily="34" charset="0"/>
              </a:defRPr>
            </a:lvl1pPr>
          </a:lstStyle>
          <a:p>
            <a:r>
              <a:rPr lang="en-US"/>
              <a:t>Section title</a:t>
            </a:r>
          </a:p>
        </p:txBody>
      </p:sp>
    </p:spTree>
    <p:extLst>
      <p:ext uri="{BB962C8B-B14F-4D97-AF65-F5344CB8AC3E}">
        <p14:creationId xmlns:p14="http://schemas.microsoft.com/office/powerpoint/2010/main" val="52108253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Alternate Section Slide 6">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9EC132A7-E105-7F97-5825-C64651DAB1F6}"/>
              </a:ext>
            </a:extLst>
          </p:cNvPr>
          <p:cNvSpPr>
            <a:spLocks noGrp="1"/>
          </p:cNvSpPr>
          <p:nvPr>
            <p:ph type="title" hasCustomPrompt="1"/>
          </p:nvPr>
        </p:nvSpPr>
        <p:spPr>
          <a:xfrm>
            <a:off x="585216" y="2977823"/>
            <a:ext cx="4800600" cy="553998"/>
          </a:xfrm>
          <a:noFill/>
        </p:spPr>
        <p:txBody>
          <a:bodyPr vert="horz" wrap="square" lIns="0" tIns="0" rIns="0" bIns="0" rtlCol="0" anchor="b" anchorCtr="0">
            <a:spAutoFit/>
          </a:bodyPr>
          <a:lstStyle>
            <a:lvl1pPr>
              <a:defRPr lang="en-US" sz="4000" dirty="0">
                <a:solidFill>
                  <a:schemeClr val="bg1"/>
                </a:solidFill>
              </a:defRPr>
            </a:lvl1pPr>
          </a:lstStyle>
          <a:p>
            <a:pPr lvl="0">
              <a:lnSpc>
                <a:spcPct val="90000"/>
              </a:lnSpc>
            </a:pPr>
            <a:r>
              <a:rPr lang="en-US"/>
              <a:t>Section title</a:t>
            </a:r>
          </a:p>
        </p:txBody>
      </p:sp>
    </p:spTree>
    <p:extLst>
      <p:ext uri="{BB962C8B-B14F-4D97-AF65-F5344CB8AC3E}">
        <p14:creationId xmlns:p14="http://schemas.microsoft.com/office/powerpoint/2010/main" val="112835115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Demo 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77823"/>
            <a:ext cx="4800600" cy="553998"/>
          </a:xfrm>
          <a:noFill/>
        </p:spPr>
        <p:txBody>
          <a:bodyPr vert="horz" wrap="square" lIns="0" tIns="0" rIns="0" bIns="0" rtlCol="0" anchor="b" anchorCtr="0">
            <a:spAutoFit/>
          </a:bodyPr>
          <a:lstStyle>
            <a:lvl1pPr>
              <a:defRPr lang="en-US" sz="4000" dirty="0">
                <a:solidFill>
                  <a:schemeClr val="accent1"/>
                </a:solidFill>
              </a:defRPr>
            </a:lvl1pPr>
          </a:lstStyle>
          <a:p>
            <a:pPr lvl="0">
              <a:lnSpc>
                <a:spcPct val="90000"/>
              </a:lnSpc>
            </a:pPr>
            <a:r>
              <a:rPr lang="en-US"/>
              <a:t>Demo title</a:t>
            </a:r>
          </a:p>
        </p:txBody>
      </p:sp>
      <p:sp>
        <p:nvSpPr>
          <p:cNvPr id="5" name="Text Placeholder 4"/>
          <p:cNvSpPr>
            <a:spLocks noGrp="1"/>
          </p:cNvSpPr>
          <p:nvPr>
            <p:ph type="body" sz="quarter" idx="12" hasCustomPrompt="1"/>
          </p:nvPr>
        </p:nvSpPr>
        <p:spPr>
          <a:xfrm>
            <a:off x="585216" y="3977319"/>
            <a:ext cx="4800600" cy="246221"/>
          </a:xfrm>
          <a:noFill/>
        </p:spPr>
        <p:txBody>
          <a:bodyPr lIns="0" tIns="0" rIns="0" bIns="0">
            <a:spAutoFit/>
          </a:bodyPr>
          <a:lstStyle>
            <a:lvl1pPr marL="0" indent="0">
              <a:spcBef>
                <a:spcPts val="0"/>
              </a:spcBef>
              <a:spcAft>
                <a:spcPts val="0"/>
              </a:spcAft>
              <a:buFont typeface="Arial" panose="020B0604020202020204" pitchFamily="34" charset="0"/>
              <a:buNone/>
              <a:defRPr sz="1600" b="0" i="0" spc="0" baseline="0">
                <a:solidFill>
                  <a:schemeClr val="accent5"/>
                </a:solidFill>
                <a:latin typeface="+mn-lt"/>
              </a:defRPr>
            </a:lvl1pPr>
          </a:lstStyle>
          <a:p>
            <a:pPr lvl="0"/>
            <a:r>
              <a:rPr lang="en-US"/>
              <a:t>Speaker name</a:t>
            </a:r>
          </a:p>
        </p:txBody>
      </p:sp>
    </p:spTree>
    <p:extLst>
      <p:ext uri="{BB962C8B-B14F-4D97-AF65-F5344CB8AC3E}">
        <p14:creationId xmlns:p14="http://schemas.microsoft.com/office/powerpoint/2010/main" val="81276399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0D155-47E8-D819-5FA4-748607570A1C}"/>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3" name="Picture Placeholder 9">
            <a:extLst>
              <a:ext uri="{FF2B5EF4-FFF2-40B4-BE49-F238E27FC236}">
                <a16:creationId xmlns:a16="http://schemas.microsoft.com/office/drawing/2014/main" id="{5022EE65-FBB2-C961-B89F-9DADBDB2DB30}"/>
              </a:ext>
            </a:extLst>
          </p:cNvPr>
          <p:cNvSpPr>
            <a:spLocks noGrp="1"/>
          </p:cNvSpPr>
          <p:nvPr>
            <p:ph type="pic" sz="quarter" idx="14"/>
          </p:nvPr>
        </p:nvSpPr>
        <p:spPr>
          <a:xfrm>
            <a:off x="6976658" y="1582894"/>
            <a:ext cx="4022822" cy="4022822"/>
          </a:xfrm>
          <a:prstGeom prst="rect">
            <a:avLst/>
          </a:prstGeom>
          <a:blipFill>
            <a:blip r:embed="rId3"/>
            <a:stretch>
              <a:fillRect/>
            </a:stretch>
          </a:blipFill>
          <a:effectLst>
            <a:outerShdw blurRad="215900" dist="190500" dir="2700000" sx="101000" sy="101000" algn="ctr" rotWithShape="0">
              <a:srgbClr val="000000">
                <a:alpha val="23000"/>
              </a:srgbClr>
            </a:outerShdw>
          </a:effectLst>
        </p:spPr>
        <p:txBody>
          <a:bodyPr vert="horz" wrap="square" lIns="0" tIns="0" rIns="0" bIns="0" rtlCol="0" anchor="t" anchorCtr="0">
            <a:normAutofit/>
          </a:bodyPr>
          <a:lstStyle>
            <a:lvl1pPr marL="228600" indent="-228600" algn="ctr">
              <a:buNone/>
              <a:defRPr lang="en-US" sz="1800" b="0" i="0">
                <a:solidFill>
                  <a:schemeClr val="tx1"/>
                </a:solidFill>
                <a:latin typeface="+mn-lt"/>
              </a:defRPr>
            </a:lvl1pPr>
          </a:lstStyle>
          <a:p>
            <a:pPr marL="228600" lvl="0" indent="-228600" algn="ctr"/>
            <a:r>
              <a:rPr lang="en-US"/>
              <a:t>Click icon to add picture</a:t>
            </a:r>
          </a:p>
        </p:txBody>
      </p:sp>
      <p:sp>
        <p:nvSpPr>
          <p:cNvPr id="10" name="Freeform: Shape 9">
            <a:extLst>
              <a:ext uri="{FF2B5EF4-FFF2-40B4-BE49-F238E27FC236}">
                <a16:creationId xmlns:a16="http://schemas.microsoft.com/office/drawing/2014/main" id="{52A3F807-DEFB-6026-D7BD-82284EB7FB76}"/>
              </a:ext>
            </a:extLst>
          </p:cNvPr>
          <p:cNvSpPr/>
          <p:nvPr/>
        </p:nvSpPr>
        <p:spPr>
          <a:xfrm>
            <a:off x="627162" y="1582894"/>
            <a:ext cx="829497" cy="724371"/>
          </a:xfrm>
          <a:custGeom>
            <a:avLst/>
            <a:gdLst>
              <a:gd name="connsiteX0" fmla="*/ 393237 w 674431"/>
              <a:gd name="connsiteY0" fmla="*/ 0 h 587906"/>
              <a:gd name="connsiteX1" fmla="*/ 616089 w 674431"/>
              <a:gd name="connsiteY1" fmla="*/ 0 h 587906"/>
              <a:gd name="connsiteX2" fmla="*/ 616151 w 674431"/>
              <a:gd name="connsiteY2" fmla="*/ 0 h 587906"/>
              <a:gd name="connsiteX3" fmla="*/ 674431 w 674431"/>
              <a:gd name="connsiteY3" fmla="*/ 58280 h 587906"/>
              <a:gd name="connsiteX4" fmla="*/ 674431 w 674431"/>
              <a:gd name="connsiteY4" fmla="*/ 221738 h 587906"/>
              <a:gd name="connsiteX5" fmla="*/ 597219 w 674431"/>
              <a:gd name="connsiteY5" fmla="*/ 471750 h 587906"/>
              <a:gd name="connsiteX6" fmla="*/ 393361 w 674431"/>
              <a:gd name="connsiteY6" fmla="*/ 587630 h 587906"/>
              <a:gd name="connsiteX7" fmla="*/ 380245 w 674431"/>
              <a:gd name="connsiteY7" fmla="*/ 577174 h 587906"/>
              <a:gd name="connsiteX8" fmla="*/ 380245 w 674431"/>
              <a:gd name="connsiteY8" fmla="*/ 489011 h 587906"/>
              <a:gd name="connsiteX9" fmla="*/ 387484 w 674431"/>
              <a:gd name="connsiteY9" fmla="*/ 478865 h 587906"/>
              <a:gd name="connsiteX10" fmla="*/ 523100 w 674431"/>
              <a:gd name="connsiteY10" fmla="*/ 363541 h 587906"/>
              <a:gd name="connsiteX11" fmla="*/ 540423 w 674431"/>
              <a:gd name="connsiteY11" fmla="*/ 283112 h 587906"/>
              <a:gd name="connsiteX12" fmla="*/ 533308 w 674431"/>
              <a:gd name="connsiteY12" fmla="*/ 276306 h 587906"/>
              <a:gd name="connsiteX13" fmla="*/ 393361 w 674431"/>
              <a:gd name="connsiteY13" fmla="*/ 276306 h 587906"/>
              <a:gd name="connsiteX14" fmla="*/ 374986 w 674431"/>
              <a:gd name="connsiteY14" fmla="*/ 257931 h 587906"/>
              <a:gd name="connsiteX15" fmla="*/ 374986 w 674431"/>
              <a:gd name="connsiteY15" fmla="*/ 18251 h 587906"/>
              <a:gd name="connsiteX16" fmla="*/ 393237 w 674431"/>
              <a:gd name="connsiteY16" fmla="*/ 0 h 587906"/>
              <a:gd name="connsiteX17" fmla="*/ 58466 w 674431"/>
              <a:gd name="connsiteY17" fmla="*/ 0 h 587906"/>
              <a:gd name="connsiteX18" fmla="*/ 281070 w 674431"/>
              <a:gd name="connsiteY18" fmla="*/ 0 h 587906"/>
              <a:gd name="connsiteX19" fmla="*/ 299445 w 674431"/>
              <a:gd name="connsiteY19" fmla="*/ 18375 h 587906"/>
              <a:gd name="connsiteX20" fmla="*/ 299445 w 674431"/>
              <a:gd name="connsiteY20" fmla="*/ 221738 h 587906"/>
              <a:gd name="connsiteX21" fmla="*/ 222233 w 674431"/>
              <a:gd name="connsiteY21" fmla="*/ 471750 h 587906"/>
              <a:gd name="connsiteX22" fmla="*/ 18375 w 674431"/>
              <a:gd name="connsiteY22" fmla="*/ 587630 h 587906"/>
              <a:gd name="connsiteX23" fmla="*/ 5259 w 674431"/>
              <a:gd name="connsiteY23" fmla="*/ 577174 h 587906"/>
              <a:gd name="connsiteX24" fmla="*/ 5259 w 674431"/>
              <a:gd name="connsiteY24" fmla="*/ 489011 h 587906"/>
              <a:gd name="connsiteX25" fmla="*/ 12497 w 674431"/>
              <a:gd name="connsiteY25" fmla="*/ 478865 h 587906"/>
              <a:gd name="connsiteX26" fmla="*/ 148114 w 674431"/>
              <a:gd name="connsiteY26" fmla="*/ 363541 h 587906"/>
              <a:gd name="connsiteX27" fmla="*/ 165437 w 674431"/>
              <a:gd name="connsiteY27" fmla="*/ 283112 h 587906"/>
              <a:gd name="connsiteX28" fmla="*/ 158322 w 674431"/>
              <a:gd name="connsiteY28" fmla="*/ 276306 h 587906"/>
              <a:gd name="connsiteX29" fmla="*/ 18375 w 674431"/>
              <a:gd name="connsiteY29" fmla="*/ 276306 h 587906"/>
              <a:gd name="connsiteX30" fmla="*/ 0 w 674431"/>
              <a:gd name="connsiteY30" fmla="*/ 257931 h 587906"/>
              <a:gd name="connsiteX31" fmla="*/ 0 w 674431"/>
              <a:gd name="connsiteY31" fmla="*/ 58466 h 587906"/>
              <a:gd name="connsiteX32" fmla="*/ 58466 w 674431"/>
              <a:gd name="connsiteY32" fmla="*/ 0 h 587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674431" h="587906">
                <a:moveTo>
                  <a:pt x="393237" y="0"/>
                </a:moveTo>
                <a:lnTo>
                  <a:pt x="616089" y="0"/>
                </a:lnTo>
                <a:lnTo>
                  <a:pt x="616151" y="0"/>
                </a:lnTo>
                <a:cubicBezTo>
                  <a:pt x="648322" y="0"/>
                  <a:pt x="674431" y="26109"/>
                  <a:pt x="674431" y="58280"/>
                </a:cubicBezTo>
                <a:lnTo>
                  <a:pt x="674431" y="221738"/>
                </a:lnTo>
                <a:cubicBezTo>
                  <a:pt x="674431" y="328152"/>
                  <a:pt x="648694" y="411490"/>
                  <a:pt x="597219" y="471750"/>
                </a:cubicBezTo>
                <a:cubicBezTo>
                  <a:pt x="548157" y="529102"/>
                  <a:pt x="480225" y="567770"/>
                  <a:pt x="393361" y="587630"/>
                </a:cubicBezTo>
                <a:cubicBezTo>
                  <a:pt x="386679" y="589177"/>
                  <a:pt x="380245" y="584042"/>
                  <a:pt x="380245" y="577174"/>
                </a:cubicBezTo>
                <a:lnTo>
                  <a:pt x="380245" y="489011"/>
                </a:lnTo>
                <a:cubicBezTo>
                  <a:pt x="380245" y="484433"/>
                  <a:pt x="383153" y="480288"/>
                  <a:pt x="387484" y="478865"/>
                </a:cubicBezTo>
                <a:cubicBezTo>
                  <a:pt x="454240" y="456778"/>
                  <a:pt x="499466" y="418295"/>
                  <a:pt x="523100" y="363541"/>
                </a:cubicBezTo>
                <a:cubicBezTo>
                  <a:pt x="535969" y="335824"/>
                  <a:pt x="541784" y="309035"/>
                  <a:pt x="540423" y="283112"/>
                </a:cubicBezTo>
                <a:cubicBezTo>
                  <a:pt x="540238" y="279276"/>
                  <a:pt x="537082" y="276306"/>
                  <a:pt x="533308" y="276306"/>
                </a:cubicBezTo>
                <a:lnTo>
                  <a:pt x="393361" y="276306"/>
                </a:lnTo>
                <a:cubicBezTo>
                  <a:pt x="383215" y="276306"/>
                  <a:pt x="374986" y="268078"/>
                  <a:pt x="374986" y="257931"/>
                </a:cubicBezTo>
                <a:lnTo>
                  <a:pt x="374986" y="18251"/>
                </a:lnTo>
                <a:cubicBezTo>
                  <a:pt x="374986" y="8167"/>
                  <a:pt x="383153" y="0"/>
                  <a:pt x="393237" y="0"/>
                </a:cubicBezTo>
                <a:close/>
                <a:moveTo>
                  <a:pt x="58466" y="0"/>
                </a:moveTo>
                <a:lnTo>
                  <a:pt x="281070" y="0"/>
                </a:lnTo>
                <a:cubicBezTo>
                  <a:pt x="291216" y="0"/>
                  <a:pt x="299445" y="8229"/>
                  <a:pt x="299445" y="18375"/>
                </a:cubicBezTo>
                <a:lnTo>
                  <a:pt x="299445" y="221738"/>
                </a:lnTo>
                <a:cubicBezTo>
                  <a:pt x="299445" y="328152"/>
                  <a:pt x="273708" y="411490"/>
                  <a:pt x="222233" y="471750"/>
                </a:cubicBezTo>
                <a:cubicBezTo>
                  <a:pt x="173171" y="529102"/>
                  <a:pt x="105239" y="567770"/>
                  <a:pt x="18375" y="587630"/>
                </a:cubicBezTo>
                <a:cubicBezTo>
                  <a:pt x="11631" y="589177"/>
                  <a:pt x="5259" y="584042"/>
                  <a:pt x="5259" y="577174"/>
                </a:cubicBezTo>
                <a:lnTo>
                  <a:pt x="5259" y="489011"/>
                </a:lnTo>
                <a:cubicBezTo>
                  <a:pt x="5259" y="484433"/>
                  <a:pt x="8167" y="480288"/>
                  <a:pt x="12497" y="478865"/>
                </a:cubicBezTo>
                <a:cubicBezTo>
                  <a:pt x="79254" y="456778"/>
                  <a:pt x="124480" y="418295"/>
                  <a:pt x="148114" y="363541"/>
                </a:cubicBezTo>
                <a:cubicBezTo>
                  <a:pt x="160983" y="335824"/>
                  <a:pt x="166798" y="309035"/>
                  <a:pt x="165437" y="283112"/>
                </a:cubicBezTo>
                <a:cubicBezTo>
                  <a:pt x="165252" y="279276"/>
                  <a:pt x="162096" y="276306"/>
                  <a:pt x="158322" y="276306"/>
                </a:cubicBezTo>
                <a:lnTo>
                  <a:pt x="18375" y="276306"/>
                </a:lnTo>
                <a:cubicBezTo>
                  <a:pt x="8229" y="276306"/>
                  <a:pt x="0" y="268078"/>
                  <a:pt x="0" y="257931"/>
                </a:cubicBezTo>
                <a:lnTo>
                  <a:pt x="0" y="58466"/>
                </a:lnTo>
                <a:cubicBezTo>
                  <a:pt x="0" y="26171"/>
                  <a:pt x="26171" y="0"/>
                  <a:pt x="58466" y="0"/>
                </a:cubicBezTo>
                <a:close/>
              </a:path>
            </a:pathLst>
          </a:custGeom>
          <a:noFill/>
          <a:ln w="19050" cap="flat">
            <a:solidFill>
              <a:schemeClr val="accent3"/>
            </a:solidFill>
            <a:prstDash val="solid"/>
            <a:miter/>
          </a:ln>
        </p:spPr>
        <p:txBody>
          <a:bodyPr rtlCol="0" anchor="ctr"/>
          <a:lstStyle/>
          <a:p>
            <a:endParaRPr lang="en-US" b="0" i="0">
              <a:latin typeface="Segoe UI" panose="020B0502040204020203" pitchFamily="34" charset="0"/>
            </a:endParaRPr>
          </a:p>
        </p:txBody>
      </p:sp>
      <p:sp>
        <p:nvSpPr>
          <p:cNvPr id="11" name="Text Placeholder 4">
            <a:extLst>
              <a:ext uri="{FF2B5EF4-FFF2-40B4-BE49-F238E27FC236}">
                <a16:creationId xmlns:a16="http://schemas.microsoft.com/office/drawing/2014/main" id="{6B8F6EDE-3287-C98A-2287-E97E9546E9E1}"/>
              </a:ext>
            </a:extLst>
          </p:cNvPr>
          <p:cNvSpPr>
            <a:spLocks noGrp="1"/>
          </p:cNvSpPr>
          <p:nvPr>
            <p:ph type="body" sz="quarter" idx="12" hasCustomPrompt="1"/>
          </p:nvPr>
        </p:nvSpPr>
        <p:spPr>
          <a:xfrm>
            <a:off x="627162" y="5296372"/>
            <a:ext cx="2706480" cy="246221"/>
          </a:xfrm>
          <a:noFill/>
        </p:spPr>
        <p:txBody>
          <a:bodyPr wrap="square" lIns="0" tIns="0" rIns="0" bIns="0">
            <a:spAutoFit/>
          </a:bodyPr>
          <a:lstStyle>
            <a:lvl1pPr marL="0" indent="0">
              <a:spcBef>
                <a:spcPts val="0"/>
              </a:spcBef>
              <a:buNone/>
              <a:defRPr sz="1600" b="0" i="0" spc="0" baseline="0">
                <a:solidFill>
                  <a:schemeClr val="tx1"/>
                </a:solidFill>
                <a:latin typeface="+mn-lt"/>
                <a:cs typeface="Segoe UI" panose="020B0502040204020203" pitchFamily="34" charset="0"/>
              </a:defRPr>
            </a:lvl1pPr>
          </a:lstStyle>
          <a:p>
            <a:pPr lvl="0"/>
            <a:r>
              <a:rPr lang="en-US"/>
              <a:t>Quote author</a:t>
            </a:r>
          </a:p>
        </p:txBody>
      </p:sp>
      <p:sp>
        <p:nvSpPr>
          <p:cNvPr id="12" name="Text Placeholder 8">
            <a:extLst>
              <a:ext uri="{FF2B5EF4-FFF2-40B4-BE49-F238E27FC236}">
                <a16:creationId xmlns:a16="http://schemas.microsoft.com/office/drawing/2014/main" id="{0D2446EE-1B44-9522-17E3-B1D17638082A}"/>
              </a:ext>
            </a:extLst>
          </p:cNvPr>
          <p:cNvSpPr>
            <a:spLocks noGrp="1"/>
          </p:cNvSpPr>
          <p:nvPr>
            <p:ph type="body" sz="quarter" idx="18"/>
          </p:nvPr>
        </p:nvSpPr>
        <p:spPr>
          <a:xfrm>
            <a:off x="627162" y="2735352"/>
            <a:ext cx="4705350" cy="430887"/>
          </a:xfrm>
        </p:spPr>
        <p:txBody>
          <a:bodyPr/>
          <a:lstStyle>
            <a:lvl1pPr marL="0" indent="0">
              <a:buNone/>
              <a:defRPr/>
            </a:lvl1pPr>
            <a:lvl2pPr>
              <a:buNone/>
              <a:defRPr/>
            </a:lvl2pPr>
            <a:lvl3pPr>
              <a:buNone/>
              <a:defRPr/>
            </a:lvl3pPr>
            <a:lvl4pPr>
              <a:buNone/>
              <a:defRPr/>
            </a:lvl4pPr>
            <a:lvl5pPr>
              <a:buNone/>
              <a:defRPr/>
            </a:lvl5pPr>
          </a:lstStyle>
          <a:p>
            <a:pPr lvl="0"/>
            <a:r>
              <a:rPr lang="en-US"/>
              <a:t>Click to edit Master text styles</a:t>
            </a:r>
          </a:p>
        </p:txBody>
      </p:sp>
    </p:spTree>
    <p:extLst>
      <p:ext uri="{BB962C8B-B14F-4D97-AF65-F5344CB8AC3E}">
        <p14:creationId xmlns:p14="http://schemas.microsoft.com/office/powerpoint/2010/main" val="1740735056"/>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Screenshot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3E7235-22DD-1125-FF85-028A2E641445}"/>
              </a:ext>
            </a:extLst>
          </p:cNvPr>
          <p:cNvSpPr>
            <a:spLocks noGrp="1"/>
          </p:cNvSpPr>
          <p:nvPr>
            <p:ph type="title"/>
          </p:nvPr>
        </p:nvSpPr>
        <p:spPr>
          <a:xfrm>
            <a:off x="588263" y="457200"/>
            <a:ext cx="6359434" cy="553998"/>
          </a:xfrm>
        </p:spPr>
        <p:txBody>
          <a:bodyPr/>
          <a:lstStyle>
            <a:lvl1pPr>
              <a:defRPr>
                <a:solidFill>
                  <a:schemeClr val="bg1"/>
                </a:solidFill>
              </a:defRPr>
            </a:lvl1pPr>
          </a:lstStyle>
          <a:p>
            <a:r>
              <a:rPr lang="en-US"/>
              <a:t>Click to edit Master title style</a:t>
            </a:r>
          </a:p>
        </p:txBody>
      </p:sp>
      <p:sp>
        <p:nvSpPr>
          <p:cNvPr id="16" name="Picture Placeholder 15">
            <a:extLst>
              <a:ext uri="{FF2B5EF4-FFF2-40B4-BE49-F238E27FC236}">
                <a16:creationId xmlns:a16="http://schemas.microsoft.com/office/drawing/2014/main" id="{B5068233-F46E-B659-0799-22A45E3DA223}"/>
              </a:ext>
            </a:extLst>
          </p:cNvPr>
          <p:cNvSpPr>
            <a:spLocks noGrp="1"/>
          </p:cNvSpPr>
          <p:nvPr>
            <p:ph type="pic" sz="quarter" idx="10" hasCustomPrompt="1"/>
          </p:nvPr>
        </p:nvSpPr>
        <p:spPr>
          <a:xfrm>
            <a:off x="4704034" y="1435099"/>
            <a:ext cx="7075954" cy="3987505"/>
          </a:xfrm>
          <a:blipFill>
            <a:blip r:embed="rId3"/>
            <a:stretch>
              <a:fillRect/>
            </a:stretch>
          </a:blipFill>
          <a:effectLst>
            <a:outerShdw blurRad="241300" dist="304800" dir="2700000" sx="101000" sy="101000" algn="ctr" rotWithShape="0">
              <a:srgbClr val="000000">
                <a:alpha val="17000"/>
              </a:srgbClr>
            </a:outerShdw>
          </a:effectLst>
        </p:spPr>
        <p:txBody>
          <a:bodyPr lIns="731520" rIns="731520" bIns="1097280" anchor="ctr" anchorCtr="0">
            <a:normAutofit/>
          </a:bodyPr>
          <a:lstStyle>
            <a:lvl1pPr marL="0" indent="0" algn="ctr">
              <a:buFont typeface="Arial" panose="020B0604020202020204" pitchFamily="34" charset="0"/>
              <a:buNone/>
              <a:defRPr sz="1800" b="0">
                <a:solidFill>
                  <a:schemeClr val="bg1"/>
                </a:solidFill>
                <a:latin typeface="+mn-lt"/>
              </a:defRPr>
            </a:lvl1pPr>
          </a:lstStyle>
          <a:p>
            <a:r>
              <a:rPr lang="en-US"/>
              <a:t>Drag &amp; drop your photo here </a:t>
            </a:r>
            <a:br>
              <a:rPr lang="en-US"/>
            </a:br>
            <a:r>
              <a:rPr lang="en-US"/>
              <a:t>or click or tap icon below to insert</a:t>
            </a:r>
          </a:p>
        </p:txBody>
      </p:sp>
      <p:sp>
        <p:nvSpPr>
          <p:cNvPr id="17" name="Content Placeholder 4">
            <a:extLst>
              <a:ext uri="{FF2B5EF4-FFF2-40B4-BE49-F238E27FC236}">
                <a16:creationId xmlns:a16="http://schemas.microsoft.com/office/drawing/2014/main" id="{1020F17E-67BE-FC02-AF7B-709A3923C231}"/>
              </a:ext>
            </a:extLst>
          </p:cNvPr>
          <p:cNvSpPr>
            <a:spLocks noGrp="1"/>
          </p:cNvSpPr>
          <p:nvPr>
            <p:ph sz="quarter" idx="12"/>
          </p:nvPr>
        </p:nvSpPr>
        <p:spPr>
          <a:xfrm>
            <a:off x="584201" y="1435099"/>
            <a:ext cx="3828312" cy="2043636"/>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73978346"/>
      </p:ext>
    </p:extLst>
  </p:cSld>
  <p:clrMapOvr>
    <a:masterClrMapping/>
  </p:clrMapOvr>
  <p:transition>
    <p:fade/>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Screenshot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3E7235-22DD-1125-FF85-028A2E641445}"/>
              </a:ext>
            </a:extLst>
          </p:cNvPr>
          <p:cNvSpPr>
            <a:spLocks noGrp="1"/>
          </p:cNvSpPr>
          <p:nvPr>
            <p:ph type="title"/>
          </p:nvPr>
        </p:nvSpPr>
        <p:spPr>
          <a:xfrm>
            <a:off x="588263" y="2896801"/>
            <a:ext cx="3590037" cy="1661993"/>
          </a:xfrm>
        </p:spPr>
        <p:txBody>
          <a:bodyPr/>
          <a:lstStyle>
            <a:lvl1pPr algn="l">
              <a:defRPr>
                <a:solidFill>
                  <a:schemeClr val="tx1"/>
                </a:solidFill>
              </a:defRPr>
            </a:lvl1pPr>
          </a:lstStyle>
          <a:p>
            <a:r>
              <a:rPr lang="en-US"/>
              <a:t>Click to edit Master title style</a:t>
            </a:r>
          </a:p>
        </p:txBody>
      </p:sp>
      <p:sp>
        <p:nvSpPr>
          <p:cNvPr id="16" name="Picture Placeholder 15">
            <a:extLst>
              <a:ext uri="{FF2B5EF4-FFF2-40B4-BE49-F238E27FC236}">
                <a16:creationId xmlns:a16="http://schemas.microsoft.com/office/drawing/2014/main" id="{B5068233-F46E-B659-0799-22A45E3DA223}"/>
              </a:ext>
            </a:extLst>
          </p:cNvPr>
          <p:cNvSpPr>
            <a:spLocks noGrp="1"/>
          </p:cNvSpPr>
          <p:nvPr>
            <p:ph type="pic" sz="quarter" idx="10" hasCustomPrompt="1"/>
          </p:nvPr>
        </p:nvSpPr>
        <p:spPr>
          <a:xfrm>
            <a:off x="4933507" y="831427"/>
            <a:ext cx="5167423" cy="5165335"/>
          </a:xfrm>
          <a:blipFill>
            <a:blip r:embed="rId3"/>
            <a:stretch>
              <a:fillRect/>
            </a:stretch>
          </a:blipFill>
          <a:effectLst>
            <a:outerShdw blurRad="241300" dist="304800" dir="2700000" sx="101000" sy="101000" algn="ctr" rotWithShape="0">
              <a:srgbClr val="000000">
                <a:alpha val="17000"/>
              </a:srgbClr>
            </a:outerShdw>
          </a:effectLst>
        </p:spPr>
        <p:txBody>
          <a:bodyPr lIns="1097280" rIns="1097280" bIns="1097280" anchor="ctr" anchorCtr="0">
            <a:normAutofit/>
          </a:bodyPr>
          <a:lstStyle>
            <a:lvl1pPr marL="0" indent="0" algn="ctr">
              <a:buFont typeface="Arial" panose="020B0604020202020204" pitchFamily="34" charset="0"/>
              <a:buNone/>
              <a:defRPr sz="1400" b="0">
                <a:solidFill>
                  <a:schemeClr val="bg1"/>
                </a:solidFill>
              </a:defRPr>
            </a:lvl1pPr>
          </a:lstStyle>
          <a:p>
            <a:r>
              <a:rPr lang="en-US"/>
              <a:t>Drag &amp; drop your photo here </a:t>
            </a:r>
            <a:br>
              <a:rPr lang="en-US"/>
            </a:br>
            <a:r>
              <a:rPr lang="en-US"/>
              <a:t>or click or tap icon below to insert</a:t>
            </a:r>
          </a:p>
        </p:txBody>
      </p:sp>
    </p:spTree>
    <p:extLst>
      <p:ext uri="{BB962C8B-B14F-4D97-AF65-F5344CB8AC3E}">
        <p14:creationId xmlns:p14="http://schemas.microsoft.com/office/powerpoint/2010/main" val="831227176"/>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Photo Slide 1">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DB0FE6-6EE4-72F6-EE0C-E481F72F7DFB}"/>
              </a:ext>
            </a:extLst>
          </p:cNvPr>
          <p:cNvSpPr>
            <a:spLocks noGrp="1"/>
          </p:cNvSpPr>
          <p:nvPr>
            <p:ph type="title"/>
          </p:nvPr>
        </p:nvSpPr>
        <p:spPr>
          <a:xfrm>
            <a:off x="588263" y="457200"/>
            <a:ext cx="4910837" cy="1107996"/>
          </a:xfrm>
        </p:spPr>
        <p:txBody>
          <a:bodyPr/>
          <a:lstStyle>
            <a:lvl1pPr>
              <a:defRPr>
                <a:solidFill>
                  <a:schemeClr val="tx1"/>
                </a:solidFill>
              </a:defRPr>
            </a:lvl1pPr>
          </a:lstStyle>
          <a:p>
            <a:r>
              <a:rPr lang="en-US"/>
              <a:t>Click to edit Master title style</a:t>
            </a:r>
          </a:p>
        </p:txBody>
      </p:sp>
      <p:sp>
        <p:nvSpPr>
          <p:cNvPr id="5" name="Content Placeholder 4">
            <a:extLst>
              <a:ext uri="{FF2B5EF4-FFF2-40B4-BE49-F238E27FC236}">
                <a16:creationId xmlns:a16="http://schemas.microsoft.com/office/drawing/2014/main" id="{DBEC160D-0F95-E237-7287-43174DA4A3F3}"/>
              </a:ext>
            </a:extLst>
          </p:cNvPr>
          <p:cNvSpPr>
            <a:spLocks noGrp="1"/>
          </p:cNvSpPr>
          <p:nvPr>
            <p:ph sz="quarter" idx="12"/>
          </p:nvPr>
        </p:nvSpPr>
        <p:spPr>
          <a:xfrm>
            <a:off x="584201" y="1816100"/>
            <a:ext cx="4910838" cy="204363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Picture Placeholder 15">
            <a:extLst>
              <a:ext uri="{FF2B5EF4-FFF2-40B4-BE49-F238E27FC236}">
                <a16:creationId xmlns:a16="http://schemas.microsoft.com/office/drawing/2014/main" id="{90C592A4-DBC6-A7A9-63D9-5020A47499F3}"/>
              </a:ext>
            </a:extLst>
          </p:cNvPr>
          <p:cNvSpPr>
            <a:spLocks noGrp="1"/>
          </p:cNvSpPr>
          <p:nvPr>
            <p:ph type="pic" sz="quarter" idx="10" hasCustomPrompt="1"/>
          </p:nvPr>
        </p:nvSpPr>
        <p:spPr>
          <a:xfrm>
            <a:off x="6096000" y="0"/>
            <a:ext cx="6096000" cy="6858000"/>
          </a:xfrm>
          <a:blipFill>
            <a:blip r:embed="rId2"/>
            <a:stretch>
              <a:fillRect/>
            </a:stretch>
          </a:blipFill>
          <a:effectLst/>
        </p:spPr>
        <p:txBody>
          <a:bodyPr lIns="1097280" rIns="1097280" bIns="1097280" anchor="ctr" anchorCtr="0">
            <a:normAutofit/>
          </a:bodyPr>
          <a:lstStyle>
            <a:lvl1pPr marL="0" indent="0" algn="ctr">
              <a:buFont typeface="Arial" panose="020B0604020202020204" pitchFamily="34" charset="0"/>
              <a:buNone/>
              <a:defRPr sz="2000" b="0">
                <a:solidFill>
                  <a:schemeClr val="tx1"/>
                </a:solidFill>
              </a:defRPr>
            </a:lvl1pPr>
          </a:lstStyle>
          <a:p>
            <a:r>
              <a:rPr lang="en-US"/>
              <a:t>Drag &amp; drop your photo here </a:t>
            </a:r>
            <a:br>
              <a:rPr lang="en-US"/>
            </a:br>
            <a:r>
              <a:rPr lang="en-US"/>
              <a:t>or click or tap icon below to insert</a:t>
            </a:r>
          </a:p>
        </p:txBody>
      </p:sp>
    </p:spTree>
    <p:extLst>
      <p:ext uri="{BB962C8B-B14F-4D97-AF65-F5344CB8AC3E}">
        <p14:creationId xmlns:p14="http://schemas.microsoft.com/office/powerpoint/2010/main" val="2002029427"/>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Photo Sl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DB0FE6-6EE4-72F6-EE0C-E481F72F7DFB}"/>
              </a:ext>
            </a:extLst>
          </p:cNvPr>
          <p:cNvSpPr>
            <a:spLocks noGrp="1"/>
          </p:cNvSpPr>
          <p:nvPr>
            <p:ph type="title"/>
          </p:nvPr>
        </p:nvSpPr>
        <p:spPr>
          <a:xfrm>
            <a:off x="588263" y="457200"/>
            <a:ext cx="4910837" cy="1107996"/>
          </a:xfrm>
        </p:spPr>
        <p:txBody>
          <a:bodyPr/>
          <a:lstStyle>
            <a:lvl1pPr>
              <a:defRPr>
                <a:solidFill>
                  <a:srgbClr val="0000B3"/>
                </a:solidFill>
              </a:defRPr>
            </a:lvl1pPr>
          </a:lstStyle>
          <a:p>
            <a:r>
              <a:rPr lang="en-US"/>
              <a:t>Click to edit Master title style</a:t>
            </a:r>
          </a:p>
        </p:txBody>
      </p:sp>
      <p:sp>
        <p:nvSpPr>
          <p:cNvPr id="5" name="Content Placeholder 4">
            <a:extLst>
              <a:ext uri="{FF2B5EF4-FFF2-40B4-BE49-F238E27FC236}">
                <a16:creationId xmlns:a16="http://schemas.microsoft.com/office/drawing/2014/main" id="{DBEC160D-0F95-E237-7287-43174DA4A3F3}"/>
              </a:ext>
            </a:extLst>
          </p:cNvPr>
          <p:cNvSpPr>
            <a:spLocks noGrp="1"/>
          </p:cNvSpPr>
          <p:nvPr>
            <p:ph sz="quarter" idx="12"/>
          </p:nvPr>
        </p:nvSpPr>
        <p:spPr>
          <a:xfrm>
            <a:off x="584201" y="1816100"/>
            <a:ext cx="4910838" cy="2043636"/>
          </a:xfrm>
        </p:spPr>
        <p:txBody>
          <a:bodyPr/>
          <a:lstStyle>
            <a:lvl1pPr>
              <a:defRPr>
                <a:solidFill>
                  <a:srgbClr val="0000B3"/>
                </a:solidFill>
              </a:defRPr>
            </a:lvl1pPr>
            <a:lvl2pPr>
              <a:defRPr>
                <a:solidFill>
                  <a:srgbClr val="0000B3"/>
                </a:solidFill>
              </a:defRPr>
            </a:lvl2pPr>
            <a:lvl3pPr>
              <a:defRPr>
                <a:solidFill>
                  <a:srgbClr val="0000B3"/>
                </a:solidFill>
              </a:defRPr>
            </a:lvl3pPr>
            <a:lvl4pPr>
              <a:defRPr>
                <a:solidFill>
                  <a:srgbClr val="0000B3"/>
                </a:solidFill>
              </a:defRPr>
            </a:lvl4pPr>
            <a:lvl5pPr>
              <a:defRPr>
                <a:solidFill>
                  <a:srgbClr val="0000B3"/>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15">
            <a:extLst>
              <a:ext uri="{FF2B5EF4-FFF2-40B4-BE49-F238E27FC236}">
                <a16:creationId xmlns:a16="http://schemas.microsoft.com/office/drawing/2014/main" id="{830D09FD-2495-FD73-64EA-14E484039EF8}"/>
              </a:ext>
            </a:extLst>
          </p:cNvPr>
          <p:cNvSpPr>
            <a:spLocks noGrp="1"/>
          </p:cNvSpPr>
          <p:nvPr>
            <p:ph type="pic" sz="quarter" idx="10" hasCustomPrompt="1"/>
          </p:nvPr>
        </p:nvSpPr>
        <p:spPr>
          <a:xfrm>
            <a:off x="6096000" y="0"/>
            <a:ext cx="6096000" cy="6858000"/>
          </a:xfrm>
          <a:blipFill>
            <a:blip r:embed="rId2"/>
            <a:stretch>
              <a:fillRect/>
            </a:stretch>
          </a:blipFill>
          <a:effectLst/>
        </p:spPr>
        <p:txBody>
          <a:bodyPr lIns="1097280" rIns="1097280" bIns="1097280" anchor="ctr" anchorCtr="0">
            <a:normAutofit/>
          </a:bodyPr>
          <a:lstStyle>
            <a:lvl1pPr marL="0" indent="0" algn="ctr">
              <a:buFont typeface="Arial" panose="020B0604020202020204" pitchFamily="34" charset="0"/>
              <a:buNone/>
              <a:defRPr sz="2000" b="0">
                <a:solidFill>
                  <a:schemeClr val="bg1"/>
                </a:solidFill>
              </a:defRPr>
            </a:lvl1pPr>
          </a:lstStyle>
          <a:p>
            <a:r>
              <a:rPr lang="en-US"/>
              <a:t>Drag &amp; drop your photo here</a:t>
            </a:r>
            <a:br>
              <a:rPr lang="en-US"/>
            </a:br>
            <a:r>
              <a:rPr lang="en-US"/>
              <a:t>or click or tap icon below to insert</a:t>
            </a:r>
          </a:p>
        </p:txBody>
      </p:sp>
    </p:spTree>
    <p:extLst>
      <p:ext uri="{BB962C8B-B14F-4D97-AF65-F5344CB8AC3E}">
        <p14:creationId xmlns:p14="http://schemas.microsoft.com/office/powerpoint/2010/main" val="127590121"/>
      </p:ext>
    </p:extLst>
  </p:cSld>
  <p:clrMapOvr>
    <a:masterClrMapping/>
  </p:clrMapOvr>
  <p:transition>
    <p:fade/>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hank You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655B182-C5FF-81E8-8156-470DF32495DC}"/>
              </a:ext>
            </a:extLst>
          </p:cNvPr>
          <p:cNvSpPr>
            <a:spLocks noGrp="1"/>
          </p:cNvSpPr>
          <p:nvPr>
            <p:ph type="title" hasCustomPrompt="1"/>
          </p:nvPr>
        </p:nvSpPr>
        <p:spPr>
          <a:xfrm>
            <a:off x="584200" y="2230849"/>
            <a:ext cx="4663440" cy="923330"/>
          </a:xfrm>
          <a:noFill/>
        </p:spPr>
        <p:txBody>
          <a:bodyPr wrap="square" lIns="0" tIns="0" rIns="0" bIns="0" anchor="b" anchorCtr="0">
            <a:spAutoFit/>
          </a:bodyPr>
          <a:lstStyle>
            <a:lvl1pPr>
              <a:defRPr sz="6000" b="0" i="0" spc="-150" baseline="0">
                <a:solidFill>
                  <a:schemeClr val="tx1"/>
                </a:solidFill>
                <a:latin typeface="+mj-lt"/>
                <a:cs typeface="Segoe UI" panose="020B0502040204020203" pitchFamily="34" charset="0"/>
              </a:defRPr>
            </a:lvl1pPr>
          </a:lstStyle>
          <a:p>
            <a:r>
              <a:rPr lang="en-US"/>
              <a:t>Thank you</a:t>
            </a:r>
          </a:p>
        </p:txBody>
      </p:sp>
      <p:sp>
        <p:nvSpPr>
          <p:cNvPr id="4" name="Text Placeholder 4">
            <a:extLst>
              <a:ext uri="{FF2B5EF4-FFF2-40B4-BE49-F238E27FC236}">
                <a16:creationId xmlns:a16="http://schemas.microsoft.com/office/drawing/2014/main" id="{BC71D650-3B87-D82E-F786-ADD5DDCE4C70}"/>
              </a:ext>
            </a:extLst>
          </p:cNvPr>
          <p:cNvSpPr>
            <a:spLocks noGrp="1"/>
          </p:cNvSpPr>
          <p:nvPr>
            <p:ph type="body" sz="quarter" idx="12" hasCustomPrompt="1"/>
          </p:nvPr>
        </p:nvSpPr>
        <p:spPr>
          <a:xfrm>
            <a:off x="584199" y="4634804"/>
            <a:ext cx="3898901" cy="246221"/>
          </a:xfrm>
          <a:noFill/>
        </p:spPr>
        <p:txBody>
          <a:bodyPr wrap="square" lIns="0" tIns="0" rIns="0" bIns="0" anchor="b" anchorCtr="0">
            <a:spAutoFit/>
          </a:bodyPr>
          <a:lstStyle>
            <a:lvl1pPr marL="0" indent="0">
              <a:spcBef>
                <a:spcPts val="0"/>
              </a:spcBef>
              <a:buNone/>
              <a:defRPr sz="1600" b="0" i="0" spc="0" baseline="0">
                <a:solidFill>
                  <a:schemeClr val="tx1"/>
                </a:solidFill>
                <a:latin typeface="+mn-lt"/>
                <a:cs typeface="Segoe UI" panose="020B0502040204020203" pitchFamily="34" charset="0"/>
              </a:defRPr>
            </a:lvl1pPr>
          </a:lstStyle>
          <a:p>
            <a:pPr lvl="0"/>
            <a:r>
              <a:rPr lang="en-US"/>
              <a:t>Speaker name</a:t>
            </a:r>
          </a:p>
        </p:txBody>
      </p:sp>
      <p:sp>
        <p:nvSpPr>
          <p:cNvPr id="5" name="Text Placeholder 4">
            <a:extLst>
              <a:ext uri="{FF2B5EF4-FFF2-40B4-BE49-F238E27FC236}">
                <a16:creationId xmlns:a16="http://schemas.microsoft.com/office/drawing/2014/main" id="{735A3663-712F-A49D-172F-24B861511350}"/>
              </a:ext>
            </a:extLst>
          </p:cNvPr>
          <p:cNvSpPr>
            <a:spLocks noGrp="1"/>
          </p:cNvSpPr>
          <p:nvPr>
            <p:ph type="body" sz="quarter" idx="13" hasCustomPrompt="1"/>
          </p:nvPr>
        </p:nvSpPr>
        <p:spPr>
          <a:xfrm>
            <a:off x="584199" y="4893480"/>
            <a:ext cx="3898901" cy="184666"/>
          </a:xfrm>
          <a:noFill/>
        </p:spPr>
        <p:txBody>
          <a:bodyPr wrap="square" lIns="0" tIns="0" rIns="0" bIns="0">
            <a:spAutoFit/>
          </a:bodyPr>
          <a:lstStyle>
            <a:lvl1pPr marL="0" indent="0">
              <a:spcBef>
                <a:spcPts val="0"/>
              </a:spcBef>
              <a:buNone/>
              <a:defRPr sz="1200" b="0" i="0" spc="0" baseline="0">
                <a:solidFill>
                  <a:schemeClr val="tx1"/>
                </a:solidFill>
                <a:latin typeface="+mn-lt"/>
                <a:cs typeface="Segoe UI" panose="020B0502040204020203" pitchFamily="34" charset="0"/>
              </a:defRPr>
            </a:lvl1pPr>
          </a:lstStyle>
          <a:p>
            <a:pPr lvl="0"/>
            <a:r>
              <a:rPr lang="en-US"/>
              <a:t>Contact information</a:t>
            </a:r>
          </a:p>
        </p:txBody>
      </p:sp>
      <p:pic>
        <p:nvPicPr>
          <p:cNvPr id="2" name="Picture 1" descr="Microsoft Azure logo">
            <a:extLst>
              <a:ext uri="{FF2B5EF4-FFF2-40B4-BE49-F238E27FC236}">
                <a16:creationId xmlns:a16="http://schemas.microsoft.com/office/drawing/2014/main" id="{D42E5B19-2052-7046-4D8E-C679D9A69F96}"/>
              </a:ext>
            </a:extLst>
          </p:cNvPr>
          <p:cNvPicPr>
            <a:picLocks noChangeAspect="1"/>
          </p:cNvPicPr>
          <p:nvPr userDrawn="1"/>
        </p:nvPicPr>
        <p:blipFill>
          <a:blip r:embed="rId3"/>
          <a:srcRect/>
          <a:stretch/>
        </p:blipFill>
        <p:spPr>
          <a:xfrm>
            <a:off x="294224" y="296181"/>
            <a:ext cx="2623903" cy="867877"/>
          </a:xfrm>
          <a:prstGeom prst="rect">
            <a:avLst/>
          </a:prstGeom>
        </p:spPr>
      </p:pic>
    </p:spTree>
    <p:extLst>
      <p:ext uri="{BB962C8B-B14F-4D97-AF65-F5344CB8AC3E}">
        <p14:creationId xmlns:p14="http://schemas.microsoft.com/office/powerpoint/2010/main" val="2214744208"/>
      </p:ext>
    </p:extLst>
  </p:cSld>
  <p:clrMapOvr>
    <a:masterClrMapping/>
  </p:clrMapOvr>
  <p:transition>
    <p:fade/>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hank You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655B182-C5FF-81E8-8156-470DF32495DC}"/>
              </a:ext>
            </a:extLst>
          </p:cNvPr>
          <p:cNvSpPr>
            <a:spLocks noGrp="1"/>
          </p:cNvSpPr>
          <p:nvPr>
            <p:ph type="title" hasCustomPrompt="1"/>
          </p:nvPr>
        </p:nvSpPr>
        <p:spPr>
          <a:xfrm>
            <a:off x="584200" y="2230838"/>
            <a:ext cx="4663440" cy="923330"/>
          </a:xfrm>
          <a:noFill/>
        </p:spPr>
        <p:txBody>
          <a:bodyPr wrap="square" lIns="0" tIns="0" rIns="0" bIns="0" anchor="b" anchorCtr="0">
            <a:spAutoFit/>
          </a:bodyPr>
          <a:lstStyle>
            <a:lvl1pPr>
              <a:defRPr lang="en-US" sz="6000" b="0" i="0" kern="1200" cap="none" spc="-150" baseline="0" dirty="0">
                <a:ln w="3175">
                  <a:noFill/>
                </a:ln>
                <a:solidFill>
                  <a:schemeClr val="bg1"/>
                </a:solidFill>
                <a:effectLst/>
                <a:latin typeface="+mj-lt"/>
                <a:ea typeface="+mn-ea"/>
                <a:cs typeface="Segoe UI" panose="020B0502040204020203" pitchFamily="34" charset="0"/>
              </a:defRPr>
            </a:lvl1pPr>
          </a:lstStyle>
          <a:p>
            <a:r>
              <a:rPr lang="en-US"/>
              <a:t>Thank you</a:t>
            </a:r>
          </a:p>
        </p:txBody>
      </p:sp>
      <p:sp>
        <p:nvSpPr>
          <p:cNvPr id="4" name="Text Placeholder 4">
            <a:extLst>
              <a:ext uri="{FF2B5EF4-FFF2-40B4-BE49-F238E27FC236}">
                <a16:creationId xmlns:a16="http://schemas.microsoft.com/office/drawing/2014/main" id="{BC71D650-3B87-D82E-F786-ADD5DDCE4C70}"/>
              </a:ext>
            </a:extLst>
          </p:cNvPr>
          <p:cNvSpPr>
            <a:spLocks noGrp="1"/>
          </p:cNvSpPr>
          <p:nvPr>
            <p:ph type="body" sz="quarter" idx="12" hasCustomPrompt="1"/>
          </p:nvPr>
        </p:nvSpPr>
        <p:spPr>
          <a:xfrm>
            <a:off x="584199" y="4634804"/>
            <a:ext cx="3898901" cy="246221"/>
          </a:xfrm>
          <a:noFill/>
        </p:spPr>
        <p:txBody>
          <a:bodyPr wrap="square" lIns="0" tIns="0" rIns="0" bIns="0" anchor="b" anchorCtr="0">
            <a:spAutoFit/>
          </a:bodyPr>
          <a:lstStyle>
            <a:lvl1pPr marL="0" indent="0">
              <a:spcBef>
                <a:spcPts val="0"/>
              </a:spcBef>
              <a:buNone/>
              <a:defRPr sz="1600" b="0" i="0" spc="0" baseline="0">
                <a:solidFill>
                  <a:schemeClr val="bg1"/>
                </a:solidFill>
                <a:latin typeface="+mn-lt"/>
                <a:cs typeface="Segoe UI" panose="020B0502040204020203" pitchFamily="34" charset="0"/>
              </a:defRPr>
            </a:lvl1pPr>
          </a:lstStyle>
          <a:p>
            <a:pPr lvl="0"/>
            <a:r>
              <a:rPr lang="en-US"/>
              <a:t>Speaker name</a:t>
            </a:r>
          </a:p>
        </p:txBody>
      </p:sp>
      <p:sp>
        <p:nvSpPr>
          <p:cNvPr id="5" name="Text Placeholder 4">
            <a:extLst>
              <a:ext uri="{FF2B5EF4-FFF2-40B4-BE49-F238E27FC236}">
                <a16:creationId xmlns:a16="http://schemas.microsoft.com/office/drawing/2014/main" id="{735A3663-712F-A49D-172F-24B861511350}"/>
              </a:ext>
            </a:extLst>
          </p:cNvPr>
          <p:cNvSpPr>
            <a:spLocks noGrp="1"/>
          </p:cNvSpPr>
          <p:nvPr>
            <p:ph type="body" sz="quarter" idx="13" hasCustomPrompt="1"/>
          </p:nvPr>
        </p:nvSpPr>
        <p:spPr>
          <a:xfrm>
            <a:off x="584199" y="4893480"/>
            <a:ext cx="3898901" cy="184666"/>
          </a:xfrm>
          <a:noFill/>
        </p:spPr>
        <p:txBody>
          <a:bodyPr wrap="square" lIns="0" tIns="0" rIns="0" bIns="0">
            <a:spAutoFit/>
          </a:bodyPr>
          <a:lstStyle>
            <a:lvl1pPr marL="0" indent="0">
              <a:spcBef>
                <a:spcPts val="0"/>
              </a:spcBef>
              <a:buNone/>
              <a:defRPr sz="1200" b="0" i="0" spc="0" baseline="0">
                <a:solidFill>
                  <a:schemeClr val="bg1"/>
                </a:solidFill>
                <a:latin typeface="+mn-lt"/>
                <a:cs typeface="Segoe UI" panose="020B0502040204020203" pitchFamily="34" charset="0"/>
              </a:defRPr>
            </a:lvl1pPr>
          </a:lstStyle>
          <a:p>
            <a:pPr lvl="0"/>
            <a:r>
              <a:rPr lang="en-US"/>
              <a:t>Contact information</a:t>
            </a:r>
          </a:p>
        </p:txBody>
      </p:sp>
      <p:pic>
        <p:nvPicPr>
          <p:cNvPr id="2" name="Picture 1" descr="Microsoft Azure logo">
            <a:extLst>
              <a:ext uri="{FF2B5EF4-FFF2-40B4-BE49-F238E27FC236}">
                <a16:creationId xmlns:a16="http://schemas.microsoft.com/office/drawing/2014/main" id="{247BD802-3C21-6E62-9CF4-4BE1913FDD1A}"/>
              </a:ext>
            </a:extLst>
          </p:cNvPr>
          <p:cNvPicPr>
            <a:picLocks noChangeAspect="1"/>
          </p:cNvPicPr>
          <p:nvPr userDrawn="1"/>
        </p:nvPicPr>
        <p:blipFill>
          <a:blip r:embed="rId3"/>
          <a:srcRect/>
          <a:stretch/>
        </p:blipFill>
        <p:spPr>
          <a:xfrm>
            <a:off x="294223" y="296181"/>
            <a:ext cx="2623905" cy="867877"/>
          </a:xfrm>
          <a:prstGeom prst="rect">
            <a:avLst/>
          </a:prstGeom>
        </p:spPr>
      </p:pic>
    </p:spTree>
    <p:extLst>
      <p:ext uri="{BB962C8B-B14F-4D97-AF65-F5344CB8AC3E}">
        <p14:creationId xmlns:p14="http://schemas.microsoft.com/office/powerpoint/2010/main" val="1813905559"/>
      </p:ext>
    </p:extLst>
  </p:cSld>
  <p:clrMapOvr>
    <a:masterClrMapping/>
  </p:clrMapOvr>
  <p:transition>
    <p:fade/>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 Blank 1">
    <p:spTree>
      <p:nvGrpSpPr>
        <p:cNvPr id="1" name=""/>
        <p:cNvGrpSpPr/>
        <p:nvPr/>
      </p:nvGrpSpPr>
      <p:grpSpPr>
        <a:xfrm>
          <a:off x="0" y="0"/>
          <a:ext cx="0" cy="0"/>
          <a:chOff x="0" y="0"/>
          <a:chExt cx="0" cy="0"/>
        </a:xfrm>
      </p:grpSpPr>
    </p:spTree>
    <p:extLst>
      <p:ext uri="{BB962C8B-B14F-4D97-AF65-F5344CB8AC3E}">
        <p14:creationId xmlns:p14="http://schemas.microsoft.com/office/powerpoint/2010/main" val="8685359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Blank 2">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45260213"/>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Closing Logo">
    <p:bg>
      <p:bgRef idx="1001">
        <a:schemeClr val="bg2"/>
      </p:bgRef>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b="0" i="0">
                <a:solidFill>
                  <a:schemeClr val="tx1"/>
                </a:solidFill>
                <a:latin typeface="+mn-lt"/>
                <a:cs typeface="Segoe Sans Small" pitchFamily="2" charset="0"/>
              </a:rPr>
              <a:t>© Copyright Microsoft Corporation. All rights reserved. </a:t>
            </a:r>
          </a:p>
        </p:txBody>
      </p:sp>
      <p:pic>
        <p:nvPicPr>
          <p:cNvPr id="3" name="Picture 2" descr="Microsoft Azure logo">
            <a:extLst>
              <a:ext uri="{FF2B5EF4-FFF2-40B4-BE49-F238E27FC236}">
                <a16:creationId xmlns:a16="http://schemas.microsoft.com/office/drawing/2014/main" id="{AB70AEE7-2748-CC99-65A6-ABB4DD421886}"/>
              </a:ext>
            </a:extLst>
          </p:cNvPr>
          <p:cNvPicPr>
            <a:picLocks noChangeAspect="1"/>
          </p:cNvPicPr>
          <p:nvPr userDrawn="1"/>
        </p:nvPicPr>
        <p:blipFill>
          <a:blip r:embed="rId2"/>
          <a:srcRect/>
          <a:stretch/>
        </p:blipFill>
        <p:spPr>
          <a:xfrm>
            <a:off x="294223" y="296181"/>
            <a:ext cx="2623905" cy="867877"/>
          </a:xfrm>
          <a:prstGeom prst="rect">
            <a:avLst/>
          </a:prstGeom>
        </p:spPr>
      </p:pic>
    </p:spTree>
    <p:extLst>
      <p:ext uri="{BB962C8B-B14F-4D97-AF65-F5344CB8AC3E}">
        <p14:creationId xmlns:p14="http://schemas.microsoft.com/office/powerpoint/2010/main" val="3594519733"/>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Black Notes">
    <p:bg bwMode="gray">
      <p:bgPr>
        <a:solidFill>
          <a:schemeClr val="bg1"/>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i="0">
                <a:solidFill>
                  <a:schemeClr val="tx1"/>
                </a:solidFill>
                <a:latin typeface="+mj-lt"/>
                <a:ea typeface="Segoe UI" panose="020B0502040204020203" pitchFamily="34" charset="0"/>
                <a:cs typeface="Segoe UI" panose="020B0502040204020203"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b="0" i="0">
                <a:latin typeface="+mn-lt"/>
              </a:defRPr>
            </a:lvl1pPr>
            <a:lvl2pPr>
              <a:defRPr sz="2800" b="0" i="0">
                <a:latin typeface="+mn-lt"/>
              </a:defRPr>
            </a:lvl2pPr>
            <a:lvl3pPr>
              <a:defRPr sz="2400" b="0" i="0">
                <a:latin typeface="+mn-lt"/>
              </a:defRPr>
            </a:lvl3pPr>
            <a:lvl4pPr>
              <a:defRPr sz="2000" b="0" i="0">
                <a:latin typeface="+mn-lt"/>
              </a:defRPr>
            </a:lvl4pPr>
            <a:lvl5pPr>
              <a:defRPr sz="1800" b="0" i="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mj-lt"/>
                <a:ea typeface="Segoe UI" panose="020B0502040204020203" pitchFamily="34" charset="0"/>
                <a:cs typeface="Segoe UI" panose="020B0502040204020203" pitchFamily="34" charset="0"/>
              </a:defRPr>
            </a:lvl1pPr>
          </a:lstStyle>
          <a:p>
            <a:pPr lvl="0"/>
            <a:r>
              <a:rPr lang="en-US"/>
              <a:t>Next:</a:t>
            </a:r>
          </a:p>
        </p:txBody>
      </p:sp>
    </p:spTree>
    <p:extLst>
      <p:ext uri="{BB962C8B-B14F-4D97-AF65-F5344CB8AC3E}">
        <p14:creationId xmlns:p14="http://schemas.microsoft.com/office/powerpoint/2010/main" val="4065474139"/>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slideLayout" Target="../slideLayouts/slideLayout51.xml"/><Relationship Id="rId52" Type="http://schemas.openxmlformats.org/officeDocument/2006/relationships/slideLayout" Target="../slideLayouts/slideLayout52.xml"/><Relationship Id="rId53" Type="http://schemas.openxmlformats.org/officeDocument/2006/relationships/slideLayout" Target="../slideLayouts/slideLayout53.xml"/><Relationship Id="rId54" Type="http://schemas.openxmlformats.org/officeDocument/2006/relationships/slideLayout" Target="../slideLayouts/slideLayout54.xml"/><Relationship Id="rId55" Type="http://schemas.openxmlformats.org/officeDocument/2006/relationships/slideLayout" Target="../slideLayouts/slideLayout55.xml"/><Relationship Id="rId56" Type="http://schemas.openxmlformats.org/officeDocument/2006/relationships/slideLayout" Target="../slideLayouts/slideLayout56.xml"/><Relationship Id="rId57" Type="http://schemas.openxmlformats.org/officeDocument/2006/relationships/slideLayout" Target="../slideLayouts/slideLayout57.xml"/><Relationship Id="rId58" Type="http://schemas.openxmlformats.org/officeDocument/2006/relationships/slideLayout" Target="../slideLayouts/slideLayout58.xml"/><Relationship Id="rId59" Type="http://schemas.openxmlformats.org/officeDocument/2006/relationships/slideLayout" Target="../slideLayouts/slideLayout59.xml"/><Relationship Id="rId60" Type="http://schemas.openxmlformats.org/officeDocument/2006/relationships/slideLayout" Target="../slideLayouts/slideLayout60.xml"/><Relationship Id="rId61" Type="http://schemas.openxmlformats.org/officeDocument/2006/relationships/slideLayout" Target="../slideLayouts/slideLayout61.xml"/><Relationship Id="rId62" Type="http://schemas.openxmlformats.org/officeDocument/2006/relationships/slideLayout" Target="../slideLayouts/slideLayout62.xml"/><Relationship Id="rId63" Type="http://schemas.openxmlformats.org/officeDocument/2006/relationships/slideLayout" Target="../slideLayouts/slideLayout63.xml"/><Relationship Id="rId64" Type="http://schemas.openxmlformats.org/officeDocument/2006/relationships/slideLayout" Target="../slideLayouts/slideLayout64.xml"/><Relationship Id="rId65" Type="http://schemas.openxmlformats.org/officeDocument/2006/relationships/slideLayout" Target="../slideLayouts/slideLayout65.xml"/><Relationship Id="rId66" Type="http://schemas.openxmlformats.org/officeDocument/2006/relationships/slideLayout" Target="../slideLayouts/slideLayout66.xml"/><Relationship Id="rId67" Type="http://schemas.openxmlformats.org/officeDocument/2006/relationships/slideLayout" Target="../slideLayouts/slideLayout67.xml"/><Relationship Id="rId68" Type="http://schemas.openxmlformats.org/officeDocument/2006/relationships/slideLayout" Target="../slideLayouts/slideLayout68.xml"/><Relationship Id="rId69" Type="http://schemas.openxmlformats.org/officeDocument/2006/relationships/slideLayout" Target="../slideLayouts/slideLayout69.xml"/><Relationship Id="rId70" Type="http://schemas.openxmlformats.org/officeDocument/2006/relationships/slideLayout" Target="../slideLayouts/slideLayout70.xml"/><Relationship Id="rId71" Type="http://schemas.openxmlformats.org/officeDocument/2006/relationships/slideLayout" Target="../slideLayouts/slideLayout71.xml"/><Relationship Id="rId72" Type="http://schemas.openxmlformats.org/officeDocument/2006/relationships/theme" Target="../theme/theme1.xml"/><Relationship Id="rId73" Type="http://schemas.openxmlformats.org/officeDocument/2006/relationships/image" Target="../media/image1.sv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White">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b="0" i="0">
              <a:gradFill>
                <a:gsLst>
                  <a:gs pos="0">
                    <a:srgbClr val="FFFFFF"/>
                  </a:gs>
                  <a:gs pos="100000">
                    <a:srgbClr val="FFFFFF"/>
                  </a:gs>
                </a:gsLst>
                <a:lin ang="5400000" scaled="0"/>
              </a:gradFill>
              <a:latin typeface="Segoe UI" panose="020B0502040204020203" pitchFamily="34" charset="0"/>
              <a:ea typeface="Segoe UI" pitchFamily="34" charset="0"/>
              <a:cs typeface="Segoe UI" panose="020B0502040204020203"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b="0" i="0">
              <a:gradFill>
                <a:gsLst>
                  <a:gs pos="0">
                    <a:srgbClr val="FFFFFF"/>
                  </a:gs>
                  <a:gs pos="100000">
                    <a:srgbClr val="FFFFFF"/>
                  </a:gs>
                </a:gsLst>
                <a:lin ang="5400000" scaled="0"/>
              </a:gradFill>
              <a:latin typeface="Segoe UI" panose="020B0502040204020203" pitchFamily="34" charset="0"/>
              <a:ea typeface="Segoe UI" pitchFamily="34" charset="0"/>
              <a:cs typeface="Segoe UI" panose="020B0502040204020203" pitchFamily="34" charset="0"/>
            </a:endParaRPr>
          </a:p>
        </p:txBody>
      </p:sp>
      <p:pic>
        <p:nvPicPr>
          <p:cNvPr id="144" name="Graphic 143">
            <a:extLst>
              <a:ext uri="{FF2B5EF4-FFF2-40B4-BE49-F238E27FC236}">
                <a16:creationId xmlns:a16="http://schemas.microsoft.com/office/drawing/2014/main" id="{55FCE7D5-5796-0746-3173-EB75FBE85E45}"/>
              </a:ext>
            </a:extLst>
          </p:cNvPr>
          <p:cNvPicPr>
            <a:picLocks noChangeAspect="1"/>
          </p:cNvPicPr>
          <p:nvPr/>
        </p:nvPicPr>
        <p:blipFill>
          <a:blip>
            <a:extLst>
              <a:ext uri="{96DAC541-7B7A-43D3-8B79-37D633B846F1}">
                <asvg:svgBlip xmlns:asvg="http://schemas.microsoft.com/office/drawing/2016/SVG/main" r:embed="rId73"/>
              </a:ext>
            </a:extLst>
          </a:blip>
          <a:srcRect/>
          <a:stretch/>
        </p:blipFill>
        <p:spPr>
          <a:xfrm rot="5400000">
            <a:off x="9509919" y="2743200"/>
            <a:ext cx="6858000" cy="1371600"/>
          </a:xfrm>
          <a:prstGeom prst="rect">
            <a:avLst/>
          </a:prstGeom>
        </p:spPr>
      </p:pic>
    </p:spTree>
    <p:extLst>
      <p:ext uri="{BB962C8B-B14F-4D97-AF65-F5344CB8AC3E}">
        <p14:creationId xmlns:p14="http://schemas.microsoft.com/office/powerpoint/2010/main" val="3418689686"/>
      </p:ext>
    </p:extLst>
  </p:cSld>
  <p:clrMap bg1="lt1" tx1="dk1" bg2="lt2" tx2="dk2" accent1="accent1" accent2="accent2" accent3="accent3" accent4="accent4" accent5="accent5" accent6="accent6" hlink="hlink" folHlink="folHlink"/>
  <p:sldLayoutIdLst>
    <p:sldLayoutId id="2147485512" r:id="rId1"/>
    <p:sldLayoutId id="2147485502" r:id="rId2"/>
    <p:sldLayoutId id="2147485497" r:id="rId3"/>
    <p:sldLayoutId id="2147485523" r:id="rId4"/>
    <p:sldLayoutId id="2147485524" r:id="rId5"/>
    <p:sldLayoutId id="2147485513" r:id="rId6"/>
    <p:sldLayoutId id="2147485498" r:id="rId7"/>
    <p:sldLayoutId id="2147485514" r:id="rId8"/>
    <p:sldLayoutId id="2147485510" r:id="rId9"/>
    <p:sldLayoutId id="2147485515" r:id="rId10"/>
    <p:sldLayoutId id="2147485451" r:id="rId11"/>
    <p:sldLayoutId id="2147485503" r:id="rId12"/>
    <p:sldLayoutId id="2147485452" r:id="rId13"/>
    <p:sldLayoutId id="2147485453" r:id="rId14"/>
    <p:sldLayoutId id="2147485454" r:id="rId15"/>
    <p:sldLayoutId id="2147485455" r:id="rId16"/>
    <p:sldLayoutId id="2147485456" r:id="rId17"/>
    <p:sldLayoutId id="2147485457" r:id="rId18"/>
    <p:sldLayoutId id="2147485458" r:id="rId19"/>
    <p:sldLayoutId id="2147485459" r:id="rId20"/>
    <p:sldLayoutId id="2147485460" r:id="rId21"/>
    <p:sldLayoutId id="2147485461" r:id="rId22"/>
    <p:sldLayoutId id="2147485462" r:id="rId23"/>
    <p:sldLayoutId id="2147485463" r:id="rId24"/>
    <p:sldLayoutId id="2147485464" r:id="rId25"/>
    <p:sldLayoutId id="2147485465" r:id="rId26"/>
    <p:sldLayoutId id="2147485466" r:id="rId27"/>
    <p:sldLayoutId id="2147485467" r:id="rId28"/>
    <p:sldLayoutId id="2147485468" r:id="rId29"/>
    <p:sldLayoutId id="2147485469" r:id="rId30"/>
    <p:sldLayoutId id="2147485470" r:id="rId31"/>
    <p:sldLayoutId id="2147485471" r:id="rId32"/>
    <p:sldLayoutId id="2147485472" r:id="rId33"/>
    <p:sldLayoutId id="2147485473" r:id="rId34"/>
    <p:sldLayoutId id="2147485474" r:id="rId35"/>
    <p:sldLayoutId id="2147485475" r:id="rId36"/>
    <p:sldLayoutId id="2147485476" r:id="rId37"/>
    <p:sldLayoutId id="2147485477" r:id="rId38"/>
    <p:sldLayoutId id="2147485478" r:id="rId39"/>
    <p:sldLayoutId id="2147485479" r:id="rId40"/>
    <p:sldLayoutId id="2147485480" r:id="rId41"/>
    <p:sldLayoutId id="2147485481" r:id="rId42"/>
    <p:sldLayoutId id="2147485482" r:id="rId43"/>
    <p:sldLayoutId id="2147485483" r:id="rId44"/>
    <p:sldLayoutId id="2147485484" r:id="rId45"/>
    <p:sldLayoutId id="2147485485" r:id="rId46"/>
    <p:sldLayoutId id="2147485486" r:id="rId47"/>
    <p:sldLayoutId id="2147485487" r:id="rId48"/>
    <p:sldLayoutId id="2147485488" r:id="rId49"/>
    <p:sldLayoutId id="2147485518" r:id="rId50"/>
    <p:sldLayoutId id="2147485521" r:id="rId51"/>
    <p:sldLayoutId id="2147485520" r:id="rId52"/>
    <p:sldLayoutId id="2147485499" r:id="rId53"/>
    <p:sldLayoutId id="2147485491" r:id="rId54"/>
    <p:sldLayoutId id="2147485516" r:id="rId55"/>
    <p:sldLayoutId id="2147485525" r:id="rId56"/>
    <p:sldLayoutId id="2147485517" r:id="rId57"/>
    <p:sldLayoutId id="2147485519" r:id="rId58"/>
    <p:sldLayoutId id="2147485511" r:id="rId59"/>
    <p:sldLayoutId id="2147485490" r:id="rId60"/>
    <p:sldLayoutId id="2147485504" r:id="rId61"/>
    <p:sldLayoutId id="2147485505" r:id="rId62"/>
    <p:sldLayoutId id="2147485506" r:id="rId63"/>
    <p:sldLayoutId id="2147485507" r:id="rId64"/>
    <p:sldLayoutId id="2147485508" r:id="rId65"/>
    <p:sldLayoutId id="2147485509" r:id="rId66"/>
    <p:sldLayoutId id="2147485522" r:id="rId67"/>
    <p:sldLayoutId id="2147485493" r:id="rId68"/>
    <p:sldLayoutId id="2147485494" r:id="rId69"/>
    <p:sldLayoutId id="2147485495" r:id="rId70"/>
    <p:sldLayoutId id="2147485496" r:id="rId71"/>
  </p:sldLayoutIdLst>
  <p:transition>
    <p:fade/>
  </p:transition>
  <p:hf sldNum="0" hdr="0" ftr="0" dt="0"/>
  <p:txStyles>
    <p:titleStyle>
      <a:lvl1pPr algn="l" defTabSz="932742" rtl="0" eaLnBrk="1" latinLnBrk="0" hangingPunct="1">
        <a:lnSpc>
          <a:spcPct val="100000"/>
        </a:lnSpc>
        <a:spcBef>
          <a:spcPct val="0"/>
        </a:spcBef>
        <a:buNone/>
        <a:defRPr lang="en-US" sz="3600" b="0" i="0" kern="1200" cap="none" spc="-150" baseline="0" dirty="0" smtClean="0">
          <a:ln w="3175">
            <a:noFill/>
          </a:ln>
          <a:solidFill>
            <a:schemeClr val="tx2"/>
          </a:solidFill>
          <a:effectLst/>
          <a:latin typeface="+mj-lt"/>
          <a:ea typeface="+mn-ea"/>
          <a:cs typeface="Segoe UI" panose="020B0502040204020203"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b="0" i="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b="0" i="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b="0" i="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b="0" i="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b="0" i="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0" userDrawn="1">
          <p15:clr>
            <a:srgbClr val="C35EA4"/>
          </p15:clr>
        </p15:guide>
        <p15:guide id="17" pos="7320" userDrawn="1">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92" userDrawn="1">
          <p15:clr>
            <a:srgbClr val="A4A3A4"/>
          </p15:clr>
        </p15:guide>
        <p15:guide id="29" orient="horz" pos="4135">
          <p15:clr>
            <a:srgbClr val="A4A3A4"/>
          </p15:clr>
        </p15:guide>
        <p15:guide id="30" pos="7488" userDrawn="1">
          <p15:clr>
            <a:srgbClr val="A4A3A4"/>
          </p15:clr>
        </p15:guide>
        <p15:guide id="31" orient="horz" pos="400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3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Agent-ready repositories</a:t>
            </a:r>
          </a:p>
        </p:txBody>
      </p:sp>
      <p:sp>
        <p:nvSpPr>
          <p:cNvPr id="3" name="Text Placeholder 2"/>
          <p:cNvSpPr>
            <a:spLocks noGrp="1"/>
          </p:cNvSpPr>
          <p:nvPr>
            <p:ph type="body" idx="12" sz="quarter"/>
          </p:nvPr>
        </p:nvSpPr>
        <p:spPr/>
        <p:txBody>
          <a:bodyPr wrap="square"/>
          <a:lstStyle/>
          <a:p>
            <a:pPr>
              <a:buNone/>
            </a:pPr>
            <a:r>
              <a:rPr sz="1800"/>
              <a:t>What a coding agent reads, runs, and gets blocked by,</a:t>
            </a:r>
          </a:p>
          <a:p>
            <a:pPr>
              <a:buNone/>
            </a:pPr>
            <a:r>
              <a:rPr sz="1800"/>
              <a:t>and how the issue-to-merge loop closes around 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A falsifiable thesis</a:t>
            </a:r>
          </a:p>
        </p:txBody>
      </p:sp>
      <p:sp>
        <p:nvSpPr>
          <p:cNvPr id="3" name="Text Placeholder 2"/>
          <p:cNvSpPr>
            <a:spLocks noGrp="1"/>
          </p:cNvSpPr>
          <p:nvPr>
            <p:ph type="body" idx="10" sz="quarter"/>
          </p:nvPr>
        </p:nvSpPr>
        <p:spPr/>
        <p:txBody>
          <a:bodyPr wrap="square"/>
          <a:lstStyle/>
          <a:p>
            <a:pPr>
              <a:buNone/>
            </a:pPr>
            <a:r>
              <a:rPr sz="2000"/>
              <a:t>For bounded repository tasks, agent quality depends more on executable feedback than prompt polish.</a:t>
            </a:r>
          </a:p>
          <a:p>
            <a:pPr>
              <a:buNone/>
            </a:pPr>
            <a:r>
              <a:rPr sz="2000"/>
              <a:t>Prediction: stronger tests and faster, deterministic checks raise first-pass acceptance.</a:t>
            </a:r>
          </a:p>
          <a:p>
            <a:pPr>
              <a:buNone/>
            </a:pPr>
            <a:r>
              <a:rPr sz="2000"/>
              <a:t>Falsifier: prompt rewrites outperform feedback improvements across matched tasks and models.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What you can do after this talk</a:t>
            </a:r>
          </a:p>
        </p:txBody>
      </p:sp>
      <p:sp>
        <p:nvSpPr>
          <p:cNvPr id="3" name="Content Placeholder 2"/>
          <p:cNvSpPr>
            <a:spLocks noGrp="1"/>
          </p:cNvSpPr>
          <p:nvPr>
            <p:ph idx="10" sz="quarter"/>
          </p:nvPr>
        </p:nvSpPr>
        <p:spPr/>
        <p:txBody>
          <a:bodyPr wrap="square"/>
          <a:lstStyle/>
          <a:p>
            <a:pPr/>
            <a:r>
              <a:rPr sz="1700"/>
              <a:t>Diagnose whether a repository gives an agent usable feedback.</a:t>
            </a:r>
          </a:p>
          <a:p>
            <a:pPr/>
            <a:r>
              <a:rPr sz="1700"/>
              <a:t>Turn a vague issue into acceptance criteria a machine can check.</a:t>
            </a:r>
          </a:p>
          <a:p>
            <a:pPr/>
            <a:r>
              <a:rPr sz="1700"/>
              <a:t>Review an agent PR in the order its failure modes demand.</a:t>
            </a:r>
          </a:p>
          <a:p>
            <a:pPr/>
            <a:r>
              <a:rPr sz="1700"/>
              <a:t>Keep workflow approval, ownership, and merge authority human.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1800"/>
              <a:t>Part 1: The repo as an execution environment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What the agent actually sees</a:t>
            </a:r>
          </a:p>
        </p:txBody>
      </p:sp>
      <p:sp>
        <p:nvSpPr>
          <p:cNvPr id="3" name="Content Placeholder 2"/>
          <p:cNvSpPr>
            <a:spLocks noGrp="1"/>
          </p:cNvSpPr>
          <p:nvPr>
            <p:ph idx="10" sz="quarter"/>
          </p:nvPr>
        </p:nvSpPr>
        <p:spPr/>
        <p:txBody>
          <a:bodyPr wrap="square"/>
          <a:lstStyle/>
          <a:p>
            <a:pPr/>
            <a:r>
              <a:rPr sz="1700"/>
              <a:t>It does not ingest the whole repo; it retrieves and reads a task-specific subset.</a:t>
            </a:r>
          </a:p>
          <a:p>
            <a:pPr/>
            <a:r>
              <a:rPr sz="1700"/>
              <a:t>GitHub's cloud agent retrieves by semantic code search, not only exact-text tools like grep.</a:t>
            </a:r>
          </a:p>
          <a:p>
            <a:pPr/>
            <a:r>
              <a:rPr sz="1700"/>
              <a:t>Instructions, retrieved files, tool output and edits all consume finite context.</a:t>
            </a:r>
          </a:p>
          <a:p>
            <a:pPr/>
            <a:r>
              <a:rPr sz="1700"/>
              <a:t>Middle-position loss is non-code evidence; transfer to repository context is unproven.</a:t>
            </a:r>
          </a:p>
          <a:p>
            <a:pPr/>
            <a:r>
              <a:rPr sz="1700"/>
              <a:t>LongCodeU found code-task performance dropped beyond 32K tokens across nine models.</a:t>
            </a:r>
          </a:p>
          <a:p>
            <a:pPr/>
            <a:r>
              <a:rPr sz="1700"/>
              <a:t>The agent environment is ephemeral. Hand-installed state from another session is absent.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AGENTS.md: commands, layout, conventions, boundaries</a:t>
            </a:r>
          </a:p>
        </p:txBody>
      </p:sp>
      <p:sp>
        <p:nvSpPr>
          <p:cNvPr id="3" name="Text Placeholder 2"/>
          <p:cNvSpPr>
            <a:spLocks noGrp="1"/>
          </p:cNvSpPr>
          <p:nvPr>
            <p:ph type="body" idx="13" sz="quarter"/>
          </p:nvPr>
        </p:nvSpPr>
        <p:spPr/>
        <p:txBody>
          <a:bodyPr wrap="none"/>
          <a:lstStyle/>
          <a:p>
            <a:pPr>
              <a:buNone/>
            </a:pPr>
            <a:r>
              <a:rPr sz="1300"/>
              <a:t>AGENTS.md</a:t>
            </a:r>
          </a:p>
        </p:txBody>
      </p:sp>
      <p:sp>
        <p:nvSpPr>
          <p:cNvPr id="4" name="Text Placeholder 3"/>
          <p:cNvSpPr>
            <a:spLocks noGrp="1"/>
          </p:cNvSpPr>
          <p:nvPr>
            <p:ph type="body" idx="10" sz="quarter"/>
          </p:nvPr>
        </p:nvSpPr>
        <p:spPr/>
        <p:txBody>
          <a:bodyPr wrap="none"/>
          <a:lstStyle/>
          <a:p>
            <a:pPr>
              <a:lnSpc>
                <a:spcPct val="100000"/>
              </a:lnSpc>
              <a:spcBef>
                <a:spcPts val="0"/>
              </a:spcBef>
              <a:spcAft>
                <a:spcPts val="0"/>
              </a:spcAft>
            </a:pPr>
            <a:r>
              <a:rPr sz="1400">
                <a:solidFill>
                  <a:srgbClr val="800000"/>
                </a:solidFill>
                <a:latin typeface="Consolas"/>
              </a:rPr>
              <a:t># AGENTS.md  --  supply-planning</a:t>
            </a:r>
          </a:p>
          <a:p>
            <a:pPr>
              <a:lnSpc>
                <a:spcPct val="100000"/>
              </a:lnSpc>
              <a:spcBef>
                <a:spcPts val="0"/>
              </a:spcBef>
              <a:spcAft>
                <a:spcPts val="0"/>
              </a:spcAft>
            </a:pPr>
            <a:r>
              <a:rPr sz="1400">
                <a:latin typeface="Consolas"/>
              </a:rPr>
              <a:t> </a:t>
            </a:r>
          </a:p>
          <a:p>
            <a:pPr>
              <a:lnSpc>
                <a:spcPct val="100000"/>
              </a:lnSpc>
              <a:spcBef>
                <a:spcPts val="0"/>
              </a:spcBef>
              <a:spcAft>
                <a:spcPts val="0"/>
              </a:spcAft>
            </a:pPr>
            <a:r>
              <a:rPr sz="1400">
                <a:solidFill>
                  <a:srgbClr val="800000"/>
                </a:solidFill>
                <a:latin typeface="Consolas"/>
              </a:rPr>
              <a:t>## Commands (all run from the repo root)</a:t>
            </a:r>
          </a:p>
          <a:p>
            <a:pPr>
              <a:lnSpc>
                <a:spcPct val="100000"/>
              </a:lnSpc>
              <a:spcBef>
                <a:spcPts val="0"/>
              </a:spcBef>
              <a:spcAft>
                <a:spcPts val="0"/>
              </a:spcAft>
            </a:pPr>
            <a:r>
              <a:rPr sz="1400">
                <a:solidFill>
                  <a:srgbClr val="0000FF"/>
                </a:solidFill>
                <a:latin typeface="Consolas"/>
              </a:rPr>
              <a:t>-</a:t>
            </a:r>
            <a:r>
              <a:rPr sz="1400">
                <a:solidFill>
                  <a:srgbClr val="000000"/>
                </a:solidFill>
                <a:latin typeface="Consolas"/>
              </a:rPr>
              <a:t> </a:t>
            </a:r>
            <a:r>
              <a:rPr sz="1400">
                <a:solidFill>
                  <a:srgbClr val="000000"/>
                </a:solidFill>
                <a:latin typeface="Consolas"/>
              </a:rPr>
              <a:t>Install:</a:t>
            </a:r>
            <a:r>
              <a:rPr sz="1400">
                <a:solidFill>
                  <a:srgbClr val="000000"/>
                </a:solidFill>
                <a:latin typeface="Consolas"/>
              </a:rPr>
              <a:t> </a:t>
            </a:r>
            <a:r>
              <a:rPr sz="1400">
                <a:solidFill>
                  <a:srgbClr val="A31515"/>
                </a:solidFill>
                <a:latin typeface="Consolas"/>
              </a:rPr>
              <a:t>`uv sync --frozen`</a:t>
            </a:r>
            <a:r>
              <a:rPr sz="1400">
                <a:solidFill>
                  <a:srgbClr val="000000"/>
                </a:solidFill>
                <a:latin typeface="Consolas"/>
              </a:rPr>
              <a:t> </a:t>
            </a:r>
            <a:r>
              <a:rPr sz="1400">
                <a:solidFill>
                  <a:srgbClr val="000000"/>
                </a:solidFill>
                <a:latin typeface="Consolas"/>
              </a:rPr>
              <a:t> </a:t>
            </a:r>
            <a:r>
              <a:rPr sz="1400">
                <a:solidFill>
                  <a:srgbClr val="000000"/>
                </a:solidFill>
                <a:latin typeface="Consolas"/>
              </a:rPr>
              <a:t> </a:t>
            </a:r>
            <a:r>
              <a:rPr sz="1400">
                <a:solidFill>
                  <a:srgbClr val="000000"/>
                </a:solidFill>
                <a:latin typeface="Consolas"/>
              </a:rPr>
              <a:t> </a:t>
            </a:r>
            <a:r>
              <a:rPr sz="1400">
                <a:solidFill>
                  <a:srgbClr val="000000"/>
                </a:solidFill>
                <a:latin typeface="Consolas"/>
              </a:rPr>
              <a:t> </a:t>
            </a:r>
            <a:r>
              <a:rPr sz="1400">
                <a:solidFill>
                  <a:srgbClr val="000000"/>
                </a:solidFill>
                <a:latin typeface="Consolas"/>
              </a:rPr>
              <a:t> </a:t>
            </a:r>
            <a:r>
              <a:rPr sz="1400">
                <a:solidFill>
                  <a:srgbClr val="000000"/>
                </a:solidFill>
                <a:latin typeface="Consolas"/>
              </a:rPr>
              <a:t>#</a:t>
            </a:r>
            <a:r>
              <a:rPr sz="1400">
                <a:solidFill>
                  <a:srgbClr val="000000"/>
                </a:solidFill>
                <a:latin typeface="Consolas"/>
              </a:rPr>
              <a:t> </a:t>
            </a:r>
            <a:r>
              <a:rPr sz="1400">
                <a:solidFill>
                  <a:srgbClr val="000000"/>
                </a:solidFill>
                <a:latin typeface="Consolas"/>
              </a:rPr>
              <a:t>Python</a:t>
            </a:r>
            <a:r>
              <a:rPr sz="1400">
                <a:solidFill>
                  <a:srgbClr val="000000"/>
                </a:solidFill>
                <a:latin typeface="Consolas"/>
              </a:rPr>
              <a:t> </a:t>
            </a:r>
            <a:r>
              <a:rPr sz="1400">
                <a:solidFill>
                  <a:srgbClr val="000000"/>
                </a:solidFill>
                <a:latin typeface="Consolas"/>
              </a:rPr>
              <a:t>pinned</a:t>
            </a:r>
            <a:r>
              <a:rPr sz="1400">
                <a:solidFill>
                  <a:srgbClr val="000000"/>
                </a:solidFill>
                <a:latin typeface="Consolas"/>
              </a:rPr>
              <a:t> </a:t>
            </a:r>
            <a:r>
              <a:rPr sz="1400">
                <a:solidFill>
                  <a:srgbClr val="000000"/>
                </a:solidFill>
                <a:latin typeface="Consolas"/>
              </a:rPr>
              <a:t>in</a:t>
            </a:r>
            <a:r>
              <a:rPr sz="1400">
                <a:solidFill>
                  <a:srgbClr val="000000"/>
                </a:solidFill>
                <a:latin typeface="Consolas"/>
              </a:rPr>
              <a:t> </a:t>
            </a:r>
            <a:r>
              <a:rPr sz="1400">
                <a:solidFill>
                  <a:srgbClr val="000000"/>
                </a:solidFill>
                <a:latin typeface="Consolas"/>
              </a:rPr>
              <a:t>.python-version</a:t>
            </a:r>
          </a:p>
          <a:p>
            <a:pPr>
              <a:lnSpc>
                <a:spcPct val="100000"/>
              </a:lnSpc>
              <a:spcBef>
                <a:spcPts val="0"/>
              </a:spcBef>
              <a:spcAft>
                <a:spcPts val="0"/>
              </a:spcAft>
            </a:pPr>
            <a:r>
              <a:rPr sz="1400">
                <a:solidFill>
                  <a:srgbClr val="0000FF"/>
                </a:solidFill>
                <a:latin typeface="Consolas"/>
              </a:rPr>
              <a:t>-</a:t>
            </a:r>
            <a:r>
              <a:rPr sz="1400">
                <a:solidFill>
                  <a:srgbClr val="000000"/>
                </a:solidFill>
                <a:latin typeface="Consolas"/>
              </a:rPr>
              <a:t> </a:t>
            </a:r>
            <a:r>
              <a:rPr sz="1400">
                <a:solidFill>
                  <a:srgbClr val="000000"/>
                </a:solidFill>
                <a:latin typeface="Consolas"/>
              </a:rPr>
              <a:t>Test:</a:t>
            </a:r>
            <a:r>
              <a:rPr sz="1400">
                <a:solidFill>
                  <a:srgbClr val="000000"/>
                </a:solidFill>
                <a:latin typeface="Consolas"/>
              </a:rPr>
              <a:t> </a:t>
            </a:r>
            <a:r>
              <a:rPr sz="1400">
                <a:solidFill>
                  <a:srgbClr val="000000"/>
                </a:solidFill>
                <a:latin typeface="Consolas"/>
              </a:rPr>
              <a:t> </a:t>
            </a:r>
            <a:r>
              <a:rPr sz="1400">
                <a:solidFill>
                  <a:srgbClr val="000000"/>
                </a:solidFill>
                <a:latin typeface="Consolas"/>
              </a:rPr>
              <a:t> </a:t>
            </a:r>
            <a:r>
              <a:rPr sz="1400">
                <a:solidFill>
                  <a:srgbClr val="000000"/>
                </a:solidFill>
                <a:latin typeface="Consolas"/>
              </a:rPr>
              <a:t> </a:t>
            </a:r>
            <a:r>
              <a:rPr sz="1400">
                <a:solidFill>
                  <a:srgbClr val="A31515"/>
                </a:solidFill>
                <a:latin typeface="Consolas"/>
              </a:rPr>
              <a:t>`uv run pytest -q`</a:t>
            </a:r>
            <a:r>
              <a:rPr sz="1400">
                <a:solidFill>
                  <a:srgbClr val="000000"/>
                </a:solidFill>
                <a:latin typeface="Consolas"/>
              </a:rPr>
              <a:t> </a:t>
            </a:r>
            <a:r>
              <a:rPr sz="1400">
                <a:solidFill>
                  <a:srgbClr val="000000"/>
                </a:solidFill>
                <a:latin typeface="Consolas"/>
              </a:rPr>
              <a:t> </a:t>
            </a:r>
            <a:r>
              <a:rPr sz="1400">
                <a:solidFill>
                  <a:srgbClr val="000000"/>
                </a:solidFill>
                <a:latin typeface="Consolas"/>
              </a:rPr>
              <a:t> </a:t>
            </a:r>
            <a:r>
              <a:rPr sz="1400">
                <a:solidFill>
                  <a:srgbClr val="000000"/>
                </a:solidFill>
                <a:latin typeface="Consolas"/>
              </a:rPr>
              <a:t> </a:t>
            </a:r>
            <a:r>
              <a:rPr sz="1400">
                <a:solidFill>
                  <a:srgbClr val="000000"/>
                </a:solidFill>
                <a:latin typeface="Consolas"/>
              </a:rPr>
              <a:t> </a:t>
            </a:r>
            <a:r>
              <a:rPr sz="1400">
                <a:solidFill>
                  <a:srgbClr val="000000"/>
                </a:solidFill>
                <a:latin typeface="Consolas"/>
              </a:rPr>
              <a:t> </a:t>
            </a:r>
            <a:r>
              <a:rPr sz="1400">
                <a:solidFill>
                  <a:srgbClr val="000000"/>
                </a:solidFill>
                <a:latin typeface="Consolas"/>
              </a:rPr>
              <a:t>#</a:t>
            </a:r>
            <a:r>
              <a:rPr sz="1400">
                <a:solidFill>
                  <a:srgbClr val="000000"/>
                </a:solidFill>
                <a:latin typeface="Consolas"/>
              </a:rPr>
              <a:t> </a:t>
            </a:r>
            <a:r>
              <a:rPr sz="1400">
                <a:solidFill>
                  <a:srgbClr val="000000"/>
                </a:solidFill>
                <a:latin typeface="Consolas"/>
              </a:rPr>
              <a:t>unit</a:t>
            </a:r>
            <a:r>
              <a:rPr sz="1400">
                <a:solidFill>
                  <a:srgbClr val="000000"/>
                </a:solidFill>
                <a:latin typeface="Consolas"/>
              </a:rPr>
              <a:t> </a:t>
            </a:r>
            <a:r>
              <a:rPr sz="1400">
                <a:solidFill>
                  <a:srgbClr val="000000"/>
                </a:solidFill>
                <a:latin typeface="Consolas"/>
              </a:rPr>
              <a:t>only,</a:t>
            </a:r>
            <a:r>
              <a:rPr sz="1400">
                <a:solidFill>
                  <a:srgbClr val="000000"/>
                </a:solidFill>
                <a:latin typeface="Consolas"/>
              </a:rPr>
              <a:t> </a:t>
            </a:r>
            <a:r>
              <a:rPr sz="1400">
                <a:solidFill>
                  <a:srgbClr val="000000"/>
                </a:solidFill>
                <a:latin typeface="Consolas"/>
              </a:rPr>
              <a:t>no</a:t>
            </a:r>
            <a:r>
              <a:rPr sz="1400">
                <a:solidFill>
                  <a:srgbClr val="000000"/>
                </a:solidFill>
                <a:latin typeface="Consolas"/>
              </a:rPr>
              <a:t> </a:t>
            </a:r>
            <a:r>
              <a:rPr sz="1400">
                <a:solidFill>
                  <a:srgbClr val="000000"/>
                </a:solidFill>
                <a:latin typeface="Consolas"/>
              </a:rPr>
              <a:t>network,</a:t>
            </a:r>
            <a:r>
              <a:rPr sz="1400">
                <a:solidFill>
                  <a:srgbClr val="000000"/>
                </a:solidFill>
                <a:latin typeface="Consolas"/>
              </a:rPr>
              <a:t> </a:t>
            </a:r>
            <a:r>
              <a:rPr sz="1400">
                <a:solidFill>
                  <a:srgbClr val="000000"/>
                </a:solidFill>
                <a:latin typeface="Consolas"/>
              </a:rPr>
              <a:t>no</a:t>
            </a:r>
            <a:r>
              <a:rPr sz="1400">
                <a:solidFill>
                  <a:srgbClr val="000000"/>
                </a:solidFill>
                <a:latin typeface="Consolas"/>
              </a:rPr>
              <a:t> </a:t>
            </a:r>
            <a:r>
              <a:rPr sz="1400">
                <a:solidFill>
                  <a:srgbClr val="000000"/>
                </a:solidFill>
                <a:latin typeface="Consolas"/>
              </a:rPr>
              <a:t>warehouse</a:t>
            </a:r>
          </a:p>
          <a:p>
            <a:pPr>
              <a:lnSpc>
                <a:spcPct val="100000"/>
              </a:lnSpc>
              <a:spcBef>
                <a:spcPts val="0"/>
              </a:spcBef>
              <a:spcAft>
                <a:spcPts val="0"/>
              </a:spcAft>
            </a:pPr>
            <a:r>
              <a:rPr sz="1400">
                <a:solidFill>
                  <a:srgbClr val="0000FF"/>
                </a:solidFill>
                <a:latin typeface="Consolas"/>
              </a:rPr>
              <a:t>-</a:t>
            </a:r>
            <a:r>
              <a:rPr sz="1400">
                <a:solidFill>
                  <a:srgbClr val="000000"/>
                </a:solidFill>
                <a:latin typeface="Consolas"/>
              </a:rPr>
              <a:t> </a:t>
            </a:r>
            <a:r>
              <a:rPr sz="1400">
                <a:solidFill>
                  <a:srgbClr val="000000"/>
                </a:solidFill>
                <a:latin typeface="Consolas"/>
              </a:rPr>
              <a:t>Types:</a:t>
            </a:r>
            <a:r>
              <a:rPr sz="1400">
                <a:solidFill>
                  <a:srgbClr val="000000"/>
                </a:solidFill>
                <a:latin typeface="Consolas"/>
              </a:rPr>
              <a:t> </a:t>
            </a:r>
            <a:r>
              <a:rPr sz="1400">
                <a:solidFill>
                  <a:srgbClr val="000000"/>
                </a:solidFill>
                <a:latin typeface="Consolas"/>
              </a:rPr>
              <a:t> </a:t>
            </a:r>
            <a:r>
              <a:rPr sz="1400">
                <a:solidFill>
                  <a:srgbClr val="000000"/>
                </a:solidFill>
                <a:latin typeface="Consolas"/>
              </a:rPr>
              <a:t> </a:t>
            </a:r>
            <a:r>
              <a:rPr sz="1400">
                <a:solidFill>
                  <a:srgbClr val="A31515"/>
                </a:solidFill>
                <a:latin typeface="Consolas"/>
              </a:rPr>
              <a:t>`uv run mypy src`</a:t>
            </a:r>
            <a:r>
              <a:rPr sz="1400">
                <a:solidFill>
                  <a:srgbClr val="000000"/>
                </a:solidFill>
                <a:latin typeface="Consolas"/>
              </a:rPr>
              <a:t> </a:t>
            </a:r>
            <a:r>
              <a:rPr sz="1400">
                <a:solidFill>
                  <a:srgbClr val="000000"/>
                </a:solidFill>
                <a:latin typeface="Consolas"/>
              </a:rPr>
              <a:t> </a:t>
            </a:r>
            <a:r>
              <a:rPr sz="1400">
                <a:solidFill>
                  <a:srgbClr val="000000"/>
                </a:solidFill>
                <a:latin typeface="Consolas"/>
              </a:rPr>
              <a:t> </a:t>
            </a:r>
            <a:r>
              <a:rPr sz="1400">
                <a:solidFill>
                  <a:srgbClr val="000000"/>
                </a:solidFill>
                <a:latin typeface="Consolas"/>
              </a:rPr>
              <a:t> </a:t>
            </a:r>
            <a:r>
              <a:rPr sz="1400">
                <a:solidFill>
                  <a:srgbClr val="000000"/>
                </a:solidFill>
                <a:latin typeface="Consolas"/>
              </a:rPr>
              <a:t> </a:t>
            </a:r>
            <a:r>
              <a:rPr sz="1400">
                <a:solidFill>
                  <a:srgbClr val="000000"/>
                </a:solidFill>
                <a:latin typeface="Consolas"/>
              </a:rPr>
              <a:t> </a:t>
            </a:r>
            <a:r>
              <a:rPr sz="1400">
                <a:solidFill>
                  <a:srgbClr val="000000"/>
                </a:solidFill>
                <a:latin typeface="Consolas"/>
              </a:rPr>
              <a:t> </a:t>
            </a:r>
            <a:r>
              <a:rPr sz="1400">
                <a:solidFill>
                  <a:srgbClr val="000000"/>
                </a:solidFill>
                <a:latin typeface="Consolas"/>
              </a:rPr>
              <a:t>#</a:t>
            </a:r>
            <a:r>
              <a:rPr sz="1400">
                <a:solidFill>
                  <a:srgbClr val="000000"/>
                </a:solidFill>
                <a:latin typeface="Consolas"/>
              </a:rPr>
              <a:t> </a:t>
            </a:r>
            <a:r>
              <a:rPr sz="1400">
                <a:solidFill>
                  <a:srgbClr val="000000"/>
                </a:solidFill>
                <a:latin typeface="Consolas"/>
              </a:rPr>
              <a:t>run</a:t>
            </a:r>
            <a:r>
              <a:rPr sz="1400">
                <a:solidFill>
                  <a:srgbClr val="000000"/>
                </a:solidFill>
                <a:latin typeface="Consolas"/>
              </a:rPr>
              <a:t> </a:t>
            </a:r>
            <a:r>
              <a:rPr sz="1400">
                <a:solidFill>
                  <a:srgbClr val="000000"/>
                </a:solidFill>
                <a:latin typeface="Consolas"/>
              </a:rPr>
              <a:t>this</a:t>
            </a:r>
            <a:r>
              <a:rPr sz="1400">
                <a:solidFill>
                  <a:srgbClr val="000000"/>
                </a:solidFill>
                <a:latin typeface="Consolas"/>
              </a:rPr>
              <a:t> </a:t>
            </a:r>
            <a:r>
              <a:rPr sz="1400">
                <a:solidFill>
                  <a:srgbClr val="000000"/>
                </a:solidFill>
                <a:latin typeface="Consolas"/>
              </a:rPr>
              <a:t>before</a:t>
            </a:r>
            <a:r>
              <a:rPr sz="1400">
                <a:solidFill>
                  <a:srgbClr val="000000"/>
                </a:solidFill>
                <a:latin typeface="Consolas"/>
              </a:rPr>
              <a:t> </a:t>
            </a:r>
            <a:r>
              <a:rPr sz="1400">
                <a:solidFill>
                  <a:srgbClr val="000000"/>
                </a:solidFill>
                <a:latin typeface="Consolas"/>
              </a:rPr>
              <a:t>pytest,</a:t>
            </a:r>
            <a:r>
              <a:rPr sz="1400">
                <a:solidFill>
                  <a:srgbClr val="000000"/>
                </a:solidFill>
                <a:latin typeface="Consolas"/>
              </a:rPr>
              <a:t> </a:t>
            </a:r>
            <a:r>
              <a:rPr sz="1400">
                <a:solidFill>
                  <a:srgbClr val="000000"/>
                </a:solidFill>
                <a:latin typeface="Consolas"/>
              </a:rPr>
              <a:t>it</a:t>
            </a:r>
            <a:r>
              <a:rPr sz="1400">
                <a:solidFill>
                  <a:srgbClr val="000000"/>
                </a:solidFill>
                <a:latin typeface="Consolas"/>
              </a:rPr>
              <a:t> </a:t>
            </a:r>
            <a:r>
              <a:rPr sz="1400">
                <a:solidFill>
                  <a:srgbClr val="000000"/>
                </a:solidFill>
                <a:latin typeface="Consolas"/>
              </a:rPr>
              <a:t>is</a:t>
            </a:r>
            <a:r>
              <a:rPr sz="1400">
                <a:solidFill>
                  <a:srgbClr val="000000"/>
                </a:solidFill>
                <a:latin typeface="Consolas"/>
              </a:rPr>
              <a:t> </a:t>
            </a:r>
            <a:r>
              <a:rPr sz="1400">
                <a:solidFill>
                  <a:srgbClr val="000000"/>
                </a:solidFill>
                <a:latin typeface="Consolas"/>
              </a:rPr>
              <a:t>faster</a:t>
            </a:r>
          </a:p>
          <a:p>
            <a:pPr>
              <a:lnSpc>
                <a:spcPct val="100000"/>
              </a:lnSpc>
              <a:spcBef>
                <a:spcPts val="0"/>
              </a:spcBef>
              <a:spcAft>
                <a:spcPts val="0"/>
              </a:spcAft>
            </a:pPr>
            <a:r>
              <a:rPr sz="1400">
                <a:solidFill>
                  <a:srgbClr val="0000FF"/>
                </a:solidFill>
                <a:latin typeface="Consolas"/>
              </a:rPr>
              <a:t>-</a:t>
            </a:r>
            <a:r>
              <a:rPr sz="1400">
                <a:solidFill>
                  <a:srgbClr val="000000"/>
                </a:solidFill>
                <a:latin typeface="Consolas"/>
              </a:rPr>
              <a:t> </a:t>
            </a:r>
            <a:r>
              <a:rPr sz="1400">
                <a:solidFill>
                  <a:srgbClr val="000000"/>
                </a:solidFill>
                <a:latin typeface="Consolas"/>
              </a:rPr>
              <a:t>Data:</a:t>
            </a:r>
            <a:r>
              <a:rPr sz="1400">
                <a:solidFill>
                  <a:srgbClr val="000000"/>
                </a:solidFill>
                <a:latin typeface="Consolas"/>
              </a:rPr>
              <a:t> </a:t>
            </a:r>
            <a:r>
              <a:rPr sz="1400">
                <a:solidFill>
                  <a:srgbClr val="000000"/>
                </a:solidFill>
                <a:latin typeface="Consolas"/>
              </a:rPr>
              <a:t> </a:t>
            </a:r>
            <a:r>
              <a:rPr sz="1400">
                <a:solidFill>
                  <a:srgbClr val="000000"/>
                </a:solidFill>
                <a:latin typeface="Consolas"/>
              </a:rPr>
              <a:t> </a:t>
            </a:r>
            <a:r>
              <a:rPr sz="1400">
                <a:solidFill>
                  <a:srgbClr val="000000"/>
                </a:solidFill>
                <a:latin typeface="Consolas"/>
              </a:rPr>
              <a:t> </a:t>
            </a:r>
            <a:r>
              <a:rPr sz="1400">
                <a:solidFill>
                  <a:srgbClr val="A31515"/>
                </a:solidFill>
                <a:latin typeface="Consolas"/>
              </a:rPr>
              <a:t>`dbt build --select state:modified+ --target ci`</a:t>
            </a:r>
          </a:p>
          <a:p>
            <a:pPr>
              <a:lnSpc>
                <a:spcPct val="100000"/>
              </a:lnSpc>
              <a:spcBef>
                <a:spcPts val="0"/>
              </a:spcBef>
              <a:spcAft>
                <a:spcPts val="0"/>
              </a:spcAft>
            </a:pPr>
            <a:r>
              <a:rPr sz="1400">
                <a:latin typeface="Consolas"/>
              </a:rPr>
              <a:t> </a:t>
            </a:r>
          </a:p>
          <a:p>
            <a:pPr>
              <a:lnSpc>
                <a:spcPct val="100000"/>
              </a:lnSpc>
              <a:spcBef>
                <a:spcPts val="0"/>
              </a:spcBef>
              <a:spcAft>
                <a:spcPts val="0"/>
              </a:spcAft>
            </a:pPr>
            <a:r>
              <a:rPr sz="1400">
                <a:solidFill>
                  <a:srgbClr val="800000"/>
                </a:solidFill>
                <a:latin typeface="Consolas"/>
              </a:rPr>
              <a:t>## Layout</a:t>
            </a:r>
          </a:p>
          <a:p>
            <a:pPr>
              <a:lnSpc>
                <a:spcPct val="100000"/>
              </a:lnSpc>
              <a:spcBef>
                <a:spcPts val="0"/>
              </a:spcBef>
              <a:spcAft>
                <a:spcPts val="0"/>
              </a:spcAft>
            </a:pPr>
            <a:r>
              <a:rPr sz="1400">
                <a:solidFill>
                  <a:srgbClr val="0000FF"/>
                </a:solidFill>
                <a:latin typeface="Consolas"/>
              </a:rPr>
              <a:t>-</a:t>
            </a:r>
            <a:r>
              <a:rPr sz="1400">
                <a:solidFill>
                  <a:srgbClr val="000000"/>
                </a:solidFill>
                <a:latin typeface="Consolas"/>
              </a:rPr>
              <a:t> </a:t>
            </a:r>
            <a:r>
              <a:rPr sz="1400">
                <a:solidFill>
                  <a:srgbClr val="A31515"/>
                </a:solidFill>
                <a:latin typeface="Consolas"/>
              </a:rPr>
              <a:t>`src/planning/`</a:t>
            </a:r>
            <a:r>
              <a:rPr sz="1400">
                <a:solidFill>
                  <a:srgbClr val="000000"/>
                </a:solidFill>
                <a:latin typeface="Consolas"/>
              </a:rPr>
              <a:t> </a:t>
            </a:r>
            <a:r>
              <a:rPr sz="1400">
                <a:solidFill>
                  <a:srgbClr val="000000"/>
                </a:solidFill>
                <a:latin typeface="Consolas"/>
              </a:rPr>
              <a:t> </a:t>
            </a:r>
            <a:r>
              <a:rPr sz="1400">
                <a:solidFill>
                  <a:srgbClr val="000000"/>
                </a:solidFill>
                <a:latin typeface="Consolas"/>
              </a:rPr>
              <a:t>pure</a:t>
            </a:r>
            <a:r>
              <a:rPr sz="1400">
                <a:solidFill>
                  <a:srgbClr val="000000"/>
                </a:solidFill>
                <a:latin typeface="Consolas"/>
              </a:rPr>
              <a:t> </a:t>
            </a:r>
            <a:r>
              <a:rPr sz="1400">
                <a:solidFill>
                  <a:srgbClr val="000000"/>
                </a:solidFill>
                <a:latin typeface="Consolas"/>
              </a:rPr>
              <a:t>domain</a:t>
            </a:r>
            <a:r>
              <a:rPr sz="1400">
                <a:solidFill>
                  <a:srgbClr val="000000"/>
                </a:solidFill>
                <a:latin typeface="Consolas"/>
              </a:rPr>
              <a:t> </a:t>
            </a:r>
            <a:r>
              <a:rPr sz="1400">
                <a:solidFill>
                  <a:srgbClr val="000000"/>
                </a:solidFill>
                <a:latin typeface="Consolas"/>
              </a:rPr>
              <a:t>logic.</a:t>
            </a:r>
            <a:r>
              <a:rPr sz="1400">
                <a:solidFill>
                  <a:srgbClr val="000000"/>
                </a:solidFill>
                <a:latin typeface="Consolas"/>
              </a:rPr>
              <a:t> </a:t>
            </a:r>
            <a:r>
              <a:rPr sz="1400">
                <a:solidFill>
                  <a:srgbClr val="000000"/>
                </a:solidFill>
                <a:latin typeface="Consolas"/>
              </a:rPr>
              <a:t>No</a:t>
            </a:r>
            <a:r>
              <a:rPr sz="1400">
                <a:solidFill>
                  <a:srgbClr val="000000"/>
                </a:solidFill>
                <a:latin typeface="Consolas"/>
              </a:rPr>
              <a:t> </a:t>
            </a:r>
            <a:r>
              <a:rPr sz="1400">
                <a:solidFill>
                  <a:srgbClr val="000000"/>
                </a:solidFill>
                <a:latin typeface="Consolas"/>
              </a:rPr>
              <a:t>I/O</a:t>
            </a:r>
            <a:r>
              <a:rPr sz="1400">
                <a:solidFill>
                  <a:srgbClr val="000000"/>
                </a:solidFill>
                <a:latin typeface="Consolas"/>
              </a:rPr>
              <a:t> </a:t>
            </a:r>
            <a:r>
              <a:rPr sz="1400">
                <a:solidFill>
                  <a:srgbClr val="000000"/>
                </a:solidFill>
                <a:latin typeface="Consolas"/>
              </a:rPr>
              <a:t>in</a:t>
            </a:r>
            <a:r>
              <a:rPr sz="1400">
                <a:solidFill>
                  <a:srgbClr val="000000"/>
                </a:solidFill>
                <a:latin typeface="Consolas"/>
              </a:rPr>
              <a:t> </a:t>
            </a:r>
            <a:r>
              <a:rPr sz="1400">
                <a:solidFill>
                  <a:srgbClr val="000000"/>
                </a:solidFill>
                <a:latin typeface="Consolas"/>
              </a:rPr>
              <a:t>this</a:t>
            </a:r>
            <a:r>
              <a:rPr sz="1400">
                <a:solidFill>
                  <a:srgbClr val="000000"/>
                </a:solidFill>
                <a:latin typeface="Consolas"/>
              </a:rPr>
              <a:t> </a:t>
            </a:r>
            <a:r>
              <a:rPr sz="1400">
                <a:solidFill>
                  <a:srgbClr val="000000"/>
                </a:solidFill>
                <a:latin typeface="Consolas"/>
              </a:rPr>
              <a:t>package.</a:t>
            </a:r>
          </a:p>
          <a:p>
            <a:pPr>
              <a:lnSpc>
                <a:spcPct val="100000"/>
              </a:lnSpc>
              <a:spcBef>
                <a:spcPts val="0"/>
              </a:spcBef>
              <a:spcAft>
                <a:spcPts val="0"/>
              </a:spcAft>
            </a:pPr>
            <a:r>
              <a:rPr sz="1400">
                <a:solidFill>
                  <a:srgbClr val="0000FF"/>
                </a:solidFill>
                <a:latin typeface="Consolas"/>
              </a:rPr>
              <a:t>-</a:t>
            </a:r>
            <a:r>
              <a:rPr sz="1400">
                <a:solidFill>
                  <a:srgbClr val="000000"/>
                </a:solidFill>
                <a:latin typeface="Consolas"/>
              </a:rPr>
              <a:t> </a:t>
            </a:r>
            <a:r>
              <a:rPr sz="1400">
                <a:solidFill>
                  <a:srgbClr val="A31515"/>
                </a:solidFill>
                <a:latin typeface="Consolas"/>
              </a:rPr>
              <a:t>`src/adapters/`</a:t>
            </a:r>
            <a:r>
              <a:rPr sz="1400">
                <a:solidFill>
                  <a:srgbClr val="000000"/>
                </a:solidFill>
                <a:latin typeface="Consolas"/>
              </a:rPr>
              <a:t> </a:t>
            </a:r>
            <a:r>
              <a:rPr sz="1400">
                <a:solidFill>
                  <a:srgbClr val="000000"/>
                </a:solidFill>
                <a:latin typeface="Consolas"/>
              </a:rPr>
              <a:t> </a:t>
            </a:r>
            <a:r>
              <a:rPr sz="1400">
                <a:solidFill>
                  <a:srgbClr val="000000"/>
                </a:solidFill>
                <a:latin typeface="Consolas"/>
              </a:rPr>
              <a:t>SAP</a:t>
            </a:r>
            <a:r>
              <a:rPr sz="1400">
                <a:solidFill>
                  <a:srgbClr val="000000"/>
                </a:solidFill>
                <a:latin typeface="Consolas"/>
              </a:rPr>
              <a:t> </a:t>
            </a:r>
            <a:r>
              <a:rPr sz="1400">
                <a:solidFill>
                  <a:srgbClr val="000000"/>
                </a:solidFill>
                <a:latin typeface="Consolas"/>
              </a:rPr>
              <a:t>and</a:t>
            </a:r>
            <a:r>
              <a:rPr sz="1400">
                <a:solidFill>
                  <a:srgbClr val="000000"/>
                </a:solidFill>
                <a:latin typeface="Consolas"/>
              </a:rPr>
              <a:t> </a:t>
            </a:r>
            <a:r>
              <a:rPr sz="1400">
                <a:solidFill>
                  <a:srgbClr val="000000"/>
                </a:solidFill>
                <a:latin typeface="Consolas"/>
              </a:rPr>
              <a:t>Snowflake</a:t>
            </a:r>
            <a:r>
              <a:rPr sz="1400">
                <a:solidFill>
                  <a:srgbClr val="000000"/>
                </a:solidFill>
                <a:latin typeface="Consolas"/>
              </a:rPr>
              <a:t> </a:t>
            </a:r>
            <a:r>
              <a:rPr sz="1400">
                <a:solidFill>
                  <a:srgbClr val="000000"/>
                </a:solidFill>
                <a:latin typeface="Consolas"/>
              </a:rPr>
              <a:t>clients.</a:t>
            </a:r>
            <a:r>
              <a:rPr sz="1400">
                <a:solidFill>
                  <a:srgbClr val="000000"/>
                </a:solidFill>
                <a:latin typeface="Consolas"/>
              </a:rPr>
              <a:t> </a:t>
            </a:r>
            <a:r>
              <a:rPr sz="1400">
                <a:solidFill>
                  <a:srgbClr val="000000"/>
                </a:solidFill>
                <a:latin typeface="Consolas"/>
              </a:rPr>
              <a:t>Every</a:t>
            </a:r>
            <a:r>
              <a:rPr sz="1400">
                <a:solidFill>
                  <a:srgbClr val="000000"/>
                </a:solidFill>
                <a:latin typeface="Consolas"/>
              </a:rPr>
              <a:t> </a:t>
            </a:r>
            <a:r>
              <a:rPr sz="1400">
                <a:solidFill>
                  <a:srgbClr val="000000"/>
                </a:solidFill>
                <a:latin typeface="Consolas"/>
              </a:rPr>
              <a:t>network</a:t>
            </a:r>
            <a:r>
              <a:rPr sz="1400">
                <a:solidFill>
                  <a:srgbClr val="000000"/>
                </a:solidFill>
                <a:latin typeface="Consolas"/>
              </a:rPr>
              <a:t> </a:t>
            </a:r>
            <a:r>
              <a:rPr sz="1400">
                <a:solidFill>
                  <a:srgbClr val="000000"/>
                </a:solidFill>
                <a:latin typeface="Consolas"/>
              </a:rPr>
              <a:t>call</a:t>
            </a:r>
            <a:r>
              <a:rPr sz="1400">
                <a:solidFill>
                  <a:srgbClr val="000000"/>
                </a:solidFill>
                <a:latin typeface="Consolas"/>
              </a:rPr>
              <a:t> </a:t>
            </a:r>
            <a:r>
              <a:rPr sz="1400">
                <a:solidFill>
                  <a:srgbClr val="000000"/>
                </a:solidFill>
                <a:latin typeface="Consolas"/>
              </a:rPr>
              <a:t>lives</a:t>
            </a:r>
            <a:r>
              <a:rPr sz="1400">
                <a:solidFill>
                  <a:srgbClr val="000000"/>
                </a:solidFill>
                <a:latin typeface="Consolas"/>
              </a:rPr>
              <a:t> </a:t>
            </a:r>
            <a:r>
              <a:rPr sz="1400">
                <a:solidFill>
                  <a:srgbClr val="000000"/>
                </a:solidFill>
                <a:latin typeface="Consolas"/>
              </a:rPr>
              <a:t>here.</a:t>
            </a:r>
          </a:p>
          <a:p>
            <a:pPr>
              <a:lnSpc>
                <a:spcPct val="100000"/>
              </a:lnSpc>
              <a:spcBef>
                <a:spcPts val="0"/>
              </a:spcBef>
              <a:spcAft>
                <a:spcPts val="0"/>
              </a:spcAft>
            </a:pPr>
            <a:r>
              <a:rPr sz="1400">
                <a:solidFill>
                  <a:srgbClr val="0000FF"/>
                </a:solidFill>
                <a:latin typeface="Consolas"/>
              </a:rPr>
              <a:t>-</a:t>
            </a:r>
            <a:r>
              <a:rPr sz="1400">
                <a:solidFill>
                  <a:srgbClr val="000000"/>
                </a:solidFill>
                <a:latin typeface="Consolas"/>
              </a:rPr>
              <a:t> </a:t>
            </a:r>
            <a:r>
              <a:rPr sz="1400">
                <a:solidFill>
                  <a:srgbClr val="A31515"/>
                </a:solidFill>
                <a:latin typeface="Consolas"/>
              </a:rPr>
              <a:t>`models/`</a:t>
            </a:r>
            <a:r>
              <a:rPr sz="1400">
                <a:solidFill>
                  <a:srgbClr val="000000"/>
                </a:solidFill>
                <a:latin typeface="Consolas"/>
              </a:rPr>
              <a:t> </a:t>
            </a:r>
            <a:r>
              <a:rPr sz="1400">
                <a:solidFill>
                  <a:srgbClr val="000000"/>
                </a:solidFill>
                <a:latin typeface="Consolas"/>
              </a:rPr>
              <a:t> </a:t>
            </a:r>
            <a:r>
              <a:rPr sz="1400">
                <a:solidFill>
                  <a:srgbClr val="000000"/>
                </a:solidFill>
                <a:latin typeface="Consolas"/>
              </a:rPr>
              <a:t> </a:t>
            </a:r>
            <a:r>
              <a:rPr sz="1400">
                <a:solidFill>
                  <a:srgbClr val="000000"/>
                </a:solidFill>
                <a:latin typeface="Consolas"/>
              </a:rPr>
              <a:t> </a:t>
            </a:r>
            <a:r>
              <a:rPr sz="1400">
                <a:solidFill>
                  <a:srgbClr val="000000"/>
                </a:solidFill>
                <a:latin typeface="Consolas"/>
              </a:rPr>
              <a:t> </a:t>
            </a:r>
            <a:r>
              <a:rPr sz="1400">
                <a:solidFill>
                  <a:srgbClr val="000000"/>
                </a:solidFill>
                <a:latin typeface="Consolas"/>
              </a:rPr>
              <a:t> </a:t>
            </a:r>
            <a:r>
              <a:rPr sz="1400">
                <a:solidFill>
                  <a:srgbClr val="000000"/>
                </a:solidFill>
                <a:latin typeface="Consolas"/>
              </a:rPr>
              <a:t> </a:t>
            </a:r>
            <a:r>
              <a:rPr sz="1400">
                <a:solidFill>
                  <a:srgbClr val="000000"/>
                </a:solidFill>
                <a:latin typeface="Consolas"/>
              </a:rPr>
              <a:t> </a:t>
            </a:r>
            <a:r>
              <a:rPr sz="1400">
                <a:solidFill>
                  <a:srgbClr val="000000"/>
                </a:solidFill>
                <a:latin typeface="Consolas"/>
              </a:rPr>
              <a:t>dbt</a:t>
            </a:r>
            <a:r>
              <a:rPr sz="1400">
                <a:solidFill>
                  <a:srgbClr val="000000"/>
                </a:solidFill>
                <a:latin typeface="Consolas"/>
              </a:rPr>
              <a:t> </a:t>
            </a:r>
            <a:r>
              <a:rPr sz="1400">
                <a:solidFill>
                  <a:srgbClr val="000000"/>
                </a:solidFill>
                <a:latin typeface="Consolas"/>
              </a:rPr>
              <a:t>models.</a:t>
            </a:r>
            <a:r>
              <a:rPr sz="1400">
                <a:solidFill>
                  <a:srgbClr val="000000"/>
                </a:solidFill>
                <a:latin typeface="Consolas"/>
              </a:rPr>
              <a:t> </a:t>
            </a:r>
            <a:r>
              <a:rPr sz="1400">
                <a:solidFill>
                  <a:srgbClr val="000000"/>
                </a:solidFill>
                <a:latin typeface="Consolas"/>
              </a:rPr>
              <a:t>Unit</a:t>
            </a:r>
            <a:r>
              <a:rPr sz="1400">
                <a:solidFill>
                  <a:srgbClr val="000000"/>
                </a:solidFill>
                <a:latin typeface="Consolas"/>
              </a:rPr>
              <a:t> </a:t>
            </a:r>
            <a:r>
              <a:rPr sz="1400">
                <a:solidFill>
                  <a:srgbClr val="000000"/>
                </a:solidFill>
                <a:latin typeface="Consolas"/>
              </a:rPr>
              <a:t>tests</a:t>
            </a:r>
            <a:r>
              <a:rPr sz="1400">
                <a:solidFill>
                  <a:srgbClr val="000000"/>
                </a:solidFill>
                <a:latin typeface="Consolas"/>
              </a:rPr>
              <a:t> </a:t>
            </a:r>
            <a:r>
              <a:rPr sz="1400">
                <a:solidFill>
                  <a:srgbClr val="000000"/>
                </a:solidFill>
                <a:latin typeface="Consolas"/>
              </a:rPr>
              <a:t>live</a:t>
            </a:r>
            <a:r>
              <a:rPr sz="1400">
                <a:solidFill>
                  <a:srgbClr val="000000"/>
                </a:solidFill>
                <a:latin typeface="Consolas"/>
              </a:rPr>
              <a:t> </a:t>
            </a:r>
            <a:r>
              <a:rPr sz="1400">
                <a:solidFill>
                  <a:srgbClr val="000000"/>
                </a:solidFill>
                <a:latin typeface="Consolas"/>
              </a:rPr>
              <a:t>in</a:t>
            </a:r>
            <a:r>
              <a:rPr sz="1400">
                <a:solidFill>
                  <a:srgbClr val="000000"/>
                </a:solidFill>
                <a:latin typeface="Consolas"/>
              </a:rPr>
              <a:t> </a:t>
            </a:r>
            <a:r>
              <a:rPr sz="1400">
                <a:solidFill>
                  <a:srgbClr val="000000"/>
                </a:solidFill>
                <a:latin typeface="Consolas"/>
              </a:rPr>
              <a:t>the</a:t>
            </a:r>
            <a:r>
              <a:rPr sz="1400">
                <a:solidFill>
                  <a:srgbClr val="000000"/>
                </a:solidFill>
                <a:latin typeface="Consolas"/>
              </a:rPr>
              <a:t> </a:t>
            </a:r>
            <a:r>
              <a:rPr sz="1400">
                <a:solidFill>
                  <a:srgbClr val="000000"/>
                </a:solidFill>
                <a:latin typeface="Consolas"/>
              </a:rPr>
              <a:t>sibling</a:t>
            </a:r>
            <a:r>
              <a:rPr sz="1400">
                <a:solidFill>
                  <a:srgbClr val="000000"/>
                </a:solidFill>
                <a:latin typeface="Consolas"/>
              </a:rPr>
              <a:t> </a:t>
            </a:r>
            <a:r>
              <a:rPr sz="1400">
                <a:solidFill>
                  <a:srgbClr val="A31515"/>
                </a:solidFill>
                <a:latin typeface="Consolas"/>
              </a:rPr>
              <a:t>`schema.yml`</a:t>
            </a:r>
            <a:r>
              <a:rPr sz="1400">
                <a:solidFill>
                  <a:srgbClr val="000000"/>
                </a:solidFill>
                <a:latin typeface="Consolas"/>
              </a:rPr>
              <a:t>.</a:t>
            </a:r>
          </a:p>
          <a:p>
            <a:pPr>
              <a:lnSpc>
                <a:spcPct val="100000"/>
              </a:lnSpc>
              <a:spcBef>
                <a:spcPts val="0"/>
              </a:spcBef>
              <a:spcAft>
                <a:spcPts val="0"/>
              </a:spcAft>
            </a:pPr>
            <a:r>
              <a:rPr sz="1400">
                <a:latin typeface="Consolas"/>
              </a:rPr>
              <a:t> </a:t>
            </a:r>
          </a:p>
          <a:p>
            <a:pPr>
              <a:lnSpc>
                <a:spcPct val="100000"/>
              </a:lnSpc>
              <a:spcBef>
                <a:spcPts val="0"/>
              </a:spcBef>
              <a:spcAft>
                <a:spcPts val="0"/>
              </a:spcAft>
            </a:pPr>
            <a:r>
              <a:rPr sz="1400">
                <a:solidFill>
                  <a:srgbClr val="800000"/>
                </a:solidFill>
                <a:latin typeface="Consolas"/>
              </a:rPr>
              <a:t>## Conventions</a:t>
            </a:r>
          </a:p>
          <a:p>
            <a:pPr>
              <a:lnSpc>
                <a:spcPct val="100000"/>
              </a:lnSpc>
              <a:spcBef>
                <a:spcPts val="0"/>
              </a:spcBef>
              <a:spcAft>
                <a:spcPts val="0"/>
              </a:spcAft>
            </a:pPr>
            <a:r>
              <a:rPr sz="1400">
                <a:solidFill>
                  <a:srgbClr val="0000FF"/>
                </a:solidFill>
                <a:latin typeface="Consolas"/>
              </a:rPr>
              <a:t>-</a:t>
            </a:r>
            <a:r>
              <a:rPr sz="1400">
                <a:solidFill>
                  <a:srgbClr val="000000"/>
                </a:solidFill>
                <a:latin typeface="Consolas"/>
              </a:rPr>
              <a:t> </a:t>
            </a:r>
            <a:r>
              <a:rPr sz="1400">
                <a:solidFill>
                  <a:srgbClr val="000000"/>
                </a:solidFill>
                <a:latin typeface="Consolas"/>
              </a:rPr>
              <a:t>Money</a:t>
            </a:r>
            <a:r>
              <a:rPr sz="1400">
                <a:solidFill>
                  <a:srgbClr val="000000"/>
                </a:solidFill>
                <a:latin typeface="Consolas"/>
              </a:rPr>
              <a:t> </a:t>
            </a:r>
            <a:r>
              <a:rPr sz="1400">
                <a:solidFill>
                  <a:srgbClr val="000000"/>
                </a:solidFill>
                <a:latin typeface="Consolas"/>
              </a:rPr>
              <a:t>is</a:t>
            </a:r>
            <a:r>
              <a:rPr sz="1400">
                <a:solidFill>
                  <a:srgbClr val="000000"/>
                </a:solidFill>
                <a:latin typeface="Consolas"/>
              </a:rPr>
              <a:t> </a:t>
            </a:r>
            <a:r>
              <a:rPr sz="1400">
                <a:solidFill>
                  <a:srgbClr val="000000"/>
                </a:solidFill>
                <a:latin typeface="Consolas"/>
              </a:rPr>
              <a:t>integer</a:t>
            </a:r>
            <a:r>
              <a:rPr sz="1400">
                <a:solidFill>
                  <a:srgbClr val="000000"/>
                </a:solidFill>
                <a:latin typeface="Consolas"/>
              </a:rPr>
              <a:t> </a:t>
            </a:r>
            <a:r>
              <a:rPr sz="1400">
                <a:solidFill>
                  <a:srgbClr val="000000"/>
                </a:solidFill>
                <a:latin typeface="Consolas"/>
              </a:rPr>
              <a:t>minor</a:t>
            </a:r>
            <a:r>
              <a:rPr sz="1400">
                <a:solidFill>
                  <a:srgbClr val="000000"/>
                </a:solidFill>
                <a:latin typeface="Consolas"/>
              </a:rPr>
              <a:t> </a:t>
            </a:r>
            <a:r>
              <a:rPr sz="1400">
                <a:solidFill>
                  <a:srgbClr val="000000"/>
                </a:solidFill>
                <a:latin typeface="Consolas"/>
              </a:rPr>
              <a:t>units,</a:t>
            </a:r>
            <a:r>
              <a:rPr sz="1400">
                <a:solidFill>
                  <a:srgbClr val="000000"/>
                </a:solidFill>
                <a:latin typeface="Consolas"/>
              </a:rPr>
              <a:t> </a:t>
            </a:r>
            <a:r>
              <a:rPr sz="1400">
                <a:solidFill>
                  <a:srgbClr val="000000"/>
                </a:solidFill>
                <a:latin typeface="Consolas"/>
              </a:rPr>
              <a:t>never</a:t>
            </a:r>
            <a:r>
              <a:rPr sz="1400">
                <a:solidFill>
                  <a:srgbClr val="000000"/>
                </a:solidFill>
                <a:latin typeface="Consolas"/>
              </a:rPr>
              <a:t> </a:t>
            </a:r>
            <a:r>
              <a:rPr sz="1400">
                <a:solidFill>
                  <a:srgbClr val="000000"/>
                </a:solidFill>
                <a:latin typeface="Consolas"/>
              </a:rPr>
              <a:t>float.</a:t>
            </a:r>
            <a:r>
              <a:rPr sz="1400">
                <a:solidFill>
                  <a:srgbClr val="000000"/>
                </a:solidFill>
                <a:latin typeface="Consolas"/>
              </a:rPr>
              <a:t> </a:t>
            </a:r>
            <a:r>
              <a:rPr sz="1400">
                <a:solidFill>
                  <a:srgbClr val="000000"/>
                </a:solidFill>
                <a:latin typeface="Consolas"/>
              </a:rPr>
              <a:t>Rationale:</a:t>
            </a:r>
            <a:r>
              <a:rPr sz="1400">
                <a:solidFill>
                  <a:srgbClr val="000000"/>
                </a:solidFill>
                <a:latin typeface="Consolas"/>
              </a:rPr>
              <a:t> </a:t>
            </a:r>
            <a:r>
              <a:rPr sz="1400">
                <a:solidFill>
                  <a:srgbClr val="A31515"/>
                </a:solidFill>
                <a:latin typeface="Consolas"/>
              </a:rPr>
              <a:t>`docs/adr/0007-money.md`</a:t>
            </a:r>
            <a:r>
              <a:rPr sz="1400">
                <a:solidFill>
                  <a:srgbClr val="000000"/>
                </a:solidFill>
                <a:latin typeface="Consolas"/>
              </a:rPr>
              <a:t>.</a:t>
            </a:r>
          </a:p>
          <a:p>
            <a:pPr>
              <a:lnSpc>
                <a:spcPct val="100000"/>
              </a:lnSpc>
              <a:spcBef>
                <a:spcPts val="0"/>
              </a:spcBef>
              <a:spcAft>
                <a:spcPts val="0"/>
              </a:spcAft>
            </a:pPr>
            <a:r>
              <a:rPr sz="1400">
                <a:solidFill>
                  <a:srgbClr val="0000FF"/>
                </a:solidFill>
                <a:latin typeface="Consolas"/>
              </a:rPr>
              <a:t>-</a:t>
            </a:r>
            <a:r>
              <a:rPr sz="1400">
                <a:solidFill>
                  <a:srgbClr val="000000"/>
                </a:solidFill>
                <a:latin typeface="Consolas"/>
              </a:rPr>
              <a:t> </a:t>
            </a:r>
            <a:r>
              <a:rPr sz="1400">
                <a:solidFill>
                  <a:srgbClr val="000000"/>
                </a:solidFill>
                <a:latin typeface="Consolas"/>
              </a:rPr>
              <a:t>New</a:t>
            </a:r>
            <a:r>
              <a:rPr sz="1400">
                <a:solidFill>
                  <a:srgbClr val="000000"/>
                </a:solidFill>
                <a:latin typeface="Consolas"/>
              </a:rPr>
              <a:t> </a:t>
            </a:r>
            <a:r>
              <a:rPr sz="1400">
                <a:solidFill>
                  <a:srgbClr val="000000"/>
                </a:solidFill>
                <a:latin typeface="Consolas"/>
              </a:rPr>
              <a:t>adapter</a:t>
            </a:r>
            <a:r>
              <a:rPr sz="1400">
                <a:solidFill>
                  <a:srgbClr val="000000"/>
                </a:solidFill>
                <a:latin typeface="Consolas"/>
              </a:rPr>
              <a:t> </a:t>
            </a:r>
            <a:r>
              <a:rPr sz="1400">
                <a:solidFill>
                  <a:srgbClr val="000000"/>
                </a:solidFill>
                <a:latin typeface="Consolas"/>
              </a:rPr>
              <a:t>means</a:t>
            </a:r>
            <a:r>
              <a:rPr sz="1400">
                <a:solidFill>
                  <a:srgbClr val="000000"/>
                </a:solidFill>
                <a:latin typeface="Consolas"/>
              </a:rPr>
              <a:t> </a:t>
            </a:r>
            <a:r>
              <a:rPr sz="1400">
                <a:solidFill>
                  <a:srgbClr val="000000"/>
                </a:solidFill>
                <a:latin typeface="Consolas"/>
              </a:rPr>
              <a:t>a</a:t>
            </a:r>
            <a:r>
              <a:rPr sz="1400">
                <a:solidFill>
                  <a:srgbClr val="000000"/>
                </a:solidFill>
                <a:latin typeface="Consolas"/>
              </a:rPr>
              <a:t> </a:t>
            </a:r>
            <a:r>
              <a:rPr sz="1400">
                <a:solidFill>
                  <a:srgbClr val="000000"/>
                </a:solidFill>
                <a:latin typeface="Consolas"/>
              </a:rPr>
              <a:t>new</a:t>
            </a:r>
            <a:r>
              <a:rPr sz="1400">
                <a:solidFill>
                  <a:srgbClr val="000000"/>
                </a:solidFill>
                <a:latin typeface="Consolas"/>
              </a:rPr>
              <a:t> </a:t>
            </a:r>
            <a:r>
              <a:rPr sz="1400">
                <a:solidFill>
                  <a:srgbClr val="000000"/>
                </a:solidFill>
                <a:latin typeface="Consolas"/>
              </a:rPr>
              <a:t>contract</a:t>
            </a:r>
            <a:r>
              <a:rPr sz="1400">
                <a:solidFill>
                  <a:srgbClr val="000000"/>
                </a:solidFill>
                <a:latin typeface="Consolas"/>
              </a:rPr>
              <a:t> </a:t>
            </a:r>
            <a:r>
              <a:rPr sz="1400">
                <a:solidFill>
                  <a:srgbClr val="000000"/>
                </a:solidFill>
                <a:latin typeface="Consolas"/>
              </a:rPr>
              <a:t>test</a:t>
            </a:r>
            <a:r>
              <a:rPr sz="1400">
                <a:solidFill>
                  <a:srgbClr val="000000"/>
                </a:solidFill>
                <a:latin typeface="Consolas"/>
              </a:rPr>
              <a:t> </a:t>
            </a:r>
            <a:r>
              <a:rPr sz="1400">
                <a:solidFill>
                  <a:srgbClr val="000000"/>
                </a:solidFill>
                <a:latin typeface="Consolas"/>
              </a:rPr>
              <a:t>in</a:t>
            </a:r>
            <a:r>
              <a:rPr sz="1400">
                <a:solidFill>
                  <a:srgbClr val="000000"/>
                </a:solidFill>
                <a:latin typeface="Consolas"/>
              </a:rPr>
              <a:t> </a:t>
            </a:r>
            <a:r>
              <a:rPr sz="1400">
                <a:solidFill>
                  <a:srgbClr val="A31515"/>
                </a:solidFill>
                <a:latin typeface="Consolas"/>
              </a:rPr>
              <a:t>`tests/contracts/`</a:t>
            </a:r>
            <a:r>
              <a:rPr sz="1400">
                <a:solidFill>
                  <a:srgbClr val="000000"/>
                </a:solidFill>
                <a:latin typeface="Consolas"/>
              </a:rPr>
              <a:t>.</a:t>
            </a:r>
            <a:r>
              <a:rPr sz="1400">
                <a:solidFill>
                  <a:srgbClr val="000000"/>
                </a:solidFill>
                <a:latin typeface="Consolas"/>
              </a:rPr>
              <a:t> </a:t>
            </a:r>
            <a:r>
              <a:rPr sz="1400">
                <a:solidFill>
                  <a:srgbClr val="000000"/>
                </a:solidFill>
                <a:latin typeface="Consolas"/>
              </a:rPr>
              <a:t>No</a:t>
            </a:r>
            <a:r>
              <a:rPr sz="1400">
                <a:solidFill>
                  <a:srgbClr val="000000"/>
                </a:solidFill>
                <a:latin typeface="Consolas"/>
              </a:rPr>
              <a:t> </a:t>
            </a:r>
            <a:r>
              <a:rPr sz="1400">
                <a:solidFill>
                  <a:srgbClr val="000000"/>
                </a:solidFill>
                <a:latin typeface="Consolas"/>
              </a:rPr>
              <a:t>exceptions.</a:t>
            </a:r>
          </a:p>
          <a:p>
            <a:pPr>
              <a:lnSpc>
                <a:spcPct val="100000"/>
              </a:lnSpc>
              <a:spcBef>
                <a:spcPts val="0"/>
              </a:spcBef>
              <a:spcAft>
                <a:spcPts val="0"/>
              </a:spcAft>
            </a:pPr>
            <a:r>
              <a:rPr sz="1400">
                <a:solidFill>
                  <a:srgbClr val="800000"/>
                </a:solidFill>
                <a:latin typeface="Consolas"/>
              </a:rPr>
              <a:t>## Boundaries</a:t>
            </a:r>
          </a:p>
          <a:p>
            <a:pPr>
              <a:lnSpc>
                <a:spcPct val="100000"/>
              </a:lnSpc>
              <a:spcBef>
                <a:spcPts val="0"/>
              </a:spcBef>
              <a:spcAft>
                <a:spcPts val="0"/>
              </a:spcAft>
            </a:pPr>
            <a:r>
              <a:rPr sz="1400">
                <a:solidFill>
                  <a:srgbClr val="0000FF"/>
                </a:solidFill>
                <a:latin typeface="Consolas"/>
              </a:rPr>
              <a:t>-</a:t>
            </a:r>
            <a:r>
              <a:rPr sz="1400">
                <a:solidFill>
                  <a:srgbClr val="000000"/>
                </a:solidFill>
                <a:latin typeface="Consolas"/>
              </a:rPr>
              <a:t> </a:t>
            </a:r>
            <a:r>
              <a:rPr sz="1400">
                <a:solidFill>
                  <a:srgbClr val="000000"/>
                </a:solidFill>
                <a:latin typeface="Consolas"/>
              </a:rPr>
              <a:t>Do</a:t>
            </a:r>
            <a:r>
              <a:rPr sz="1400">
                <a:solidFill>
                  <a:srgbClr val="000000"/>
                </a:solidFill>
                <a:latin typeface="Consolas"/>
              </a:rPr>
              <a:t> </a:t>
            </a:r>
            <a:r>
              <a:rPr sz="1400">
                <a:solidFill>
                  <a:srgbClr val="000000"/>
                </a:solidFill>
                <a:latin typeface="Consolas"/>
              </a:rPr>
              <a:t>not</a:t>
            </a:r>
            <a:r>
              <a:rPr sz="1400">
                <a:solidFill>
                  <a:srgbClr val="000000"/>
                </a:solidFill>
                <a:latin typeface="Consolas"/>
              </a:rPr>
              <a:t> </a:t>
            </a:r>
            <a:r>
              <a:rPr sz="1400">
                <a:solidFill>
                  <a:srgbClr val="000000"/>
                </a:solidFill>
                <a:latin typeface="Consolas"/>
              </a:rPr>
              <a:t>edit</a:t>
            </a:r>
            <a:r>
              <a:rPr sz="1400">
                <a:solidFill>
                  <a:srgbClr val="000000"/>
                </a:solidFill>
                <a:latin typeface="Consolas"/>
              </a:rPr>
              <a:t> </a:t>
            </a:r>
            <a:r>
              <a:rPr sz="1400">
                <a:solidFill>
                  <a:srgbClr val="A31515"/>
                </a:solidFill>
                <a:latin typeface="Consolas"/>
              </a:rPr>
              <a:t>`models/legacy/**`</a:t>
            </a:r>
            <a:r>
              <a:rPr sz="1400">
                <a:solidFill>
                  <a:srgbClr val="000000"/>
                </a:solidFill>
                <a:latin typeface="Consolas"/>
              </a:rPr>
              <a:t> </a:t>
            </a:r>
            <a:r>
              <a:rPr sz="1400">
                <a:solidFill>
                  <a:srgbClr val="000000"/>
                </a:solidFill>
                <a:latin typeface="Consolas"/>
              </a:rPr>
              <a:t>or</a:t>
            </a:r>
            <a:r>
              <a:rPr sz="1400">
                <a:solidFill>
                  <a:srgbClr val="000000"/>
                </a:solidFill>
                <a:latin typeface="Consolas"/>
              </a:rPr>
              <a:t> </a:t>
            </a:r>
            <a:r>
              <a:rPr sz="1400">
                <a:solidFill>
                  <a:srgbClr val="A31515"/>
                </a:solidFill>
                <a:latin typeface="Consolas"/>
              </a:rPr>
              <a:t>`infra/prod/**`</a:t>
            </a:r>
            <a:r>
              <a:rPr sz="1400">
                <a:solidFill>
                  <a:srgbClr val="000000"/>
                </a:solidFill>
                <a:latin typeface="Consolas"/>
              </a:rPr>
              <a:t>.</a:t>
            </a:r>
            <a:r>
              <a:rPr sz="1400">
                <a:solidFill>
                  <a:srgbClr val="000000"/>
                </a:solidFill>
                <a:latin typeface="Consolas"/>
              </a:rPr>
              <a:t> </a:t>
            </a:r>
            <a:r>
              <a:rPr sz="1400">
                <a:solidFill>
                  <a:srgbClr val="000000"/>
                </a:solidFill>
                <a:latin typeface="Consolas"/>
              </a:rPr>
              <a:t>Open</a:t>
            </a:r>
            <a:r>
              <a:rPr sz="1400">
                <a:solidFill>
                  <a:srgbClr val="000000"/>
                </a:solidFill>
                <a:latin typeface="Consolas"/>
              </a:rPr>
              <a:t> </a:t>
            </a:r>
            <a:r>
              <a:rPr sz="1400">
                <a:solidFill>
                  <a:srgbClr val="000000"/>
                </a:solidFill>
                <a:latin typeface="Consolas"/>
              </a:rPr>
              <a:t>an</a:t>
            </a:r>
            <a:r>
              <a:rPr sz="1400">
                <a:solidFill>
                  <a:srgbClr val="000000"/>
                </a:solidFill>
                <a:latin typeface="Consolas"/>
              </a:rPr>
              <a:t> </a:t>
            </a:r>
            <a:r>
              <a:rPr sz="1400">
                <a:solidFill>
                  <a:srgbClr val="000000"/>
                </a:solidFill>
                <a:latin typeface="Consolas"/>
              </a:rPr>
              <a:t>issue</a:t>
            </a:r>
            <a:r>
              <a:rPr sz="1400">
                <a:solidFill>
                  <a:srgbClr val="000000"/>
                </a:solidFill>
                <a:latin typeface="Consolas"/>
              </a:rPr>
              <a:t> </a:t>
            </a:r>
            <a:r>
              <a:rPr sz="1400">
                <a:solidFill>
                  <a:srgbClr val="000000"/>
                </a:solidFill>
                <a:latin typeface="Consolas"/>
              </a:rPr>
              <a:t>instead.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1800"/>
              <a:t>Scope instructions to the files they govern</a:t>
            </a:r>
          </a:p>
        </p:txBody>
      </p:sp>
      <p:sp>
        <p:nvSpPr>
          <p:cNvPr id="3" name="Text Placeholder 2"/>
          <p:cNvSpPr>
            <a:spLocks noGrp="1"/>
          </p:cNvSpPr>
          <p:nvPr>
            <p:ph type="body" idx="10" sz="quarter"/>
          </p:nvPr>
        </p:nvSpPr>
        <p:spPr/>
        <p:txBody>
          <a:bodyPr wrap="square"/>
          <a:lstStyle/>
          <a:p>
            <a:pPr/>
            <a:r>
              <a:rPr sz="1400"/>
              <a:t>Frontmatter key is `applyTo`, glob syntax</a:t>
            </a:r>
          </a:p>
          <a:p>
            <a:pPr/>
            <a:r>
              <a:rPr sz="1400"/>
              <a:t>Comma-separate for multiple patterns</a:t>
            </a:r>
          </a:p>
          <a:p>
            <a:pPr/>
            <a:r>
              <a:rPr sz="1400"/>
              <a:t>Repo-wide rules ship with every request</a:t>
            </a:r>
          </a:p>
          <a:p>
            <a:pPr/>
            <a:r>
              <a:rPr sz="1400"/>
              <a:t>Scoped rules load only on matching files</a:t>
            </a:r>
          </a:p>
        </p:txBody>
      </p:sp>
      <p:sp>
        <p:nvSpPr>
          <p:cNvPr id="4" name="Text Placeholder 3"/>
          <p:cNvSpPr>
            <a:spLocks noGrp="1"/>
          </p:cNvSpPr>
          <p:nvPr>
            <p:ph type="body" idx="13" sz="quarter"/>
          </p:nvPr>
        </p:nvSpPr>
        <p:spPr/>
        <p:txBody>
          <a:bodyPr wrap="none"/>
          <a:lstStyle/>
          <a:p>
            <a:pPr>
              <a:buNone/>
            </a:pPr>
            <a:r>
              <a:rPr sz="1300"/>
              <a:t>.github/instructions/dbt.instructions.md</a:t>
            </a:r>
          </a:p>
        </p:txBody>
      </p:sp>
      <p:sp>
        <p:nvSpPr>
          <p:cNvPr id="5" name="Text Placeholder 4"/>
          <p:cNvSpPr>
            <a:spLocks noGrp="1"/>
          </p:cNvSpPr>
          <p:nvPr>
            <p:ph type="body" idx="11" sz="quarter"/>
          </p:nvPr>
        </p:nvSpPr>
        <p:spPr/>
        <p:txBody>
          <a:bodyPr wrap="none"/>
          <a:lstStyle/>
          <a:p>
            <a:pPr>
              <a:lnSpc>
                <a:spcPct val="100000"/>
              </a:lnSpc>
              <a:spcBef>
                <a:spcPts val="0"/>
              </a:spcBef>
              <a:spcAft>
                <a:spcPts val="0"/>
              </a:spcAft>
            </a:pPr>
            <a:r>
              <a:rPr sz="1300">
                <a:solidFill>
                  <a:srgbClr val="000000"/>
                </a:solidFill>
                <a:latin typeface="Consolas"/>
              </a:rPr>
              <a:t>---</a:t>
            </a:r>
          </a:p>
          <a:p>
            <a:pPr>
              <a:lnSpc>
                <a:spcPct val="100000"/>
              </a:lnSpc>
              <a:spcBef>
                <a:spcPts val="0"/>
              </a:spcBef>
              <a:spcAft>
                <a:spcPts val="0"/>
              </a:spcAft>
            </a:pPr>
            <a:r>
              <a:rPr sz="1300">
                <a:solidFill>
                  <a:srgbClr val="800000"/>
                </a:solidFill>
                <a:latin typeface="Consolas"/>
              </a:rPr>
              <a:t>applyTo: "models/**/*.sql,models/**/*.yml"</a:t>
            </a:r>
          </a:p>
          <a:p>
            <a:pPr>
              <a:lnSpc>
                <a:spcPct val="100000"/>
              </a:lnSpc>
              <a:spcBef>
                <a:spcPts val="0"/>
              </a:spcBef>
              <a:spcAft>
                <a:spcPts val="0"/>
              </a:spcAft>
            </a:pPr>
            <a:r>
              <a:rPr sz="1300">
                <a:solidFill>
                  <a:srgbClr val="800000"/>
                </a:solidFill>
                <a:latin typeface="Consolas"/>
              </a:rPr>
              <a:t>---</a:t>
            </a:r>
          </a:p>
          <a:p>
            <a:pPr>
              <a:lnSpc>
                <a:spcPct val="100000"/>
              </a:lnSpc>
              <a:spcBef>
                <a:spcPts val="0"/>
              </a:spcBef>
              <a:spcAft>
                <a:spcPts val="0"/>
              </a:spcAft>
            </a:pPr>
            <a:r>
              <a:rPr sz="1300">
                <a:latin typeface="Consolas"/>
              </a:rPr>
              <a:t> </a:t>
            </a:r>
          </a:p>
          <a:p>
            <a:pPr>
              <a:lnSpc>
                <a:spcPct val="100000"/>
              </a:lnSpc>
              <a:spcBef>
                <a:spcPts val="0"/>
              </a:spcBef>
              <a:spcAft>
                <a:spcPts val="0"/>
              </a:spcAft>
            </a:pPr>
            <a:r>
              <a:rPr sz="1300">
                <a:solidFill>
                  <a:srgbClr val="800000"/>
                </a:solidFill>
                <a:latin typeface="Consolas"/>
              </a:rPr>
              <a:t># dbt model rules</a:t>
            </a:r>
          </a:p>
          <a:p>
            <a:pPr>
              <a:lnSpc>
                <a:spcPct val="100000"/>
              </a:lnSpc>
              <a:spcBef>
                <a:spcPts val="0"/>
              </a:spcBef>
              <a:spcAft>
                <a:spcPts val="0"/>
              </a:spcAft>
            </a:pPr>
            <a:r>
              <a:rPr sz="1300">
                <a:latin typeface="Consolas"/>
              </a:rPr>
              <a:t> </a:t>
            </a:r>
          </a:p>
          <a:p>
            <a:pPr>
              <a:lnSpc>
                <a:spcPct val="100000"/>
              </a:lnSpc>
              <a:spcBef>
                <a:spcPts val="0"/>
              </a:spcBef>
              <a:spcAft>
                <a:spcPts val="0"/>
              </a:spcAft>
            </a:pPr>
            <a:r>
              <a:rPr sz="1300">
                <a:solidFill>
                  <a:srgbClr val="0000FF"/>
                </a:solidFill>
                <a:latin typeface="Consolas"/>
              </a:rPr>
              <a:t>-</a:t>
            </a:r>
            <a:r>
              <a:rPr sz="1300">
                <a:solidFill>
                  <a:srgbClr val="000000"/>
                </a:solidFill>
                <a:latin typeface="Consolas"/>
              </a:rPr>
              <a:t> </a:t>
            </a:r>
            <a:r>
              <a:rPr sz="1300">
                <a:solidFill>
                  <a:srgbClr val="000000"/>
                </a:solidFill>
                <a:latin typeface="Consolas"/>
              </a:rPr>
              <a:t>Every</a:t>
            </a:r>
            <a:r>
              <a:rPr sz="1300">
                <a:solidFill>
                  <a:srgbClr val="000000"/>
                </a:solidFill>
                <a:latin typeface="Consolas"/>
              </a:rPr>
              <a:t> </a:t>
            </a:r>
            <a:r>
              <a:rPr sz="1300">
                <a:solidFill>
                  <a:srgbClr val="000000"/>
                </a:solidFill>
                <a:latin typeface="Consolas"/>
              </a:rPr>
              <a:t>model</a:t>
            </a:r>
            <a:r>
              <a:rPr sz="1300">
                <a:solidFill>
                  <a:srgbClr val="000000"/>
                </a:solidFill>
                <a:latin typeface="Consolas"/>
              </a:rPr>
              <a:t> </a:t>
            </a:r>
            <a:r>
              <a:rPr sz="1300">
                <a:solidFill>
                  <a:srgbClr val="000000"/>
                </a:solidFill>
                <a:latin typeface="Consolas"/>
              </a:rPr>
              <a:t>has</a:t>
            </a:r>
            <a:r>
              <a:rPr sz="1300">
                <a:solidFill>
                  <a:srgbClr val="000000"/>
                </a:solidFill>
                <a:latin typeface="Consolas"/>
              </a:rPr>
              <a:t> </a:t>
            </a:r>
            <a:r>
              <a:rPr sz="1300">
                <a:solidFill>
                  <a:srgbClr val="000000"/>
                </a:solidFill>
                <a:latin typeface="Consolas"/>
              </a:rPr>
              <a:t>a</a:t>
            </a:r>
            <a:r>
              <a:rPr sz="1300">
                <a:solidFill>
                  <a:srgbClr val="000000"/>
                </a:solidFill>
                <a:latin typeface="Consolas"/>
              </a:rPr>
              <a:t> </a:t>
            </a:r>
            <a:r>
              <a:rPr sz="1300">
                <a:solidFill>
                  <a:srgbClr val="A31515"/>
                </a:solidFill>
                <a:latin typeface="Consolas"/>
              </a:rPr>
              <a:t>`unit_tests`</a:t>
            </a:r>
            <a:r>
              <a:rPr sz="1300">
                <a:solidFill>
                  <a:srgbClr val="000000"/>
                </a:solidFill>
                <a:latin typeface="Consolas"/>
              </a:rPr>
              <a:t> </a:t>
            </a:r>
            <a:r>
              <a:rPr sz="1300">
                <a:solidFill>
                  <a:srgbClr val="000000"/>
                </a:solidFill>
                <a:latin typeface="Consolas"/>
              </a:rPr>
              <a:t>entry</a:t>
            </a:r>
            <a:r>
              <a:rPr sz="1300">
                <a:solidFill>
                  <a:srgbClr val="000000"/>
                </a:solidFill>
                <a:latin typeface="Consolas"/>
              </a:rPr>
              <a:t> </a:t>
            </a:r>
            <a:r>
              <a:rPr sz="1300">
                <a:solidFill>
                  <a:srgbClr val="000000"/>
                </a:solidFill>
                <a:latin typeface="Consolas"/>
              </a:rPr>
              <a:t>in</a:t>
            </a:r>
          </a:p>
          <a:p>
            <a:pPr>
              <a:lnSpc>
                <a:spcPct val="100000"/>
              </a:lnSpc>
              <a:spcBef>
                <a:spcPts val="0"/>
              </a:spcBef>
              <a:spcAft>
                <a:spcPts val="0"/>
              </a:spcAft>
            </a:pPr>
            <a:r>
              <a:rPr sz="1300">
                <a:solidFill>
                  <a:srgbClr val="000000"/>
                </a:solidFill>
                <a:latin typeface="Consolas"/>
              </a:rPr>
              <a:t> </a:t>
            </a:r>
            <a:r>
              <a:rPr sz="1300">
                <a:solidFill>
                  <a:srgbClr val="000000"/>
                </a:solidFill>
                <a:latin typeface="Consolas"/>
              </a:rPr>
              <a:t> </a:t>
            </a:r>
            <a:r>
              <a:rPr sz="1300">
                <a:solidFill>
                  <a:srgbClr val="000000"/>
                </a:solidFill>
                <a:latin typeface="Consolas"/>
              </a:rPr>
              <a:t>the</a:t>
            </a:r>
            <a:r>
              <a:rPr sz="1300">
                <a:solidFill>
                  <a:srgbClr val="000000"/>
                </a:solidFill>
                <a:latin typeface="Consolas"/>
              </a:rPr>
              <a:t> </a:t>
            </a:r>
            <a:r>
              <a:rPr sz="1300">
                <a:solidFill>
                  <a:srgbClr val="000000"/>
                </a:solidFill>
                <a:latin typeface="Consolas"/>
              </a:rPr>
              <a:t>sibling</a:t>
            </a:r>
            <a:r>
              <a:rPr sz="1300">
                <a:solidFill>
                  <a:srgbClr val="000000"/>
                </a:solidFill>
                <a:latin typeface="Consolas"/>
              </a:rPr>
              <a:t> </a:t>
            </a:r>
            <a:r>
              <a:rPr sz="1300">
                <a:solidFill>
                  <a:srgbClr val="A31515"/>
                </a:solidFill>
                <a:latin typeface="Consolas"/>
              </a:rPr>
              <a:t>`schema.yml`</a:t>
            </a:r>
            <a:r>
              <a:rPr sz="1300">
                <a:solidFill>
                  <a:srgbClr val="000000"/>
                </a:solidFill>
                <a:latin typeface="Consolas"/>
              </a:rPr>
              <a:t>.</a:t>
            </a:r>
            <a:r>
              <a:rPr sz="1300">
                <a:solidFill>
                  <a:srgbClr val="000000"/>
                </a:solidFill>
                <a:latin typeface="Consolas"/>
              </a:rPr>
              <a:t> </a:t>
            </a:r>
            <a:r>
              <a:rPr sz="1300">
                <a:solidFill>
                  <a:srgbClr val="000000"/>
                </a:solidFill>
                <a:latin typeface="Consolas"/>
              </a:rPr>
              <a:t>No</a:t>
            </a:r>
            <a:r>
              <a:rPr sz="1300">
                <a:solidFill>
                  <a:srgbClr val="000000"/>
                </a:solidFill>
                <a:latin typeface="Consolas"/>
              </a:rPr>
              <a:t> </a:t>
            </a:r>
            <a:r>
              <a:rPr sz="1300">
                <a:solidFill>
                  <a:srgbClr val="000000"/>
                </a:solidFill>
                <a:latin typeface="Consolas"/>
              </a:rPr>
              <a:t>exceptions.</a:t>
            </a:r>
          </a:p>
          <a:p>
            <a:pPr>
              <a:lnSpc>
                <a:spcPct val="100000"/>
              </a:lnSpc>
              <a:spcBef>
                <a:spcPts val="0"/>
              </a:spcBef>
              <a:spcAft>
                <a:spcPts val="0"/>
              </a:spcAft>
            </a:pPr>
            <a:r>
              <a:rPr sz="1300">
                <a:solidFill>
                  <a:srgbClr val="0000FF"/>
                </a:solidFill>
                <a:latin typeface="Consolas"/>
              </a:rPr>
              <a:t>-</a:t>
            </a:r>
            <a:r>
              <a:rPr sz="1300">
                <a:solidFill>
                  <a:srgbClr val="000000"/>
                </a:solidFill>
                <a:latin typeface="Consolas"/>
              </a:rPr>
              <a:t> </a:t>
            </a:r>
            <a:r>
              <a:rPr sz="1300">
                <a:solidFill>
                  <a:srgbClr val="000000"/>
                </a:solidFill>
                <a:latin typeface="Consolas"/>
              </a:rPr>
              <a:t>Use</a:t>
            </a:r>
            <a:r>
              <a:rPr sz="1300">
                <a:solidFill>
                  <a:srgbClr val="000000"/>
                </a:solidFill>
                <a:latin typeface="Consolas"/>
              </a:rPr>
              <a:t> </a:t>
            </a:r>
            <a:r>
              <a:rPr sz="1300">
                <a:solidFill>
                  <a:srgbClr val="A31515"/>
                </a:solidFill>
                <a:latin typeface="Consolas"/>
              </a:rPr>
              <a:t>`ref()`</a:t>
            </a:r>
            <a:r>
              <a:rPr sz="1300">
                <a:solidFill>
                  <a:srgbClr val="000000"/>
                </a:solidFill>
                <a:latin typeface="Consolas"/>
              </a:rPr>
              <a:t>.</a:t>
            </a:r>
            <a:r>
              <a:rPr sz="1300">
                <a:solidFill>
                  <a:srgbClr val="000000"/>
                </a:solidFill>
                <a:latin typeface="Consolas"/>
              </a:rPr>
              <a:t> </a:t>
            </a:r>
            <a:r>
              <a:rPr sz="1300">
                <a:solidFill>
                  <a:srgbClr val="000000"/>
                </a:solidFill>
                <a:latin typeface="Consolas"/>
              </a:rPr>
              <a:t>Never</a:t>
            </a:r>
            <a:r>
              <a:rPr sz="1300">
                <a:solidFill>
                  <a:srgbClr val="000000"/>
                </a:solidFill>
                <a:latin typeface="Consolas"/>
              </a:rPr>
              <a:t> </a:t>
            </a:r>
            <a:r>
              <a:rPr sz="1300">
                <a:solidFill>
                  <a:srgbClr val="000000"/>
                </a:solidFill>
                <a:latin typeface="Consolas"/>
              </a:rPr>
              <a:t>hardcode</a:t>
            </a:r>
            <a:r>
              <a:rPr sz="1300">
                <a:solidFill>
                  <a:srgbClr val="000000"/>
                </a:solidFill>
                <a:latin typeface="Consolas"/>
              </a:rPr>
              <a:t> </a:t>
            </a:r>
            <a:r>
              <a:rPr sz="1300">
                <a:solidFill>
                  <a:srgbClr val="000000"/>
                </a:solidFill>
                <a:latin typeface="Consolas"/>
              </a:rPr>
              <a:t>a</a:t>
            </a:r>
            <a:r>
              <a:rPr sz="1300">
                <a:solidFill>
                  <a:srgbClr val="000000"/>
                </a:solidFill>
                <a:latin typeface="Consolas"/>
              </a:rPr>
              <a:t> </a:t>
            </a:r>
            <a:r>
              <a:rPr sz="1300">
                <a:solidFill>
                  <a:srgbClr val="000000"/>
                </a:solidFill>
                <a:latin typeface="Consolas"/>
              </a:rPr>
              <a:t>schema.</a:t>
            </a:r>
          </a:p>
          <a:p>
            <a:pPr>
              <a:lnSpc>
                <a:spcPct val="100000"/>
              </a:lnSpc>
              <a:spcBef>
                <a:spcPts val="0"/>
              </a:spcBef>
              <a:spcAft>
                <a:spcPts val="0"/>
              </a:spcAft>
            </a:pPr>
            <a:r>
              <a:rPr sz="1300">
                <a:solidFill>
                  <a:srgbClr val="0000FF"/>
                </a:solidFill>
                <a:latin typeface="Consolas"/>
              </a:rPr>
              <a:t>-</a:t>
            </a:r>
            <a:r>
              <a:rPr sz="1300">
                <a:solidFill>
                  <a:srgbClr val="000000"/>
                </a:solidFill>
                <a:latin typeface="Consolas"/>
              </a:rPr>
              <a:t> </a:t>
            </a:r>
            <a:r>
              <a:rPr sz="1300">
                <a:solidFill>
                  <a:srgbClr val="000000"/>
                </a:solidFill>
                <a:latin typeface="Consolas"/>
              </a:rPr>
              <a:t>Incremental</a:t>
            </a:r>
            <a:r>
              <a:rPr sz="1300">
                <a:solidFill>
                  <a:srgbClr val="000000"/>
                </a:solidFill>
                <a:latin typeface="Consolas"/>
              </a:rPr>
              <a:t> </a:t>
            </a:r>
            <a:r>
              <a:rPr sz="1300">
                <a:solidFill>
                  <a:srgbClr val="000000"/>
                </a:solidFill>
                <a:latin typeface="Consolas"/>
              </a:rPr>
              <a:t>models</a:t>
            </a:r>
            <a:r>
              <a:rPr sz="1300">
                <a:solidFill>
                  <a:srgbClr val="000000"/>
                </a:solidFill>
                <a:latin typeface="Consolas"/>
              </a:rPr>
              <a:t> </a:t>
            </a:r>
            <a:r>
              <a:rPr sz="1300">
                <a:solidFill>
                  <a:srgbClr val="000000"/>
                </a:solidFill>
                <a:latin typeface="Consolas"/>
              </a:rPr>
              <a:t>set</a:t>
            </a:r>
            <a:r>
              <a:rPr sz="1300">
                <a:solidFill>
                  <a:srgbClr val="000000"/>
                </a:solidFill>
                <a:latin typeface="Consolas"/>
              </a:rPr>
              <a:t> </a:t>
            </a:r>
            <a:r>
              <a:rPr sz="1300">
                <a:solidFill>
                  <a:srgbClr val="A31515"/>
                </a:solidFill>
                <a:latin typeface="Consolas"/>
              </a:rPr>
              <a:t>`unique_key`</a:t>
            </a:r>
            <a:r>
              <a:rPr sz="1300">
                <a:solidFill>
                  <a:srgbClr val="000000"/>
                </a:solidFill>
                <a:latin typeface="Consolas"/>
              </a:rPr>
              <a:t> </a:t>
            </a:r>
            <a:r>
              <a:rPr sz="1300">
                <a:solidFill>
                  <a:srgbClr val="000000"/>
                </a:solidFill>
                <a:latin typeface="Consolas"/>
              </a:rPr>
              <a:t>and</a:t>
            </a:r>
          </a:p>
          <a:p>
            <a:pPr>
              <a:lnSpc>
                <a:spcPct val="100000"/>
              </a:lnSpc>
              <a:spcBef>
                <a:spcPts val="0"/>
              </a:spcBef>
              <a:spcAft>
                <a:spcPts val="0"/>
              </a:spcAft>
            </a:pPr>
            <a:r>
              <a:rPr sz="1300">
                <a:solidFill>
                  <a:srgbClr val="000000"/>
                </a:solidFill>
                <a:latin typeface="Consolas"/>
              </a:rPr>
              <a:t> </a:t>
            </a:r>
            <a:r>
              <a:rPr sz="1300">
                <a:solidFill>
                  <a:srgbClr val="000000"/>
                </a:solidFill>
                <a:latin typeface="Consolas"/>
              </a:rPr>
              <a:t> </a:t>
            </a:r>
            <a:r>
              <a:rPr sz="1300">
                <a:solidFill>
                  <a:srgbClr val="000000"/>
                </a:solidFill>
                <a:latin typeface="Consolas"/>
              </a:rPr>
              <a:t>must</a:t>
            </a:r>
            <a:r>
              <a:rPr sz="1300">
                <a:solidFill>
                  <a:srgbClr val="000000"/>
                </a:solidFill>
                <a:latin typeface="Consolas"/>
              </a:rPr>
              <a:t> </a:t>
            </a:r>
            <a:r>
              <a:rPr sz="1300">
                <a:solidFill>
                  <a:srgbClr val="000000"/>
                </a:solidFill>
                <a:latin typeface="Consolas"/>
              </a:rPr>
              <a:t>be</a:t>
            </a:r>
            <a:r>
              <a:rPr sz="1300">
                <a:solidFill>
                  <a:srgbClr val="000000"/>
                </a:solidFill>
                <a:latin typeface="Consolas"/>
              </a:rPr>
              <a:t> </a:t>
            </a:r>
            <a:r>
              <a:rPr sz="1300">
                <a:solidFill>
                  <a:srgbClr val="000000"/>
                </a:solidFill>
                <a:latin typeface="Consolas"/>
              </a:rPr>
              <a:t>idempotent</a:t>
            </a:r>
            <a:r>
              <a:rPr sz="1300">
                <a:solidFill>
                  <a:srgbClr val="000000"/>
                </a:solidFill>
                <a:latin typeface="Consolas"/>
              </a:rPr>
              <a:t> </a:t>
            </a:r>
            <a:r>
              <a:rPr sz="1300">
                <a:solidFill>
                  <a:srgbClr val="000000"/>
                </a:solidFill>
                <a:latin typeface="Consolas"/>
              </a:rPr>
              <a:t>on</a:t>
            </a:r>
            <a:r>
              <a:rPr sz="1300">
                <a:solidFill>
                  <a:srgbClr val="000000"/>
                </a:solidFill>
                <a:latin typeface="Consolas"/>
              </a:rPr>
              <a:t> </a:t>
            </a:r>
            <a:r>
              <a:rPr sz="1300">
                <a:solidFill>
                  <a:srgbClr val="000000"/>
                </a:solidFill>
                <a:latin typeface="Consolas"/>
              </a:rPr>
              <a:t>rerun.</a:t>
            </a:r>
          </a:p>
          <a:p>
            <a:pPr>
              <a:lnSpc>
                <a:spcPct val="100000"/>
              </a:lnSpc>
              <a:spcBef>
                <a:spcPts val="0"/>
              </a:spcBef>
              <a:spcAft>
                <a:spcPts val="0"/>
              </a:spcAft>
            </a:pPr>
            <a:r>
              <a:rPr sz="1300">
                <a:solidFill>
                  <a:srgbClr val="0000FF"/>
                </a:solidFill>
                <a:latin typeface="Consolas"/>
              </a:rPr>
              <a:t>-</a:t>
            </a:r>
            <a:r>
              <a:rPr sz="1300">
                <a:solidFill>
                  <a:srgbClr val="000000"/>
                </a:solidFill>
                <a:latin typeface="Consolas"/>
              </a:rPr>
              <a:t> </a:t>
            </a:r>
            <a:r>
              <a:rPr sz="1300">
                <a:solidFill>
                  <a:srgbClr val="000000"/>
                </a:solidFill>
                <a:latin typeface="Consolas"/>
              </a:rPr>
              <a:t>Money</a:t>
            </a:r>
            <a:r>
              <a:rPr sz="1300">
                <a:solidFill>
                  <a:srgbClr val="000000"/>
                </a:solidFill>
                <a:latin typeface="Consolas"/>
              </a:rPr>
              <a:t> </a:t>
            </a:r>
            <a:r>
              <a:rPr sz="1300">
                <a:solidFill>
                  <a:srgbClr val="000000"/>
                </a:solidFill>
                <a:latin typeface="Consolas"/>
              </a:rPr>
              <a:t>columns</a:t>
            </a:r>
            <a:r>
              <a:rPr sz="1300">
                <a:solidFill>
                  <a:srgbClr val="000000"/>
                </a:solidFill>
                <a:latin typeface="Consolas"/>
              </a:rPr>
              <a:t> </a:t>
            </a:r>
            <a:r>
              <a:rPr sz="1300">
                <a:solidFill>
                  <a:srgbClr val="000000"/>
                </a:solidFill>
                <a:latin typeface="Consolas"/>
              </a:rPr>
              <a:t>are</a:t>
            </a:r>
            <a:r>
              <a:rPr sz="1300">
                <a:solidFill>
                  <a:srgbClr val="000000"/>
                </a:solidFill>
                <a:latin typeface="Consolas"/>
              </a:rPr>
              <a:t> </a:t>
            </a:r>
            <a:r>
              <a:rPr sz="1300">
                <a:solidFill>
                  <a:srgbClr val="000000"/>
                </a:solidFill>
                <a:latin typeface="Consolas"/>
              </a:rPr>
              <a:t>NUMBER(38,0),</a:t>
            </a:r>
            <a:r>
              <a:rPr sz="1300">
                <a:solidFill>
                  <a:srgbClr val="000000"/>
                </a:solidFill>
                <a:latin typeface="Consolas"/>
              </a:rPr>
              <a:t> </a:t>
            </a:r>
            <a:r>
              <a:rPr sz="1300">
                <a:solidFill>
                  <a:srgbClr val="000000"/>
                </a:solidFill>
                <a:latin typeface="Consolas"/>
              </a:rPr>
              <a:t>minor</a:t>
            </a:r>
          </a:p>
          <a:p>
            <a:pPr>
              <a:lnSpc>
                <a:spcPct val="100000"/>
              </a:lnSpc>
              <a:spcBef>
                <a:spcPts val="0"/>
              </a:spcBef>
              <a:spcAft>
                <a:spcPts val="0"/>
              </a:spcAft>
            </a:pPr>
            <a:r>
              <a:rPr sz="1300">
                <a:solidFill>
                  <a:srgbClr val="000000"/>
                </a:solidFill>
                <a:latin typeface="Consolas"/>
              </a:rPr>
              <a:t> </a:t>
            </a:r>
            <a:r>
              <a:rPr sz="1300">
                <a:solidFill>
                  <a:srgbClr val="000000"/>
                </a:solidFill>
                <a:latin typeface="Consolas"/>
              </a:rPr>
              <a:t> </a:t>
            </a:r>
            <a:r>
              <a:rPr sz="1300">
                <a:solidFill>
                  <a:srgbClr val="000000"/>
                </a:solidFill>
                <a:latin typeface="Consolas"/>
              </a:rPr>
              <a:t>units.</a:t>
            </a:r>
            <a:r>
              <a:rPr sz="1300">
                <a:solidFill>
                  <a:srgbClr val="000000"/>
                </a:solidFill>
                <a:latin typeface="Consolas"/>
              </a:rPr>
              <a:t> </a:t>
            </a:r>
            <a:r>
              <a:rPr sz="1300">
                <a:solidFill>
                  <a:srgbClr val="000000"/>
                </a:solidFill>
                <a:latin typeface="Consolas"/>
              </a:rPr>
              <a:t>Rationale:</a:t>
            </a:r>
            <a:r>
              <a:rPr sz="1300">
                <a:solidFill>
                  <a:srgbClr val="000000"/>
                </a:solidFill>
                <a:latin typeface="Consolas"/>
              </a:rPr>
              <a:t> </a:t>
            </a:r>
            <a:r>
              <a:rPr sz="1300">
                <a:solidFill>
                  <a:srgbClr val="000000"/>
                </a:solidFill>
                <a:latin typeface="Consolas"/>
              </a:rPr>
              <a:t>ADR-0007.</a:t>
            </a:r>
          </a:p>
          <a:p>
            <a:pPr>
              <a:lnSpc>
                <a:spcPct val="100000"/>
              </a:lnSpc>
              <a:spcBef>
                <a:spcPts val="0"/>
              </a:spcBef>
              <a:spcAft>
                <a:spcPts val="0"/>
              </a:spcAft>
            </a:pPr>
            <a:r>
              <a:rPr sz="1300">
                <a:latin typeface="Consolas"/>
              </a:rPr>
              <a:t> </a:t>
            </a:r>
          </a:p>
          <a:p>
            <a:pPr>
              <a:lnSpc>
                <a:spcPct val="100000"/>
              </a:lnSpc>
              <a:spcBef>
                <a:spcPts val="0"/>
              </a:spcBef>
              <a:spcAft>
                <a:spcPts val="0"/>
              </a:spcAft>
            </a:pPr>
            <a:r>
              <a:rPr sz="1300">
                <a:solidFill>
                  <a:srgbClr val="800000"/>
                </a:solidFill>
                <a:latin typeface="Consolas"/>
              </a:rPr>
              <a:t># Do not</a:t>
            </a:r>
          </a:p>
          <a:p>
            <a:pPr>
              <a:lnSpc>
                <a:spcPct val="100000"/>
              </a:lnSpc>
              <a:spcBef>
                <a:spcPts val="0"/>
              </a:spcBef>
              <a:spcAft>
                <a:spcPts val="0"/>
              </a:spcAft>
            </a:pPr>
            <a:r>
              <a:rPr sz="1300">
                <a:latin typeface="Consolas"/>
              </a:rPr>
              <a:t> </a:t>
            </a:r>
          </a:p>
          <a:p>
            <a:pPr>
              <a:lnSpc>
                <a:spcPct val="100000"/>
              </a:lnSpc>
              <a:spcBef>
                <a:spcPts val="0"/>
              </a:spcBef>
              <a:spcAft>
                <a:spcPts val="0"/>
              </a:spcAft>
            </a:pPr>
            <a:r>
              <a:rPr sz="1300">
                <a:solidFill>
                  <a:srgbClr val="0000FF"/>
                </a:solidFill>
                <a:latin typeface="Consolas"/>
              </a:rPr>
              <a:t>-</a:t>
            </a:r>
            <a:r>
              <a:rPr sz="1300">
                <a:solidFill>
                  <a:srgbClr val="000000"/>
                </a:solidFill>
                <a:latin typeface="Consolas"/>
              </a:rPr>
              <a:t> </a:t>
            </a:r>
            <a:r>
              <a:rPr sz="1300">
                <a:solidFill>
                  <a:srgbClr val="000000"/>
                </a:solidFill>
                <a:latin typeface="Consolas"/>
              </a:rPr>
              <a:t>No</a:t>
            </a:r>
            <a:r>
              <a:rPr sz="1300">
                <a:solidFill>
                  <a:srgbClr val="000000"/>
                </a:solidFill>
                <a:latin typeface="Consolas"/>
              </a:rPr>
              <a:t> </a:t>
            </a:r>
            <a:r>
              <a:rPr sz="1300">
                <a:solidFill>
                  <a:srgbClr val="A31515"/>
                </a:solidFill>
                <a:latin typeface="Consolas"/>
              </a:rPr>
              <a:t>`post_hook`</a:t>
            </a:r>
            <a:r>
              <a:rPr sz="1300">
                <a:solidFill>
                  <a:srgbClr val="000000"/>
                </a:solidFill>
                <a:latin typeface="Consolas"/>
              </a:rPr>
              <a:t> </a:t>
            </a:r>
            <a:r>
              <a:rPr sz="1300">
                <a:solidFill>
                  <a:srgbClr val="000000"/>
                </a:solidFill>
                <a:latin typeface="Consolas"/>
              </a:rPr>
              <a:t>that</a:t>
            </a:r>
            <a:r>
              <a:rPr sz="1300">
                <a:solidFill>
                  <a:srgbClr val="000000"/>
                </a:solidFill>
                <a:latin typeface="Consolas"/>
              </a:rPr>
              <a:t> </a:t>
            </a:r>
            <a:r>
              <a:rPr sz="1300">
                <a:solidFill>
                  <a:srgbClr val="000000"/>
                </a:solidFill>
                <a:latin typeface="Consolas"/>
              </a:rPr>
              <a:t>writes</a:t>
            </a:r>
            <a:r>
              <a:rPr sz="1300">
                <a:solidFill>
                  <a:srgbClr val="000000"/>
                </a:solidFill>
                <a:latin typeface="Consolas"/>
              </a:rPr>
              <a:t> </a:t>
            </a:r>
            <a:r>
              <a:rPr sz="1300">
                <a:solidFill>
                  <a:srgbClr val="000000"/>
                </a:solidFill>
                <a:latin typeface="Consolas"/>
              </a:rPr>
              <a:t>outside</a:t>
            </a:r>
            <a:r>
              <a:rPr sz="1300">
                <a:solidFill>
                  <a:srgbClr val="000000"/>
                </a:solidFill>
                <a:latin typeface="Consolas"/>
              </a:rPr>
              <a:t> </a:t>
            </a:r>
            <a:r>
              <a:rPr sz="1300">
                <a:solidFill>
                  <a:srgbClr val="000000"/>
                </a:solidFill>
                <a:latin typeface="Consolas"/>
              </a:rPr>
              <a:t>the</a:t>
            </a:r>
          </a:p>
          <a:p>
            <a:pPr>
              <a:lnSpc>
                <a:spcPct val="100000"/>
              </a:lnSpc>
              <a:spcBef>
                <a:spcPts val="0"/>
              </a:spcBef>
              <a:spcAft>
                <a:spcPts val="0"/>
              </a:spcAft>
            </a:pPr>
            <a:r>
              <a:rPr sz="1300">
                <a:solidFill>
                  <a:srgbClr val="000000"/>
                </a:solidFill>
                <a:latin typeface="Consolas"/>
              </a:rPr>
              <a:t> </a:t>
            </a:r>
            <a:r>
              <a:rPr sz="1300">
                <a:solidFill>
                  <a:srgbClr val="000000"/>
                </a:solidFill>
                <a:latin typeface="Consolas"/>
              </a:rPr>
              <a:t> </a:t>
            </a:r>
            <a:r>
              <a:rPr sz="1300">
                <a:solidFill>
                  <a:srgbClr val="000000"/>
                </a:solidFill>
                <a:latin typeface="Consolas"/>
              </a:rPr>
              <a:t>model's</a:t>
            </a:r>
            <a:r>
              <a:rPr sz="1300">
                <a:solidFill>
                  <a:srgbClr val="000000"/>
                </a:solidFill>
                <a:latin typeface="Consolas"/>
              </a:rPr>
              <a:t> </a:t>
            </a:r>
            <a:r>
              <a:rPr sz="1300">
                <a:solidFill>
                  <a:srgbClr val="000000"/>
                </a:solidFill>
                <a:latin typeface="Consolas"/>
              </a:rPr>
              <a:t>own</a:t>
            </a:r>
            <a:r>
              <a:rPr sz="1300">
                <a:solidFill>
                  <a:srgbClr val="000000"/>
                </a:solidFill>
                <a:latin typeface="Consolas"/>
              </a:rPr>
              <a:t> </a:t>
            </a:r>
            <a:r>
              <a:rPr sz="1300">
                <a:solidFill>
                  <a:srgbClr val="000000"/>
                </a:solidFill>
                <a:latin typeface="Consolas"/>
              </a:rPr>
              <a:t>schema.</a:t>
            </a:r>
          </a:p>
          <a:p>
            <a:pPr>
              <a:lnSpc>
                <a:spcPct val="100000"/>
              </a:lnSpc>
              <a:spcBef>
                <a:spcPts val="0"/>
              </a:spcBef>
              <a:spcAft>
                <a:spcPts val="0"/>
              </a:spcAft>
            </a:pPr>
            <a:r>
              <a:rPr sz="1300">
                <a:solidFill>
                  <a:srgbClr val="0000FF"/>
                </a:solidFill>
                <a:latin typeface="Consolas"/>
              </a:rPr>
              <a:t>-</a:t>
            </a:r>
            <a:r>
              <a:rPr sz="1300">
                <a:solidFill>
                  <a:srgbClr val="000000"/>
                </a:solidFill>
                <a:latin typeface="Consolas"/>
              </a:rPr>
              <a:t> </a:t>
            </a:r>
            <a:r>
              <a:rPr sz="1300">
                <a:solidFill>
                  <a:srgbClr val="000000"/>
                </a:solidFill>
                <a:latin typeface="Consolas"/>
              </a:rPr>
              <a:t>No</a:t>
            </a:r>
            <a:r>
              <a:rPr sz="1300">
                <a:solidFill>
                  <a:srgbClr val="000000"/>
                </a:solidFill>
                <a:latin typeface="Consolas"/>
              </a:rPr>
              <a:t> </a:t>
            </a:r>
            <a:r>
              <a:rPr sz="1300">
                <a:solidFill>
                  <a:srgbClr val="A31515"/>
                </a:solidFill>
                <a:latin typeface="Consolas"/>
              </a:rPr>
              <a:t>`dbt run-operation`</a:t>
            </a:r>
            <a:r>
              <a:rPr sz="1300">
                <a:solidFill>
                  <a:srgbClr val="000000"/>
                </a:solidFill>
                <a:latin typeface="Consolas"/>
              </a:rPr>
              <a:t> </a:t>
            </a:r>
            <a:r>
              <a:rPr sz="1300">
                <a:solidFill>
                  <a:srgbClr val="000000"/>
                </a:solidFill>
                <a:latin typeface="Consolas"/>
              </a:rPr>
              <a:t>in</a:t>
            </a:r>
            <a:r>
              <a:rPr sz="1300">
                <a:solidFill>
                  <a:srgbClr val="000000"/>
                </a:solidFill>
                <a:latin typeface="Consolas"/>
              </a:rPr>
              <a:t> </a:t>
            </a:r>
            <a:r>
              <a:rPr sz="1300">
                <a:solidFill>
                  <a:srgbClr val="000000"/>
                </a:solidFill>
                <a:latin typeface="Consolas"/>
              </a:rPr>
              <a:t>CI.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1800"/>
              <a:t>Declare both human and agent environments</a:t>
            </a:r>
          </a:p>
        </p:txBody>
      </p:sp>
      <p:sp>
        <p:nvSpPr>
          <p:cNvPr id="3" name="Text Placeholder 2"/>
          <p:cNvSpPr>
            <a:spLocks noGrp="1"/>
          </p:cNvSpPr>
          <p:nvPr>
            <p:ph type="body" idx="13" sz="quarter"/>
          </p:nvPr>
        </p:nvSpPr>
        <p:spPr/>
        <p:txBody>
          <a:bodyPr wrap="none"/>
          <a:lstStyle/>
          <a:p>
            <a:pPr>
              <a:buNone/>
            </a:pPr>
            <a:r>
              <a:rPr sz="1300"/>
              <a:t>devcontainer.json + copilot-setup-steps.yml</a:t>
            </a:r>
          </a:p>
        </p:txBody>
      </p:sp>
      <p:sp>
        <p:nvSpPr>
          <p:cNvPr id="4" name="Text Placeholder 3"/>
          <p:cNvSpPr>
            <a:spLocks noGrp="1"/>
          </p:cNvSpPr>
          <p:nvPr>
            <p:ph type="body" idx="11" sz="quarter"/>
          </p:nvPr>
        </p:nvSpPr>
        <p:spPr/>
        <p:txBody>
          <a:bodyPr wrap="none"/>
          <a:lstStyle/>
          <a:p>
            <a:pPr>
              <a:lnSpc>
                <a:spcPct val="100000"/>
              </a:lnSpc>
              <a:spcBef>
                <a:spcPts val="0"/>
              </a:spcBef>
              <a:spcAft>
                <a:spcPts val="0"/>
              </a:spcAft>
            </a:pPr>
            <a:r>
              <a:rPr sz="1300">
                <a:solidFill>
                  <a:srgbClr val="000000"/>
                </a:solidFill>
                <a:latin typeface="Consolas"/>
              </a:rPr>
              <a:t>// .devcontainer/devcontainer.json</a:t>
            </a:r>
          </a:p>
          <a:p>
            <a:pPr>
              <a:lnSpc>
                <a:spcPct val="100000"/>
              </a:lnSpc>
              <a:spcBef>
                <a:spcPts val="0"/>
              </a:spcBef>
              <a:spcAft>
                <a:spcPts val="0"/>
              </a:spcAft>
            </a:pPr>
            <a:r>
              <a:rPr sz="1300">
                <a:solidFill>
                  <a:srgbClr val="000000"/>
                </a:solidFill>
                <a:latin typeface="Consolas"/>
              </a:rPr>
              <a:t>{</a:t>
            </a:r>
          </a:p>
          <a:p>
            <a:pPr>
              <a:lnSpc>
                <a:spcPct val="100000"/>
              </a:lnSpc>
              <a:spcBef>
                <a:spcPts val="0"/>
              </a:spcBef>
              <a:spcAft>
                <a:spcPts val="0"/>
              </a:spcAft>
            </a:pPr>
            <a:r>
              <a:rPr sz="1300">
                <a:solidFill>
                  <a:srgbClr val="000000"/>
                </a:solidFill>
                <a:latin typeface="Consolas"/>
              </a:rPr>
              <a:t>  "name": "supply-planning",</a:t>
            </a:r>
          </a:p>
          <a:p>
            <a:pPr>
              <a:lnSpc>
                <a:spcPct val="100000"/>
              </a:lnSpc>
              <a:spcBef>
                <a:spcPts val="0"/>
              </a:spcBef>
              <a:spcAft>
                <a:spcPts val="0"/>
              </a:spcAft>
            </a:pPr>
            <a:r>
              <a:rPr sz="1300">
                <a:solidFill>
                  <a:srgbClr val="000000"/>
                </a:solidFill>
                <a:latin typeface="Consolas"/>
              </a:rPr>
              <a:t>  "image": "ghcr.io/acme/supply-dev:2026.07",</a:t>
            </a:r>
          </a:p>
          <a:p>
            <a:pPr>
              <a:lnSpc>
                <a:spcPct val="100000"/>
              </a:lnSpc>
              <a:spcBef>
                <a:spcPts val="0"/>
              </a:spcBef>
              <a:spcAft>
                <a:spcPts val="0"/>
              </a:spcAft>
            </a:pPr>
            <a:r>
              <a:rPr sz="1300">
                <a:solidFill>
                  <a:srgbClr val="000000"/>
                </a:solidFill>
                <a:latin typeface="Consolas"/>
              </a:rPr>
              <a:t>  "postCreateCommand": "uv sync --frozen"</a:t>
            </a:r>
          </a:p>
          <a:p>
            <a:pPr>
              <a:lnSpc>
                <a:spcPct val="100000"/>
              </a:lnSpc>
              <a:spcBef>
                <a:spcPts val="0"/>
              </a:spcBef>
              <a:spcAft>
                <a:spcPts val="0"/>
              </a:spcAft>
            </a:pPr>
            <a:r>
              <a:rPr sz="1300">
                <a:solidFill>
                  <a:srgbClr val="000000"/>
                </a:solidFill>
                <a:latin typeface="Consolas"/>
              </a:rPr>
              <a:t>}</a:t>
            </a:r>
          </a:p>
          <a:p>
            <a:pPr>
              <a:lnSpc>
                <a:spcPct val="100000"/>
              </a:lnSpc>
              <a:spcBef>
                <a:spcPts val="0"/>
              </a:spcBef>
              <a:spcAft>
                <a:spcPts val="0"/>
              </a:spcAft>
            </a:pPr>
            <a:r>
              <a:rPr sz="1300">
                <a:solidFill>
                  <a:srgbClr val="000000"/>
                </a:solidFill>
                <a:latin typeface="Consolas"/>
              </a:rPr>
              <a:t># .github/workflows/copilot-setup-steps.yml</a:t>
            </a:r>
          </a:p>
          <a:p>
            <a:pPr>
              <a:lnSpc>
                <a:spcPct val="100000"/>
              </a:lnSpc>
              <a:spcBef>
                <a:spcPts val="0"/>
              </a:spcBef>
              <a:spcAft>
                <a:spcPts val="0"/>
              </a:spcAft>
            </a:pPr>
            <a:r>
              <a:rPr sz="1300">
                <a:solidFill>
                  <a:srgbClr val="000000"/>
                </a:solidFill>
                <a:latin typeface="Consolas"/>
              </a:rPr>
              <a:t>name: Copilot Setup Steps</a:t>
            </a:r>
          </a:p>
          <a:p>
            <a:pPr>
              <a:lnSpc>
                <a:spcPct val="100000"/>
              </a:lnSpc>
              <a:spcBef>
                <a:spcPts val="0"/>
              </a:spcBef>
              <a:spcAft>
                <a:spcPts val="0"/>
              </a:spcAft>
            </a:pPr>
            <a:r>
              <a:rPr sz="1300">
                <a:solidFill>
                  <a:srgbClr val="000000"/>
                </a:solidFill>
                <a:latin typeface="Consolas"/>
              </a:rPr>
              <a:t>on: [workflow_dispatch]</a:t>
            </a:r>
          </a:p>
          <a:p>
            <a:pPr>
              <a:lnSpc>
                <a:spcPct val="100000"/>
              </a:lnSpc>
              <a:spcBef>
                <a:spcPts val="0"/>
              </a:spcBef>
              <a:spcAft>
                <a:spcPts val="0"/>
              </a:spcAft>
            </a:pPr>
            <a:r>
              <a:rPr sz="1300">
                <a:solidFill>
                  <a:srgbClr val="000000"/>
                </a:solidFill>
                <a:latin typeface="Consolas"/>
              </a:rPr>
              <a:t>jobs:</a:t>
            </a:r>
          </a:p>
          <a:p>
            <a:pPr>
              <a:lnSpc>
                <a:spcPct val="100000"/>
              </a:lnSpc>
              <a:spcBef>
                <a:spcPts val="0"/>
              </a:spcBef>
              <a:spcAft>
                <a:spcPts val="0"/>
              </a:spcAft>
            </a:pPr>
            <a:r>
              <a:rPr sz="1300">
                <a:solidFill>
                  <a:srgbClr val="000000"/>
                </a:solidFill>
                <a:latin typeface="Consolas"/>
              </a:rPr>
              <a:t>  # Renaming this job silently disables it.</a:t>
            </a:r>
          </a:p>
          <a:p>
            <a:pPr>
              <a:lnSpc>
                <a:spcPct val="100000"/>
              </a:lnSpc>
              <a:spcBef>
                <a:spcPts val="0"/>
              </a:spcBef>
              <a:spcAft>
                <a:spcPts val="0"/>
              </a:spcAft>
            </a:pPr>
            <a:r>
              <a:rPr sz="1300">
                <a:solidFill>
                  <a:srgbClr val="000000"/>
                </a:solidFill>
                <a:latin typeface="Consolas"/>
              </a:rPr>
              <a:t>  copilot-setup-steps:</a:t>
            </a:r>
          </a:p>
          <a:p>
            <a:pPr>
              <a:lnSpc>
                <a:spcPct val="100000"/>
              </a:lnSpc>
              <a:spcBef>
                <a:spcPts val="0"/>
              </a:spcBef>
              <a:spcAft>
                <a:spcPts val="0"/>
              </a:spcAft>
            </a:pPr>
            <a:r>
              <a:rPr sz="1300">
                <a:solidFill>
                  <a:srgbClr val="000000"/>
                </a:solidFill>
                <a:latin typeface="Consolas"/>
              </a:rPr>
              <a:t>    runs-on: ubuntu-latest</a:t>
            </a:r>
          </a:p>
          <a:p>
            <a:pPr>
              <a:lnSpc>
                <a:spcPct val="100000"/>
              </a:lnSpc>
              <a:spcBef>
                <a:spcPts val="0"/>
              </a:spcBef>
              <a:spcAft>
                <a:spcPts val="0"/>
              </a:spcAft>
            </a:pPr>
            <a:r>
              <a:rPr sz="1300">
                <a:solidFill>
                  <a:srgbClr val="000000"/>
                </a:solidFill>
                <a:latin typeface="Consolas"/>
              </a:rPr>
              <a:t>    permissions:</a:t>
            </a:r>
          </a:p>
          <a:p>
            <a:pPr>
              <a:lnSpc>
                <a:spcPct val="100000"/>
              </a:lnSpc>
              <a:spcBef>
                <a:spcPts val="0"/>
              </a:spcBef>
              <a:spcAft>
                <a:spcPts val="0"/>
              </a:spcAft>
            </a:pPr>
            <a:r>
              <a:rPr sz="1300">
                <a:solidFill>
                  <a:srgbClr val="000000"/>
                </a:solidFill>
                <a:latin typeface="Consolas"/>
              </a:rPr>
              <a:t>      contents: read</a:t>
            </a:r>
          </a:p>
          <a:p>
            <a:pPr>
              <a:lnSpc>
                <a:spcPct val="100000"/>
              </a:lnSpc>
              <a:spcBef>
                <a:spcPts val="0"/>
              </a:spcBef>
              <a:spcAft>
                <a:spcPts val="0"/>
              </a:spcAft>
            </a:pPr>
            <a:r>
              <a:rPr sz="1300">
                <a:solidFill>
                  <a:srgbClr val="000000"/>
                </a:solidFill>
                <a:latin typeface="Consolas"/>
              </a:rPr>
              <a:t>    timeout-minutes: 20</a:t>
            </a:r>
          </a:p>
          <a:p>
            <a:pPr>
              <a:lnSpc>
                <a:spcPct val="100000"/>
              </a:lnSpc>
              <a:spcBef>
                <a:spcPts val="0"/>
              </a:spcBef>
              <a:spcAft>
                <a:spcPts val="0"/>
              </a:spcAft>
            </a:pPr>
            <a:r>
              <a:rPr sz="1300">
                <a:solidFill>
                  <a:srgbClr val="000000"/>
                </a:solidFill>
                <a:latin typeface="Consolas"/>
              </a:rPr>
              <a:t>    steps:</a:t>
            </a:r>
          </a:p>
          <a:p>
            <a:pPr>
              <a:lnSpc>
                <a:spcPct val="100000"/>
              </a:lnSpc>
              <a:spcBef>
                <a:spcPts val="0"/>
              </a:spcBef>
              <a:spcAft>
                <a:spcPts val="0"/>
              </a:spcAft>
            </a:pPr>
            <a:r>
              <a:rPr sz="1300">
                <a:solidFill>
                  <a:srgbClr val="000000"/>
                </a:solidFill>
                <a:latin typeface="Consolas"/>
              </a:rPr>
              <a:t>      - uses: actions/checkout@v6</a:t>
            </a:r>
          </a:p>
          <a:p>
            <a:pPr>
              <a:lnSpc>
                <a:spcPct val="100000"/>
              </a:lnSpc>
              <a:spcBef>
                <a:spcPts val="0"/>
              </a:spcBef>
              <a:spcAft>
                <a:spcPts val="0"/>
              </a:spcAft>
            </a:pPr>
            <a:r>
              <a:rPr sz="1300">
                <a:solidFill>
                  <a:srgbClr val="000000"/>
                </a:solidFill>
                <a:latin typeface="Consolas"/>
              </a:rPr>
              <a:t>      - uses: astral-sh/setup-uv@v9</a:t>
            </a:r>
          </a:p>
          <a:p>
            <a:pPr>
              <a:lnSpc>
                <a:spcPct val="100000"/>
              </a:lnSpc>
              <a:spcBef>
                <a:spcPts val="0"/>
              </a:spcBef>
              <a:spcAft>
                <a:spcPts val="0"/>
              </a:spcAft>
            </a:pPr>
            <a:r>
              <a:rPr sz="1300">
                <a:solidFill>
                  <a:srgbClr val="000000"/>
                </a:solidFill>
                <a:latin typeface="Consolas"/>
              </a:rPr>
              <a:t>      - run: uv sync --frozen</a:t>
            </a:r>
          </a:p>
        </p:txBody>
      </p:sp>
      <p:sp>
        <p:nvSpPr>
          <p:cNvPr id="5" name="Text Placeholder 4"/>
          <p:cNvSpPr>
            <a:spLocks noGrp="1"/>
          </p:cNvSpPr>
          <p:nvPr>
            <p:ph type="body" idx="10" sz="quarter"/>
          </p:nvPr>
        </p:nvSpPr>
        <p:spPr/>
        <p:txBody>
          <a:bodyPr wrap="square"/>
          <a:lstStyle/>
          <a:p>
            <a:pPr/>
            <a:r>
              <a:rPr sz="1400"/>
              <a:t>Agent environment is ephemeral on Actions</a:t>
            </a:r>
          </a:p>
          <a:p>
            <a:pPr/>
            <a:r>
              <a:rPr sz="1400"/>
              <a:t>Job name: `copilot-setup-steps`</a:t>
            </a:r>
          </a:p>
          <a:p>
            <a:pPr/>
            <a:r>
              <a:rPr sz="1400"/>
              <a:t>Only six documented job keys are honored</a:t>
            </a:r>
          </a:p>
          <a:p>
            <a:pPr/>
            <a:r>
              <a:rPr sz="1400"/>
              <a:t>Devcontainer and agent setup are separate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Pinning the toolchain, five stacks</a:t>
            </a:r>
          </a:p>
        </p:txBody>
      </p:sp>
      <p:sp>
        <p:nvSpPr>
          <p:cNvPr id="3" name="Text Placeholder 2"/>
          <p:cNvSpPr>
            <a:spLocks noGrp="1"/>
          </p:cNvSpPr>
          <p:nvPr>
            <p:ph type="body" idx="13" sz="quarter"/>
          </p:nvPr>
        </p:nvSpPr>
        <p:spPr/>
        <p:txBody>
          <a:bodyPr wrap="none"/>
          <a:lstStyle/>
          <a:p>
            <a:pPr>
              <a:buNone/>
            </a:pPr>
            <a:r>
              <a:rPr sz="1300"/>
              <a:t>what to pin, and with what</a:t>
            </a:r>
          </a:p>
        </p:txBody>
      </p:sp>
      <p:sp>
        <p:nvSpPr>
          <p:cNvPr id="4" name="Text Placeholder 3"/>
          <p:cNvSpPr>
            <a:spLocks noGrp="1"/>
          </p:cNvSpPr>
          <p:nvPr>
            <p:ph type="body" idx="11" sz="quarter"/>
          </p:nvPr>
        </p:nvSpPr>
        <p:spPr/>
        <p:txBody>
          <a:bodyPr wrap="none"/>
          <a:lstStyle/>
          <a:p>
            <a:pPr>
              <a:lnSpc>
                <a:spcPct val="100000"/>
              </a:lnSpc>
              <a:spcBef>
                <a:spcPts val="0"/>
              </a:spcBef>
              <a:spcAft>
                <a:spcPts val="0"/>
              </a:spcAft>
            </a:pPr>
            <a:r>
              <a:rPr sz="1400">
                <a:solidFill>
                  <a:srgbClr val="000000"/>
                </a:solidFill>
                <a:latin typeface="Consolas"/>
              </a:rPr>
              <a:t>Python      .python-version   3.12.7          uv reads it walking up from cwd</a:t>
            </a:r>
          </a:p>
          <a:p>
            <a:pPr>
              <a:lnSpc>
                <a:spcPct val="100000"/>
              </a:lnSpc>
              <a:spcBef>
                <a:spcPts val="0"/>
              </a:spcBef>
              <a:spcAft>
                <a:spcPts val="0"/>
              </a:spcAft>
            </a:pPr>
            <a:r>
              <a:rPr sz="1400">
                <a:solidFill>
                  <a:srgbClr val="000000"/>
                </a:solidFill>
                <a:latin typeface="Consolas"/>
              </a:rPr>
              <a:t>            uv.lock           exact resolution   -&gt;  uv sync --frozen</a:t>
            </a:r>
          </a:p>
          <a:p>
            <a:pPr>
              <a:lnSpc>
                <a:spcPct val="100000"/>
              </a:lnSpc>
              <a:spcBef>
                <a:spcPts val="0"/>
              </a:spcBef>
              <a:spcAft>
                <a:spcPts val="0"/>
              </a:spcAft>
            </a:pPr>
            <a:r>
              <a:rPr sz="1400">
                <a:latin typeface="Consolas"/>
              </a:rPr>
              <a:t> </a:t>
            </a:r>
          </a:p>
          <a:p>
            <a:pPr>
              <a:lnSpc>
                <a:spcPct val="100000"/>
              </a:lnSpc>
              <a:spcBef>
                <a:spcPts val="0"/>
              </a:spcBef>
              <a:spcAft>
                <a:spcPts val="0"/>
              </a:spcAft>
            </a:pPr>
            <a:r>
              <a:rPr sz="1400">
                <a:solidFill>
                  <a:srgbClr val="000000"/>
                </a:solidFill>
                <a:latin typeface="Consolas"/>
              </a:rPr>
              <a:t>Node / TS   package.json      "engines": {"node": "24.11.1"}</a:t>
            </a:r>
          </a:p>
          <a:p>
            <a:pPr>
              <a:lnSpc>
                <a:spcPct val="100000"/>
              </a:lnSpc>
              <a:spcBef>
                <a:spcPts val="0"/>
              </a:spcBef>
              <a:spcAft>
                <a:spcPts val="0"/>
              </a:spcAft>
            </a:pPr>
            <a:r>
              <a:rPr sz="1400">
                <a:solidFill>
                  <a:srgbClr val="000000"/>
                </a:solidFill>
                <a:latin typeface="Consolas"/>
              </a:rPr>
              <a:t>            "packageManager": "pnpm@11.14.0"  (Corepack installed, or pnpm 11)</a:t>
            </a:r>
          </a:p>
          <a:p>
            <a:pPr>
              <a:lnSpc>
                <a:spcPct val="100000"/>
              </a:lnSpc>
              <a:spcBef>
                <a:spcPts val="0"/>
              </a:spcBef>
              <a:spcAft>
                <a:spcPts val="0"/>
              </a:spcAft>
            </a:pPr>
            <a:r>
              <a:rPr sz="1400">
                <a:solidFill>
                  <a:srgbClr val="000000"/>
                </a:solidFill>
                <a:latin typeface="Consolas"/>
              </a:rPr>
              <a:t>            pnpm-lock.yaml               -&gt;  pnpm install --frozen-lockfile</a:t>
            </a:r>
          </a:p>
          <a:p>
            <a:pPr>
              <a:lnSpc>
                <a:spcPct val="100000"/>
              </a:lnSpc>
              <a:spcBef>
                <a:spcPts val="0"/>
              </a:spcBef>
              <a:spcAft>
                <a:spcPts val="0"/>
              </a:spcAft>
            </a:pPr>
            <a:r>
              <a:rPr sz="1400">
                <a:solidFill>
                  <a:srgbClr val="000000"/>
                </a:solidFill>
                <a:latin typeface="Consolas"/>
              </a:rPr>
              <a:t>Java        .sdkmanrc         java=21.0.4-tem  -&gt;  sdk env</a:t>
            </a:r>
          </a:p>
          <a:p>
            <a:pPr>
              <a:lnSpc>
                <a:spcPct val="100000"/>
              </a:lnSpc>
              <a:spcBef>
                <a:spcPts val="0"/>
              </a:spcBef>
              <a:spcAft>
                <a:spcPts val="0"/>
              </a:spcAft>
            </a:pPr>
            <a:r>
              <a:rPr sz="1400">
                <a:solidFill>
                  <a:srgbClr val="000000"/>
                </a:solidFill>
                <a:latin typeface="Consolas"/>
              </a:rPr>
              <a:t>            .mvn/wrapper/maven-wrapper.properties  distributionUrl pins Maven</a:t>
            </a:r>
          </a:p>
          <a:p>
            <a:pPr>
              <a:lnSpc>
                <a:spcPct val="100000"/>
              </a:lnSpc>
              <a:spcBef>
                <a:spcPts val="0"/>
              </a:spcBef>
              <a:spcAft>
                <a:spcPts val="0"/>
              </a:spcAft>
            </a:pPr>
            <a:r>
              <a:rPr sz="1400">
                <a:latin typeface="Consolas"/>
              </a:rPr>
              <a:t> </a:t>
            </a:r>
          </a:p>
          <a:p>
            <a:pPr>
              <a:lnSpc>
                <a:spcPct val="100000"/>
              </a:lnSpc>
              <a:spcBef>
                <a:spcPts val="0"/>
              </a:spcBef>
              <a:spcAft>
                <a:spcPts val="0"/>
              </a:spcAft>
            </a:pPr>
            <a:r>
              <a:rPr sz="1400">
                <a:solidFill>
                  <a:srgbClr val="000000"/>
                </a:solidFill>
                <a:latin typeface="Consolas"/>
              </a:rPr>
              <a:t>SAP CAP     package.json      "@sap/cds": "^9.7.0"   caret, NOT pinned</a:t>
            </a:r>
          </a:p>
          <a:p>
            <a:pPr>
              <a:lnSpc>
                <a:spcPct val="100000"/>
              </a:lnSpc>
              <a:spcBef>
                <a:spcPts val="0"/>
              </a:spcBef>
              <a:spcAft>
                <a:spcPts val="0"/>
              </a:spcAft>
            </a:pPr>
            <a:r>
              <a:rPr sz="1400">
                <a:solidFill>
                  <a:srgbClr val="000000"/>
                </a:solidFill>
                <a:latin typeface="Consolas"/>
              </a:rPr>
              <a:t>            package-lock.json                    -&gt;  npm ci</a:t>
            </a:r>
          </a:p>
          <a:p>
            <a:pPr>
              <a:lnSpc>
                <a:spcPct val="100000"/>
              </a:lnSpc>
              <a:spcBef>
                <a:spcPts val="0"/>
              </a:spcBef>
              <a:spcAft>
                <a:spcPts val="0"/>
              </a:spcAft>
            </a:pPr>
            <a:r>
              <a:rPr sz="1400">
                <a:latin typeface="Consolas"/>
              </a:rPr>
              <a:t> </a:t>
            </a:r>
          </a:p>
          <a:p>
            <a:pPr>
              <a:lnSpc>
                <a:spcPct val="100000"/>
              </a:lnSpc>
              <a:spcBef>
                <a:spcPts val="0"/>
              </a:spcBef>
              <a:spcAft>
                <a:spcPts val="0"/>
              </a:spcAft>
            </a:pPr>
            <a:r>
              <a:rPr sz="1400">
                <a:solidFill>
                  <a:srgbClr val="000000"/>
                </a:solidFill>
                <a:latin typeface="Consolas"/>
              </a:rPr>
              <a:t>Terraform   versions.tf       required_version = "= 1.14.1" rejects mismatch</a:t>
            </a:r>
          </a:p>
          <a:p>
            <a:pPr>
              <a:lnSpc>
                <a:spcPct val="100000"/>
              </a:lnSpc>
              <a:spcBef>
                <a:spcPts val="0"/>
              </a:spcBef>
              <a:spcAft>
                <a:spcPts val="0"/>
              </a:spcAft>
            </a:pPr>
            <a:r>
              <a:rPr sz="1400">
                <a:solidFill>
                  <a:srgbClr val="000000"/>
                </a:solidFill>
                <a:latin typeface="Consolas"/>
              </a:rPr>
              <a:t>            .terraform.lock.hcl  exact provider selections and hashes</a:t>
            </a:r>
          </a:p>
          <a:p>
            <a:pPr>
              <a:lnSpc>
                <a:spcPct val="100000"/>
              </a:lnSpc>
              <a:spcBef>
                <a:spcPts val="0"/>
              </a:spcBef>
              <a:spcAft>
                <a:spcPts val="0"/>
              </a:spcAft>
            </a:pPr>
            <a:r>
              <a:rPr sz="1400">
                <a:solidFill>
                  <a:srgbClr val="000000"/>
                </a:solidFill>
                <a:latin typeface="Consolas"/>
              </a:rPr>
              <a:t>            terraform init -lockfile=readonly</a:t>
            </a:r>
          </a:p>
        </p:txBody>
      </p:sp>
      <p:sp>
        <p:nvSpPr>
          <p:cNvPr id="5" name="Text Placeholder 4"/>
          <p:cNvSpPr>
            <a:spLocks noGrp="1"/>
          </p:cNvSpPr>
          <p:nvPr>
            <p:ph type="body" idx="10" sz="quarter"/>
          </p:nvPr>
        </p:nvSpPr>
        <p:spPr/>
        <p:txBody>
          <a:bodyPr wrap="square"/>
          <a:lstStyle/>
          <a:p>
            <a:pPr/>
            <a:r>
              <a:rPr sz="1500"/>
              <a:t>Pin or reject tool mismatches; use dependency locks where the ecosystem provides them.</a:t>
            </a:r>
          </a:p>
          <a:p>
            <a:pPr/>
            <a:r>
              <a:rPr sz="1500"/>
              <a:t>Use frozen installs where supported so lock drift fails instead of resolving.</a:t>
            </a:r>
          </a:p>
          <a:p>
            <a:pPr/>
            <a:r>
              <a:rPr sz="1500"/>
              <a:t>SAP CAP documents a different rule: caret ranges plus package-lock and `npm ci`.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Three properties of an agent-usable test loop</a:t>
            </a:r>
          </a:p>
        </p:txBody>
      </p:sp>
      <p:sp>
        <p:nvSpPr>
          <p:cNvPr id="3" name="Text Placeholder 2">
            <a:extLst>
              <a:ext uri="{C183D7F6-B498-43B3-948B-1728B52AA6E4}">
                <ns2:decorative xmlns:ns2="http://schemas.microsoft.com/office/drawing/2017/decorative" val="1"/>
              </a:ext>
            </a:extLst>
          </p:cNvPr>
          <p:cNvSpPr>
            <a:spLocks noGrp="1"/>
          </p:cNvSpPr>
          <p:nvPr>
            <p:ph type="body" idx="16" sz="quarter"/>
          </p:nvPr>
        </p:nvSpPr>
        <p:spPr/>
        <p:txBody>
          <a:bodyPr/>
          <a:lstStyle/>
          <a:p/>
        </p:txBody>
      </p:sp>
      <p:sp>
        <p:nvSpPr>
          <p:cNvPr id="4" name="Text Placeholder 3">
            <a:extLst>
              <a:ext uri="{C183D7F6-B498-43B3-948B-1728B52AA6E4}">
                <ns5:decorative xmlns:ns5="http://schemas.microsoft.com/office/drawing/2017/decorative" val="1"/>
              </a:ext>
            </a:extLst>
          </p:cNvPr>
          <p:cNvSpPr>
            <a:spLocks noGrp="1"/>
          </p:cNvSpPr>
          <p:nvPr>
            <p:ph type="body" idx="14" sz="quarter"/>
          </p:nvPr>
        </p:nvSpPr>
        <p:spPr/>
        <p:txBody>
          <a:bodyPr/>
          <a:lstStyle/>
          <a:p/>
        </p:txBody>
      </p:sp>
      <p:sp>
        <p:nvSpPr>
          <p:cNvPr id="5" name="Text Placeholder 4">
            <a:extLst>
              <a:ext uri="{C183D7F6-B498-43B3-948B-1728B52AA6E4}">
                <ns8:decorative xmlns:ns8="http://schemas.microsoft.com/office/drawing/2017/decorative" val="1"/>
              </a:ext>
            </a:extLst>
          </p:cNvPr>
          <p:cNvSpPr>
            <a:spLocks noGrp="1"/>
          </p:cNvSpPr>
          <p:nvPr>
            <p:ph type="body" idx="17" sz="quarter"/>
          </p:nvPr>
        </p:nvSpPr>
        <p:spPr/>
        <p:txBody>
          <a:bodyPr/>
          <a:lstStyle/>
          <a:p/>
        </p:txBody>
      </p:sp>
      <p:sp>
        <p:nvSpPr>
          <p:cNvPr id="6" name="Text Placeholder 5">
            <a:extLst>
              <a:ext uri="{C183D7F6-B498-43B3-948B-1728B52AA6E4}">
                <ns11:decorative xmlns:ns11="http://schemas.microsoft.com/office/drawing/2017/decorative" val="1"/>
              </a:ext>
            </a:extLst>
          </p:cNvPr>
          <p:cNvSpPr>
            <a:spLocks noGrp="1"/>
          </p:cNvSpPr>
          <p:nvPr>
            <p:ph type="body" idx="15" sz="quarter"/>
          </p:nvPr>
        </p:nvSpPr>
        <p:spPr/>
        <p:txBody>
          <a:bodyPr/>
          <a:lstStyle/>
          <a:p/>
        </p:txBody>
      </p:sp>
      <p:sp>
        <p:nvSpPr>
          <p:cNvPr id="7" name="Text Placeholder 6">
            <a:extLst>
              <a:ext uri="{C183D7F6-B498-43B3-948B-1728B52AA6E4}">
                <ns14:decorative xmlns:ns14="http://schemas.microsoft.com/office/drawing/2017/decorative" val="1"/>
              </a:ext>
            </a:extLst>
          </p:cNvPr>
          <p:cNvSpPr>
            <a:spLocks noGrp="1"/>
          </p:cNvSpPr>
          <p:nvPr>
            <p:ph type="body" idx="18" sz="quarter"/>
          </p:nvPr>
        </p:nvSpPr>
        <p:spPr/>
        <p:txBody>
          <a:bodyPr/>
          <a:lstStyle/>
          <a:p/>
        </p:txBody>
      </p:sp>
      <p:sp>
        <p:nvSpPr>
          <p:cNvPr id="8" name="Text Placeholder 7">
            <a:extLst>
              <a:ext uri="{C183D7F6-B498-43B3-948B-1728B52AA6E4}">
                <ns17:decorative xmlns:ns17="http://schemas.microsoft.com/office/drawing/2017/decorative" val="1"/>
              </a:ext>
            </a:extLst>
          </p:cNvPr>
          <p:cNvSpPr>
            <a:spLocks noGrp="1"/>
          </p:cNvSpPr>
          <p:nvPr>
            <p:ph type="body" idx="19" sz="quarter"/>
          </p:nvPr>
        </p:nvSpPr>
        <p:spPr/>
        <p:txBody>
          <a:bodyPr/>
          <a:lstStyle/>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1800"/>
              <a:t>Python data: a dbt unit test as a fixed oracle</a:t>
            </a:r>
          </a:p>
        </p:txBody>
      </p:sp>
      <p:sp>
        <p:nvSpPr>
          <p:cNvPr id="3" name="Text Placeholder 2"/>
          <p:cNvSpPr>
            <a:spLocks noGrp="1"/>
          </p:cNvSpPr>
          <p:nvPr>
            <p:ph type="body" idx="10" sz="quarter"/>
          </p:nvPr>
        </p:nvSpPr>
        <p:spPr/>
        <p:txBody>
          <a:bodyPr wrap="square"/>
          <a:lstStyle/>
          <a:p>
            <a:pPr/>
            <a:r>
              <a:rPr sz="1400"/>
              <a:t>Inputs are literal rows, not table state</a:t>
            </a:r>
          </a:p>
          <a:p>
            <a:pPr/>
            <a:r>
              <a:rPr sz="1400"/>
              <a:t>Runs before the model is materialised</a:t>
            </a:r>
          </a:p>
          <a:p>
            <a:pPr/>
            <a:r>
              <a:rPr sz="1400"/>
              <a:t>Static rows remove production-data drift</a:t>
            </a:r>
          </a:p>
          <a:p>
            <a:pPr/>
            <a:r>
              <a:rPr sz="1400"/>
              <a:t>Failure names the model and the column</a:t>
            </a:r>
          </a:p>
        </p:txBody>
      </p:sp>
      <p:sp>
        <p:nvSpPr>
          <p:cNvPr id="4" name="Text Placeholder 3"/>
          <p:cNvSpPr>
            <a:spLocks noGrp="1"/>
          </p:cNvSpPr>
          <p:nvPr>
            <p:ph type="body" idx="13" sz="quarter"/>
          </p:nvPr>
        </p:nvSpPr>
        <p:spPr/>
        <p:txBody>
          <a:bodyPr wrap="none"/>
          <a:lstStyle/>
          <a:p>
            <a:pPr>
              <a:buNone/>
            </a:pPr>
            <a:r>
              <a:rPr sz="1300"/>
              <a:t>models/marts/schema.yml</a:t>
            </a:r>
          </a:p>
        </p:txBody>
      </p:sp>
      <p:sp>
        <p:nvSpPr>
          <p:cNvPr id="5" name="Text Placeholder 4"/>
          <p:cNvSpPr>
            <a:spLocks noGrp="1"/>
          </p:cNvSpPr>
          <p:nvPr>
            <p:ph type="body" idx="11" sz="quarter"/>
          </p:nvPr>
        </p:nvSpPr>
        <p:spPr/>
        <p:txBody>
          <a:bodyPr wrap="none"/>
          <a:lstStyle/>
          <a:p>
            <a:pPr>
              <a:lnSpc>
                <a:spcPct val="100000"/>
              </a:lnSpc>
              <a:spcBef>
                <a:spcPts val="0"/>
              </a:spcBef>
              <a:spcAft>
                <a:spcPts val="0"/>
              </a:spcAft>
            </a:pPr>
            <a:r>
              <a:rPr sz="1300">
                <a:solidFill>
                  <a:srgbClr val="0451A5"/>
                </a:solidFill>
                <a:latin typeface="Consolas"/>
              </a:rPr>
              <a:t>unit_tests</a:t>
            </a:r>
            <a:r>
              <a:rPr sz="1300">
                <a:solidFill>
                  <a:srgbClr val="000000"/>
                </a:solidFill>
                <a:latin typeface="Consolas"/>
              </a:rPr>
              <a:t>:</a:t>
            </a:r>
          </a:p>
          <a:p>
            <a:pPr>
              <a:lnSpc>
                <a:spcPct val="100000"/>
              </a:lnSpc>
              <a:spcBef>
                <a:spcPts val="0"/>
              </a:spcBef>
              <a:spcAft>
                <a:spcPts val="0"/>
              </a:spcAft>
            </a:pPr>
            <a:r>
              <a:rPr sz="1300">
                <a:solidFill>
                  <a:srgbClr val="000000"/>
                </a:solidFill>
                <a:latin typeface="Consolas"/>
              </a:rPr>
              <a:t>  </a:t>
            </a:r>
            <a:r>
              <a:rPr sz="1300">
                <a:solidFill>
                  <a:srgbClr val="000000"/>
                </a:solidFill>
                <a:latin typeface="Consolas"/>
              </a:rPr>
              <a:t>-</a:t>
            </a:r>
            <a:r>
              <a:rPr sz="1300">
                <a:solidFill>
                  <a:srgbClr val="000000"/>
                </a:solidFill>
                <a:latin typeface="Consolas"/>
              </a:rPr>
              <a:t> </a:t>
            </a:r>
            <a:r>
              <a:rPr sz="1300">
                <a:solidFill>
                  <a:srgbClr val="0451A5"/>
                </a:solidFill>
                <a:latin typeface="Consolas"/>
              </a:rPr>
              <a:t>name</a:t>
            </a:r>
            <a:r>
              <a:rPr sz="1300">
                <a:solidFill>
                  <a:srgbClr val="000000"/>
                </a:solidFill>
                <a:latin typeface="Consolas"/>
              </a:rPr>
              <a:t>:</a:t>
            </a:r>
            <a:r>
              <a:rPr sz="1300">
                <a:solidFill>
                  <a:srgbClr val="000000"/>
                </a:solidFill>
                <a:latin typeface="Consolas"/>
              </a:rPr>
              <a:t> </a:t>
            </a:r>
            <a:r>
              <a:rPr sz="1300">
                <a:solidFill>
                  <a:srgbClr val="000000"/>
                </a:solidFill>
                <a:latin typeface="Consolas"/>
              </a:rPr>
              <a:t>uplift_is_null_on_zero_baseline</a:t>
            </a:r>
          </a:p>
          <a:p>
            <a:pPr>
              <a:lnSpc>
                <a:spcPct val="100000"/>
              </a:lnSpc>
              <a:spcBef>
                <a:spcPts val="0"/>
              </a:spcBef>
              <a:spcAft>
                <a:spcPts val="0"/>
              </a:spcAft>
            </a:pPr>
            <a:r>
              <a:rPr sz="1300">
                <a:solidFill>
                  <a:srgbClr val="000000"/>
                </a:solidFill>
                <a:latin typeface="Consolas"/>
              </a:rPr>
              <a:t>    </a:t>
            </a:r>
            <a:r>
              <a:rPr sz="1300">
                <a:solidFill>
                  <a:srgbClr val="0451A5"/>
                </a:solidFill>
                <a:latin typeface="Consolas"/>
              </a:rPr>
              <a:t>description</a:t>
            </a:r>
            <a:r>
              <a:rPr sz="1300">
                <a:solidFill>
                  <a:srgbClr val="000000"/>
                </a:solidFill>
                <a:latin typeface="Consolas"/>
              </a:rPr>
              <a:t>:</a:t>
            </a:r>
            <a:r>
              <a:rPr sz="1300">
                <a:solidFill>
                  <a:srgbClr val="000000"/>
                </a:solidFill>
                <a:latin typeface="Consolas"/>
              </a:rPr>
              <a:t> </a:t>
            </a:r>
            <a:r>
              <a:rPr sz="1300">
                <a:solidFill>
                  <a:srgbClr val="000000"/>
                </a:solidFill>
                <a:latin typeface="Consolas"/>
              </a:rPr>
              <a:t>&gt;</a:t>
            </a:r>
          </a:p>
          <a:p>
            <a:pPr>
              <a:lnSpc>
                <a:spcPct val="100000"/>
              </a:lnSpc>
              <a:spcBef>
                <a:spcPts val="0"/>
              </a:spcBef>
              <a:spcAft>
                <a:spcPts val="0"/>
              </a:spcAft>
            </a:pPr>
            <a:r>
              <a:rPr sz="1300">
                <a:solidFill>
                  <a:srgbClr val="000000"/>
                </a:solidFill>
                <a:latin typeface="Consolas"/>
              </a:rPr>
              <a:t>      </a:t>
            </a:r>
            <a:r>
              <a:rPr sz="1300">
                <a:solidFill>
                  <a:srgbClr val="001080"/>
                </a:solidFill>
                <a:latin typeface="Consolas"/>
              </a:rPr>
              <a:t>Zero baseline must not divide. It</a:t>
            </a:r>
          </a:p>
          <a:p>
            <a:pPr>
              <a:lnSpc>
                <a:spcPct val="100000"/>
              </a:lnSpc>
              <a:spcBef>
                <a:spcPts val="0"/>
              </a:spcBef>
              <a:spcAft>
                <a:spcPts val="0"/>
              </a:spcAft>
            </a:pPr>
            <a:r>
              <a:rPr sz="1300">
                <a:solidFill>
                  <a:srgbClr val="000000"/>
                </a:solidFill>
                <a:latin typeface="Consolas"/>
              </a:rPr>
              <a:t>      </a:t>
            </a:r>
            <a:r>
              <a:rPr sz="1300">
                <a:solidFill>
                  <a:srgbClr val="001080"/>
                </a:solidFill>
                <a:latin typeface="Consolas"/>
              </a:rPr>
              <a:t>returned inf in the Q3 rebate run.</a:t>
            </a:r>
          </a:p>
          <a:p>
            <a:pPr>
              <a:lnSpc>
                <a:spcPct val="100000"/>
              </a:lnSpc>
              <a:spcBef>
                <a:spcPts val="0"/>
              </a:spcBef>
              <a:spcAft>
                <a:spcPts val="0"/>
              </a:spcAft>
            </a:pPr>
            <a:r>
              <a:rPr sz="1300">
                <a:solidFill>
                  <a:srgbClr val="000000"/>
                </a:solidFill>
                <a:latin typeface="Consolas"/>
              </a:rPr>
              <a:t>    </a:t>
            </a:r>
            <a:r>
              <a:rPr sz="1300">
                <a:solidFill>
                  <a:srgbClr val="0451A5"/>
                </a:solidFill>
                <a:latin typeface="Consolas"/>
              </a:rPr>
              <a:t>model</a:t>
            </a:r>
            <a:r>
              <a:rPr sz="1300">
                <a:solidFill>
                  <a:srgbClr val="000000"/>
                </a:solidFill>
                <a:latin typeface="Consolas"/>
              </a:rPr>
              <a:t>:</a:t>
            </a:r>
            <a:r>
              <a:rPr sz="1300">
                <a:solidFill>
                  <a:srgbClr val="000000"/>
                </a:solidFill>
                <a:latin typeface="Consolas"/>
              </a:rPr>
              <a:t> </a:t>
            </a:r>
            <a:r>
              <a:rPr sz="1300">
                <a:solidFill>
                  <a:srgbClr val="000000"/>
                </a:solidFill>
                <a:latin typeface="Consolas"/>
              </a:rPr>
              <a:t>fct_promo_uplift</a:t>
            </a:r>
          </a:p>
          <a:p>
            <a:pPr>
              <a:lnSpc>
                <a:spcPct val="100000"/>
              </a:lnSpc>
              <a:spcBef>
                <a:spcPts val="0"/>
              </a:spcBef>
              <a:spcAft>
                <a:spcPts val="0"/>
              </a:spcAft>
            </a:pPr>
            <a:r>
              <a:rPr sz="1300">
                <a:solidFill>
                  <a:srgbClr val="000000"/>
                </a:solidFill>
                <a:latin typeface="Consolas"/>
              </a:rPr>
              <a:t>    </a:t>
            </a:r>
            <a:r>
              <a:rPr sz="1300">
                <a:solidFill>
                  <a:srgbClr val="0451A5"/>
                </a:solidFill>
                <a:latin typeface="Consolas"/>
              </a:rPr>
              <a:t>given</a:t>
            </a:r>
            <a:r>
              <a:rPr sz="1300">
                <a:solidFill>
                  <a:srgbClr val="000000"/>
                </a:solidFill>
                <a:latin typeface="Consolas"/>
              </a:rPr>
              <a:t>:</a:t>
            </a:r>
          </a:p>
          <a:p>
            <a:pPr>
              <a:lnSpc>
                <a:spcPct val="100000"/>
              </a:lnSpc>
              <a:spcBef>
                <a:spcPts val="0"/>
              </a:spcBef>
              <a:spcAft>
                <a:spcPts val="0"/>
              </a:spcAft>
            </a:pPr>
            <a:r>
              <a:rPr sz="1300">
                <a:solidFill>
                  <a:srgbClr val="000000"/>
                </a:solidFill>
                <a:latin typeface="Consolas"/>
              </a:rPr>
              <a:t>      </a:t>
            </a:r>
            <a:r>
              <a:rPr sz="1300">
                <a:solidFill>
                  <a:srgbClr val="000000"/>
                </a:solidFill>
                <a:latin typeface="Consolas"/>
              </a:rPr>
              <a:t>-</a:t>
            </a:r>
            <a:r>
              <a:rPr sz="1300">
                <a:solidFill>
                  <a:srgbClr val="000000"/>
                </a:solidFill>
                <a:latin typeface="Consolas"/>
              </a:rPr>
              <a:t> </a:t>
            </a:r>
            <a:r>
              <a:rPr sz="1300">
                <a:solidFill>
                  <a:srgbClr val="0451A5"/>
                </a:solidFill>
                <a:latin typeface="Consolas"/>
              </a:rPr>
              <a:t>input</a:t>
            </a:r>
            <a:r>
              <a:rPr sz="1300">
                <a:solidFill>
                  <a:srgbClr val="000000"/>
                </a:solidFill>
                <a:latin typeface="Consolas"/>
              </a:rPr>
              <a:t>:</a:t>
            </a:r>
            <a:r>
              <a:rPr sz="1300">
                <a:solidFill>
                  <a:srgbClr val="000000"/>
                </a:solidFill>
                <a:latin typeface="Consolas"/>
              </a:rPr>
              <a:t> </a:t>
            </a:r>
            <a:r>
              <a:rPr sz="1300">
                <a:solidFill>
                  <a:srgbClr val="000000"/>
                </a:solidFill>
                <a:latin typeface="Consolas"/>
              </a:rPr>
              <a:t>ref('stg_shipments')</a:t>
            </a:r>
          </a:p>
          <a:p>
            <a:pPr>
              <a:lnSpc>
                <a:spcPct val="100000"/>
              </a:lnSpc>
              <a:spcBef>
                <a:spcPts val="0"/>
              </a:spcBef>
              <a:spcAft>
                <a:spcPts val="0"/>
              </a:spcAft>
            </a:pPr>
            <a:r>
              <a:rPr sz="1300">
                <a:solidFill>
                  <a:srgbClr val="000000"/>
                </a:solidFill>
                <a:latin typeface="Consolas"/>
              </a:rPr>
              <a:t>        </a:t>
            </a:r>
            <a:r>
              <a:rPr sz="1300">
                <a:solidFill>
                  <a:srgbClr val="0451A5"/>
                </a:solidFill>
                <a:latin typeface="Consolas"/>
              </a:rPr>
              <a:t>format</a:t>
            </a:r>
            <a:r>
              <a:rPr sz="1300">
                <a:solidFill>
                  <a:srgbClr val="000000"/>
                </a:solidFill>
                <a:latin typeface="Consolas"/>
              </a:rPr>
              <a:t>:</a:t>
            </a:r>
            <a:r>
              <a:rPr sz="1300">
                <a:solidFill>
                  <a:srgbClr val="000000"/>
                </a:solidFill>
                <a:latin typeface="Consolas"/>
              </a:rPr>
              <a:t> </a:t>
            </a:r>
            <a:r>
              <a:rPr sz="1300">
                <a:solidFill>
                  <a:srgbClr val="000000"/>
                </a:solidFill>
                <a:latin typeface="Consolas"/>
              </a:rPr>
              <a:t>dict</a:t>
            </a:r>
          </a:p>
          <a:p>
            <a:pPr>
              <a:lnSpc>
                <a:spcPct val="100000"/>
              </a:lnSpc>
              <a:spcBef>
                <a:spcPts val="0"/>
              </a:spcBef>
              <a:spcAft>
                <a:spcPts val="0"/>
              </a:spcAft>
            </a:pPr>
            <a:r>
              <a:rPr sz="1300">
                <a:solidFill>
                  <a:srgbClr val="000000"/>
                </a:solidFill>
                <a:latin typeface="Consolas"/>
              </a:rPr>
              <a:t>        </a:t>
            </a:r>
            <a:r>
              <a:rPr sz="1300">
                <a:solidFill>
                  <a:srgbClr val="0451A5"/>
                </a:solidFill>
                <a:latin typeface="Consolas"/>
              </a:rPr>
              <a:t>rows</a:t>
            </a:r>
            <a:r>
              <a:rPr sz="1300">
                <a:solidFill>
                  <a:srgbClr val="000000"/>
                </a:solidFill>
                <a:latin typeface="Consolas"/>
              </a:rPr>
              <a:t>:</a:t>
            </a:r>
          </a:p>
          <a:p>
            <a:pPr>
              <a:lnSpc>
                <a:spcPct val="100000"/>
              </a:lnSpc>
              <a:spcBef>
                <a:spcPts val="0"/>
              </a:spcBef>
              <a:spcAft>
                <a:spcPts val="0"/>
              </a:spcAft>
            </a:pPr>
            <a:r>
              <a:rPr sz="1300">
                <a:solidFill>
                  <a:srgbClr val="000000"/>
                </a:solidFill>
                <a:latin typeface="Consolas"/>
              </a:rPr>
              <a:t>          </a:t>
            </a:r>
            <a:r>
              <a:rPr sz="1300">
                <a:solidFill>
                  <a:srgbClr val="000000"/>
                </a:solidFill>
                <a:latin typeface="Consolas"/>
              </a:rPr>
              <a:t>-</a:t>
            </a:r>
            <a:r>
              <a:rPr sz="1300">
                <a:solidFill>
                  <a:srgbClr val="000000"/>
                </a:solidFill>
                <a:latin typeface="Consolas"/>
              </a:rPr>
              <a:t> </a:t>
            </a:r>
            <a:r>
              <a:rPr sz="1300">
                <a:solidFill>
                  <a:srgbClr val="000000"/>
                </a:solidFill>
                <a:latin typeface="Consolas"/>
              </a:rPr>
              <a:t>{</a:t>
            </a:r>
            <a:r>
              <a:rPr sz="1300">
                <a:solidFill>
                  <a:srgbClr val="0451A5"/>
                </a:solidFill>
                <a:latin typeface="Consolas"/>
              </a:rPr>
              <a:t>sku</a:t>
            </a:r>
            <a:r>
              <a:rPr sz="1300">
                <a:solidFill>
                  <a:srgbClr val="000000"/>
                </a:solidFill>
                <a:latin typeface="Consolas"/>
              </a:rPr>
              <a:t>:</a:t>
            </a:r>
            <a:r>
              <a:rPr sz="1300">
                <a:solidFill>
                  <a:srgbClr val="000000"/>
                </a:solidFill>
                <a:latin typeface="Consolas"/>
              </a:rPr>
              <a:t> </a:t>
            </a:r>
            <a:r>
              <a:rPr sz="1300">
                <a:solidFill>
                  <a:srgbClr val="001080"/>
                </a:solidFill>
                <a:latin typeface="Consolas"/>
              </a:rPr>
              <a:t>A1</a:t>
            </a:r>
            <a:r>
              <a:rPr sz="1300">
                <a:solidFill>
                  <a:srgbClr val="000000"/>
                </a:solidFill>
                <a:latin typeface="Consolas"/>
              </a:rPr>
              <a:t>,</a:t>
            </a:r>
            <a:r>
              <a:rPr sz="1300">
                <a:solidFill>
                  <a:srgbClr val="0451A5"/>
                </a:solidFill>
                <a:latin typeface="Consolas"/>
              </a:rPr>
              <a:t> wk</a:t>
            </a:r>
            <a:r>
              <a:rPr sz="1300">
                <a:solidFill>
                  <a:srgbClr val="000000"/>
                </a:solidFill>
                <a:latin typeface="Consolas"/>
              </a:rPr>
              <a:t>:</a:t>
            </a:r>
            <a:r>
              <a:rPr sz="1300">
                <a:solidFill>
                  <a:srgbClr val="000000"/>
                </a:solidFill>
                <a:latin typeface="Consolas"/>
              </a:rPr>
              <a:t> </a:t>
            </a:r>
            <a:r>
              <a:rPr sz="1300">
                <a:solidFill>
                  <a:srgbClr val="001080"/>
                </a:solidFill>
                <a:latin typeface="Consolas"/>
              </a:rPr>
              <a:t>1</a:t>
            </a:r>
            <a:r>
              <a:rPr sz="1300">
                <a:solidFill>
                  <a:srgbClr val="000000"/>
                </a:solidFill>
                <a:latin typeface="Consolas"/>
              </a:rPr>
              <a:t>,</a:t>
            </a:r>
            <a:r>
              <a:rPr sz="1300">
                <a:solidFill>
                  <a:srgbClr val="0451A5"/>
                </a:solidFill>
                <a:latin typeface="Consolas"/>
              </a:rPr>
              <a:t> units</a:t>
            </a:r>
            <a:r>
              <a:rPr sz="1300">
                <a:solidFill>
                  <a:srgbClr val="000000"/>
                </a:solidFill>
                <a:latin typeface="Consolas"/>
              </a:rPr>
              <a:t>:</a:t>
            </a:r>
            <a:r>
              <a:rPr sz="1300">
                <a:solidFill>
                  <a:srgbClr val="000000"/>
                </a:solidFill>
                <a:latin typeface="Consolas"/>
              </a:rPr>
              <a:t> </a:t>
            </a:r>
            <a:r>
              <a:rPr sz="1300">
                <a:solidFill>
                  <a:srgbClr val="001080"/>
                </a:solidFill>
                <a:latin typeface="Consolas"/>
              </a:rPr>
              <a:t>0</a:t>
            </a:r>
            <a:r>
              <a:rPr sz="1300">
                <a:solidFill>
                  <a:srgbClr val="000000"/>
                </a:solidFill>
                <a:latin typeface="Consolas"/>
              </a:rPr>
              <a:t>}</a:t>
            </a:r>
          </a:p>
          <a:p>
            <a:pPr>
              <a:lnSpc>
                <a:spcPct val="100000"/>
              </a:lnSpc>
              <a:spcBef>
                <a:spcPts val="0"/>
              </a:spcBef>
              <a:spcAft>
                <a:spcPts val="0"/>
              </a:spcAft>
            </a:pPr>
            <a:r>
              <a:rPr sz="1300">
                <a:solidFill>
                  <a:srgbClr val="000000"/>
                </a:solidFill>
                <a:latin typeface="Consolas"/>
              </a:rPr>
              <a:t>          </a:t>
            </a:r>
            <a:r>
              <a:rPr sz="1300">
                <a:solidFill>
                  <a:srgbClr val="000000"/>
                </a:solidFill>
                <a:latin typeface="Consolas"/>
              </a:rPr>
              <a:t>-</a:t>
            </a:r>
            <a:r>
              <a:rPr sz="1300">
                <a:solidFill>
                  <a:srgbClr val="000000"/>
                </a:solidFill>
                <a:latin typeface="Consolas"/>
              </a:rPr>
              <a:t> </a:t>
            </a:r>
            <a:r>
              <a:rPr sz="1300">
                <a:solidFill>
                  <a:srgbClr val="000000"/>
                </a:solidFill>
                <a:latin typeface="Consolas"/>
              </a:rPr>
              <a:t>{</a:t>
            </a:r>
            <a:r>
              <a:rPr sz="1300">
                <a:solidFill>
                  <a:srgbClr val="0451A5"/>
                </a:solidFill>
                <a:latin typeface="Consolas"/>
              </a:rPr>
              <a:t>sku</a:t>
            </a:r>
            <a:r>
              <a:rPr sz="1300">
                <a:solidFill>
                  <a:srgbClr val="000000"/>
                </a:solidFill>
                <a:latin typeface="Consolas"/>
              </a:rPr>
              <a:t>:</a:t>
            </a:r>
            <a:r>
              <a:rPr sz="1300">
                <a:solidFill>
                  <a:srgbClr val="000000"/>
                </a:solidFill>
                <a:latin typeface="Consolas"/>
              </a:rPr>
              <a:t> </a:t>
            </a:r>
            <a:r>
              <a:rPr sz="1300">
                <a:solidFill>
                  <a:srgbClr val="001080"/>
                </a:solidFill>
                <a:latin typeface="Consolas"/>
              </a:rPr>
              <a:t>A1</a:t>
            </a:r>
            <a:r>
              <a:rPr sz="1300">
                <a:solidFill>
                  <a:srgbClr val="000000"/>
                </a:solidFill>
                <a:latin typeface="Consolas"/>
              </a:rPr>
              <a:t>,</a:t>
            </a:r>
            <a:r>
              <a:rPr sz="1300">
                <a:solidFill>
                  <a:srgbClr val="0451A5"/>
                </a:solidFill>
                <a:latin typeface="Consolas"/>
              </a:rPr>
              <a:t> wk</a:t>
            </a:r>
            <a:r>
              <a:rPr sz="1300">
                <a:solidFill>
                  <a:srgbClr val="000000"/>
                </a:solidFill>
                <a:latin typeface="Consolas"/>
              </a:rPr>
              <a:t>:</a:t>
            </a:r>
            <a:r>
              <a:rPr sz="1300">
                <a:solidFill>
                  <a:srgbClr val="000000"/>
                </a:solidFill>
                <a:latin typeface="Consolas"/>
              </a:rPr>
              <a:t> </a:t>
            </a:r>
            <a:r>
              <a:rPr sz="1300">
                <a:solidFill>
                  <a:srgbClr val="001080"/>
                </a:solidFill>
                <a:latin typeface="Consolas"/>
              </a:rPr>
              <a:t>2</a:t>
            </a:r>
            <a:r>
              <a:rPr sz="1300">
                <a:solidFill>
                  <a:srgbClr val="000000"/>
                </a:solidFill>
                <a:latin typeface="Consolas"/>
              </a:rPr>
              <a:t>,</a:t>
            </a:r>
            <a:r>
              <a:rPr sz="1300">
                <a:solidFill>
                  <a:srgbClr val="0451A5"/>
                </a:solidFill>
                <a:latin typeface="Consolas"/>
              </a:rPr>
              <a:t> units</a:t>
            </a:r>
            <a:r>
              <a:rPr sz="1300">
                <a:solidFill>
                  <a:srgbClr val="000000"/>
                </a:solidFill>
                <a:latin typeface="Consolas"/>
              </a:rPr>
              <a:t>:</a:t>
            </a:r>
            <a:r>
              <a:rPr sz="1300">
                <a:solidFill>
                  <a:srgbClr val="000000"/>
                </a:solidFill>
                <a:latin typeface="Consolas"/>
              </a:rPr>
              <a:t> </a:t>
            </a:r>
            <a:r>
              <a:rPr sz="1300">
                <a:solidFill>
                  <a:srgbClr val="001080"/>
                </a:solidFill>
                <a:latin typeface="Consolas"/>
              </a:rPr>
              <a:t>120</a:t>
            </a:r>
            <a:r>
              <a:rPr sz="1300">
                <a:solidFill>
                  <a:srgbClr val="000000"/>
                </a:solidFill>
                <a:latin typeface="Consolas"/>
              </a:rPr>
              <a:t>}</a:t>
            </a:r>
          </a:p>
          <a:p>
            <a:pPr>
              <a:lnSpc>
                <a:spcPct val="100000"/>
              </a:lnSpc>
              <a:spcBef>
                <a:spcPts val="0"/>
              </a:spcBef>
              <a:spcAft>
                <a:spcPts val="0"/>
              </a:spcAft>
            </a:pPr>
            <a:r>
              <a:rPr sz="1300">
                <a:solidFill>
                  <a:srgbClr val="000000"/>
                </a:solidFill>
                <a:latin typeface="Consolas"/>
              </a:rPr>
              <a:t>      </a:t>
            </a:r>
            <a:r>
              <a:rPr sz="1300">
                <a:solidFill>
                  <a:srgbClr val="000000"/>
                </a:solidFill>
                <a:latin typeface="Consolas"/>
              </a:rPr>
              <a:t>-</a:t>
            </a:r>
            <a:r>
              <a:rPr sz="1300">
                <a:solidFill>
                  <a:srgbClr val="000000"/>
                </a:solidFill>
                <a:latin typeface="Consolas"/>
              </a:rPr>
              <a:t> </a:t>
            </a:r>
            <a:r>
              <a:rPr sz="1300">
                <a:solidFill>
                  <a:srgbClr val="0451A5"/>
                </a:solidFill>
                <a:latin typeface="Consolas"/>
              </a:rPr>
              <a:t>input</a:t>
            </a:r>
            <a:r>
              <a:rPr sz="1300">
                <a:solidFill>
                  <a:srgbClr val="000000"/>
                </a:solidFill>
                <a:latin typeface="Consolas"/>
              </a:rPr>
              <a:t>:</a:t>
            </a:r>
            <a:r>
              <a:rPr sz="1300">
                <a:solidFill>
                  <a:srgbClr val="000000"/>
                </a:solidFill>
                <a:latin typeface="Consolas"/>
              </a:rPr>
              <a:t> </a:t>
            </a:r>
            <a:r>
              <a:rPr sz="1300">
                <a:solidFill>
                  <a:srgbClr val="000000"/>
                </a:solidFill>
                <a:latin typeface="Consolas"/>
              </a:rPr>
              <a:t>ref('stg_promos')</a:t>
            </a:r>
          </a:p>
          <a:p>
            <a:pPr>
              <a:lnSpc>
                <a:spcPct val="100000"/>
              </a:lnSpc>
              <a:spcBef>
                <a:spcPts val="0"/>
              </a:spcBef>
              <a:spcAft>
                <a:spcPts val="0"/>
              </a:spcAft>
            </a:pPr>
            <a:r>
              <a:rPr sz="1300">
                <a:solidFill>
                  <a:srgbClr val="000000"/>
                </a:solidFill>
                <a:latin typeface="Consolas"/>
              </a:rPr>
              <a:t>        </a:t>
            </a:r>
            <a:r>
              <a:rPr sz="1300">
                <a:solidFill>
                  <a:srgbClr val="0451A5"/>
                </a:solidFill>
                <a:latin typeface="Consolas"/>
              </a:rPr>
              <a:t>format</a:t>
            </a:r>
            <a:r>
              <a:rPr sz="1300">
                <a:solidFill>
                  <a:srgbClr val="000000"/>
                </a:solidFill>
                <a:latin typeface="Consolas"/>
              </a:rPr>
              <a:t>:</a:t>
            </a:r>
            <a:r>
              <a:rPr sz="1300">
                <a:solidFill>
                  <a:srgbClr val="000000"/>
                </a:solidFill>
                <a:latin typeface="Consolas"/>
              </a:rPr>
              <a:t> </a:t>
            </a:r>
            <a:r>
              <a:rPr sz="1300">
                <a:solidFill>
                  <a:srgbClr val="000000"/>
                </a:solidFill>
                <a:latin typeface="Consolas"/>
              </a:rPr>
              <a:t>dict</a:t>
            </a:r>
          </a:p>
          <a:p>
            <a:pPr>
              <a:lnSpc>
                <a:spcPct val="100000"/>
              </a:lnSpc>
              <a:spcBef>
                <a:spcPts val="0"/>
              </a:spcBef>
              <a:spcAft>
                <a:spcPts val="0"/>
              </a:spcAft>
            </a:pPr>
            <a:r>
              <a:rPr sz="1300">
                <a:solidFill>
                  <a:srgbClr val="000000"/>
                </a:solidFill>
                <a:latin typeface="Consolas"/>
              </a:rPr>
              <a:t>        </a:t>
            </a:r>
            <a:r>
              <a:rPr sz="1300">
                <a:solidFill>
                  <a:srgbClr val="0451A5"/>
                </a:solidFill>
                <a:latin typeface="Consolas"/>
              </a:rPr>
              <a:t>rows</a:t>
            </a:r>
            <a:r>
              <a:rPr sz="1300">
                <a:solidFill>
                  <a:srgbClr val="000000"/>
                </a:solidFill>
                <a:latin typeface="Consolas"/>
              </a:rPr>
              <a:t>:</a:t>
            </a:r>
          </a:p>
          <a:p>
            <a:pPr>
              <a:lnSpc>
                <a:spcPct val="100000"/>
              </a:lnSpc>
              <a:spcBef>
                <a:spcPts val="0"/>
              </a:spcBef>
              <a:spcAft>
                <a:spcPts val="0"/>
              </a:spcAft>
            </a:pPr>
            <a:r>
              <a:rPr sz="1300">
                <a:solidFill>
                  <a:srgbClr val="000000"/>
                </a:solidFill>
                <a:latin typeface="Consolas"/>
              </a:rPr>
              <a:t>          </a:t>
            </a:r>
            <a:r>
              <a:rPr sz="1300">
                <a:solidFill>
                  <a:srgbClr val="000000"/>
                </a:solidFill>
                <a:latin typeface="Consolas"/>
              </a:rPr>
              <a:t>-</a:t>
            </a:r>
            <a:r>
              <a:rPr sz="1300">
                <a:solidFill>
                  <a:srgbClr val="000000"/>
                </a:solidFill>
                <a:latin typeface="Consolas"/>
              </a:rPr>
              <a:t> </a:t>
            </a:r>
            <a:r>
              <a:rPr sz="1300">
                <a:solidFill>
                  <a:srgbClr val="000000"/>
                </a:solidFill>
                <a:latin typeface="Consolas"/>
              </a:rPr>
              <a:t>{</a:t>
            </a:r>
            <a:r>
              <a:rPr sz="1300">
                <a:solidFill>
                  <a:srgbClr val="0451A5"/>
                </a:solidFill>
                <a:latin typeface="Consolas"/>
              </a:rPr>
              <a:t>sku</a:t>
            </a:r>
            <a:r>
              <a:rPr sz="1300">
                <a:solidFill>
                  <a:srgbClr val="000000"/>
                </a:solidFill>
                <a:latin typeface="Consolas"/>
              </a:rPr>
              <a:t>:</a:t>
            </a:r>
            <a:r>
              <a:rPr sz="1300">
                <a:solidFill>
                  <a:srgbClr val="000000"/>
                </a:solidFill>
                <a:latin typeface="Consolas"/>
              </a:rPr>
              <a:t> </a:t>
            </a:r>
            <a:r>
              <a:rPr sz="1300">
                <a:solidFill>
                  <a:srgbClr val="001080"/>
                </a:solidFill>
                <a:latin typeface="Consolas"/>
              </a:rPr>
              <a:t>A1</a:t>
            </a:r>
            <a:r>
              <a:rPr sz="1300">
                <a:solidFill>
                  <a:srgbClr val="000000"/>
                </a:solidFill>
                <a:latin typeface="Consolas"/>
              </a:rPr>
              <a:t>,</a:t>
            </a:r>
            <a:r>
              <a:rPr sz="1300">
                <a:solidFill>
                  <a:srgbClr val="0451A5"/>
                </a:solidFill>
                <a:latin typeface="Consolas"/>
              </a:rPr>
              <a:t> wk</a:t>
            </a:r>
            <a:r>
              <a:rPr sz="1300">
                <a:solidFill>
                  <a:srgbClr val="000000"/>
                </a:solidFill>
                <a:latin typeface="Consolas"/>
              </a:rPr>
              <a:t>:</a:t>
            </a:r>
            <a:r>
              <a:rPr sz="1300">
                <a:solidFill>
                  <a:srgbClr val="000000"/>
                </a:solidFill>
                <a:latin typeface="Consolas"/>
              </a:rPr>
              <a:t> </a:t>
            </a:r>
            <a:r>
              <a:rPr sz="1300">
                <a:solidFill>
                  <a:srgbClr val="001080"/>
                </a:solidFill>
                <a:latin typeface="Consolas"/>
              </a:rPr>
              <a:t>2</a:t>
            </a:r>
            <a:r>
              <a:rPr sz="1300">
                <a:solidFill>
                  <a:srgbClr val="000000"/>
                </a:solidFill>
                <a:latin typeface="Consolas"/>
              </a:rPr>
              <a:t>,</a:t>
            </a:r>
            <a:r>
              <a:rPr sz="1300">
                <a:solidFill>
                  <a:srgbClr val="0451A5"/>
                </a:solidFill>
                <a:latin typeface="Consolas"/>
              </a:rPr>
              <a:t> discount</a:t>
            </a:r>
            <a:r>
              <a:rPr sz="1300">
                <a:solidFill>
                  <a:srgbClr val="000000"/>
                </a:solidFill>
                <a:latin typeface="Consolas"/>
              </a:rPr>
              <a:t>:</a:t>
            </a:r>
            <a:r>
              <a:rPr sz="1300">
                <a:solidFill>
                  <a:srgbClr val="000000"/>
                </a:solidFill>
                <a:latin typeface="Consolas"/>
              </a:rPr>
              <a:t> </a:t>
            </a:r>
            <a:r>
              <a:rPr sz="1300">
                <a:solidFill>
                  <a:srgbClr val="001080"/>
                </a:solidFill>
                <a:latin typeface="Consolas"/>
              </a:rPr>
              <a:t>15</a:t>
            </a:r>
            <a:r>
              <a:rPr sz="1300">
                <a:solidFill>
                  <a:srgbClr val="000000"/>
                </a:solidFill>
                <a:latin typeface="Consolas"/>
              </a:rPr>
              <a:t>}</a:t>
            </a:r>
          </a:p>
          <a:p>
            <a:pPr>
              <a:lnSpc>
                <a:spcPct val="100000"/>
              </a:lnSpc>
              <a:spcBef>
                <a:spcPts val="0"/>
              </a:spcBef>
              <a:spcAft>
                <a:spcPts val="0"/>
              </a:spcAft>
            </a:pPr>
            <a:r>
              <a:rPr sz="1300">
                <a:solidFill>
                  <a:srgbClr val="000000"/>
                </a:solidFill>
                <a:latin typeface="Consolas"/>
              </a:rPr>
              <a:t>    </a:t>
            </a:r>
            <a:r>
              <a:rPr sz="1300">
                <a:solidFill>
                  <a:srgbClr val="0451A5"/>
                </a:solidFill>
                <a:latin typeface="Consolas"/>
              </a:rPr>
              <a:t>expect</a:t>
            </a:r>
            <a:r>
              <a:rPr sz="1300">
                <a:solidFill>
                  <a:srgbClr val="000000"/>
                </a:solidFill>
                <a:latin typeface="Consolas"/>
              </a:rPr>
              <a:t>:</a:t>
            </a:r>
          </a:p>
          <a:p>
            <a:pPr>
              <a:lnSpc>
                <a:spcPct val="100000"/>
              </a:lnSpc>
              <a:spcBef>
                <a:spcPts val="0"/>
              </a:spcBef>
              <a:spcAft>
                <a:spcPts val="0"/>
              </a:spcAft>
            </a:pPr>
            <a:r>
              <a:rPr sz="1300">
                <a:solidFill>
                  <a:srgbClr val="000000"/>
                </a:solidFill>
                <a:latin typeface="Consolas"/>
              </a:rPr>
              <a:t>      </a:t>
            </a:r>
            <a:r>
              <a:rPr sz="1300">
                <a:solidFill>
                  <a:srgbClr val="0451A5"/>
                </a:solidFill>
                <a:latin typeface="Consolas"/>
              </a:rPr>
              <a:t>format</a:t>
            </a:r>
            <a:r>
              <a:rPr sz="1300">
                <a:solidFill>
                  <a:srgbClr val="000000"/>
                </a:solidFill>
                <a:latin typeface="Consolas"/>
              </a:rPr>
              <a:t>:</a:t>
            </a:r>
            <a:r>
              <a:rPr sz="1300">
                <a:solidFill>
                  <a:srgbClr val="000000"/>
                </a:solidFill>
                <a:latin typeface="Consolas"/>
              </a:rPr>
              <a:t> </a:t>
            </a:r>
            <a:r>
              <a:rPr sz="1300">
                <a:solidFill>
                  <a:srgbClr val="000000"/>
                </a:solidFill>
                <a:latin typeface="Consolas"/>
              </a:rPr>
              <a:t>dict</a:t>
            </a:r>
          </a:p>
          <a:p>
            <a:pPr>
              <a:lnSpc>
                <a:spcPct val="100000"/>
              </a:lnSpc>
              <a:spcBef>
                <a:spcPts val="0"/>
              </a:spcBef>
              <a:spcAft>
                <a:spcPts val="0"/>
              </a:spcAft>
            </a:pPr>
            <a:r>
              <a:rPr sz="1300">
                <a:solidFill>
                  <a:srgbClr val="000000"/>
                </a:solidFill>
                <a:latin typeface="Consolas"/>
              </a:rPr>
              <a:t>      </a:t>
            </a:r>
            <a:r>
              <a:rPr sz="1300">
                <a:solidFill>
                  <a:srgbClr val="0451A5"/>
                </a:solidFill>
                <a:latin typeface="Consolas"/>
              </a:rPr>
              <a:t>rows</a:t>
            </a:r>
            <a:r>
              <a:rPr sz="1300">
                <a:solidFill>
                  <a:srgbClr val="000000"/>
                </a:solidFill>
                <a:latin typeface="Consolas"/>
              </a:rPr>
              <a:t>:</a:t>
            </a:r>
          </a:p>
          <a:p>
            <a:pPr>
              <a:lnSpc>
                <a:spcPct val="100000"/>
              </a:lnSpc>
              <a:spcBef>
                <a:spcPts val="0"/>
              </a:spcBef>
              <a:spcAft>
                <a:spcPts val="0"/>
              </a:spcAft>
            </a:pPr>
            <a:r>
              <a:rPr sz="1300">
                <a:solidFill>
                  <a:srgbClr val="000000"/>
                </a:solidFill>
                <a:latin typeface="Consolas"/>
              </a:rPr>
              <a:t>        </a:t>
            </a:r>
            <a:r>
              <a:rPr sz="1300">
                <a:solidFill>
                  <a:srgbClr val="000000"/>
                </a:solidFill>
                <a:latin typeface="Consolas"/>
              </a:rPr>
              <a:t>-</a:t>
            </a:r>
            <a:r>
              <a:rPr sz="1300">
                <a:solidFill>
                  <a:srgbClr val="000000"/>
                </a:solidFill>
                <a:latin typeface="Consolas"/>
              </a:rPr>
              <a:t> </a:t>
            </a:r>
            <a:r>
              <a:rPr sz="1300">
                <a:solidFill>
                  <a:srgbClr val="000000"/>
                </a:solidFill>
                <a:latin typeface="Consolas"/>
              </a:rPr>
              <a:t>{</a:t>
            </a:r>
            <a:r>
              <a:rPr sz="1300">
                <a:solidFill>
                  <a:srgbClr val="0451A5"/>
                </a:solidFill>
                <a:latin typeface="Consolas"/>
              </a:rPr>
              <a:t>sku</a:t>
            </a:r>
            <a:r>
              <a:rPr sz="1300">
                <a:solidFill>
                  <a:srgbClr val="000000"/>
                </a:solidFill>
                <a:latin typeface="Consolas"/>
              </a:rPr>
              <a:t>:</a:t>
            </a:r>
            <a:r>
              <a:rPr sz="1300">
                <a:solidFill>
                  <a:srgbClr val="000000"/>
                </a:solidFill>
                <a:latin typeface="Consolas"/>
              </a:rPr>
              <a:t> </a:t>
            </a:r>
            <a:r>
              <a:rPr sz="1300">
                <a:solidFill>
                  <a:srgbClr val="001080"/>
                </a:solidFill>
                <a:latin typeface="Consolas"/>
              </a:rPr>
              <a:t>A1</a:t>
            </a:r>
            <a:r>
              <a:rPr sz="1300">
                <a:solidFill>
                  <a:srgbClr val="000000"/>
                </a:solidFill>
                <a:latin typeface="Consolas"/>
              </a:rPr>
              <a:t>,</a:t>
            </a:r>
            <a:r>
              <a:rPr sz="1300">
                <a:solidFill>
                  <a:srgbClr val="0451A5"/>
                </a:solidFill>
                <a:latin typeface="Consolas"/>
              </a:rPr>
              <a:t> wk</a:t>
            </a:r>
            <a:r>
              <a:rPr sz="1300">
                <a:solidFill>
                  <a:srgbClr val="000000"/>
                </a:solidFill>
                <a:latin typeface="Consolas"/>
              </a:rPr>
              <a:t>:</a:t>
            </a:r>
            <a:r>
              <a:rPr sz="1300">
                <a:solidFill>
                  <a:srgbClr val="000000"/>
                </a:solidFill>
                <a:latin typeface="Consolas"/>
              </a:rPr>
              <a:t> </a:t>
            </a:r>
            <a:r>
              <a:rPr sz="1300">
                <a:solidFill>
                  <a:srgbClr val="001080"/>
                </a:solidFill>
                <a:latin typeface="Consolas"/>
              </a:rPr>
              <a:t>2</a:t>
            </a:r>
            <a:r>
              <a:rPr sz="1300">
                <a:solidFill>
                  <a:srgbClr val="000000"/>
                </a:solidFill>
                <a:latin typeface="Consolas"/>
              </a:rPr>
              <a:t>,</a:t>
            </a:r>
            <a:r>
              <a:rPr sz="1300">
                <a:solidFill>
                  <a:srgbClr val="0451A5"/>
                </a:solidFill>
                <a:latin typeface="Consolas"/>
              </a:rPr>
              <a:t> uplift_pct</a:t>
            </a:r>
            <a:r>
              <a:rPr sz="1300">
                <a:solidFill>
                  <a:srgbClr val="000000"/>
                </a:solidFill>
                <a:latin typeface="Consolas"/>
              </a:rPr>
              <a:t>:</a:t>
            </a:r>
            <a:r>
              <a:rPr sz="1300">
                <a:solidFill>
                  <a:srgbClr val="000000"/>
                </a:solidFill>
                <a:latin typeface="Consolas"/>
              </a:rPr>
              <a:t> </a:t>
            </a:r>
            <a:r>
              <a:rPr sz="1300">
                <a:solidFill>
                  <a:srgbClr val="001080"/>
                </a:solidFill>
                <a:latin typeface="Consolas"/>
              </a:rPr>
              <a:t>null</a:t>
            </a:r>
            <a:r>
              <a:rPr sz="1300">
                <a:solidFill>
                  <a:srgbClr val="000000"/>
                </a:solidFill>
                <a:latin typeface="Consolas"/>
              </a:rPr>
              <a: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TypeScript: type check first, test second</a:t>
            </a:r>
          </a:p>
        </p:txBody>
      </p:sp>
      <p:sp>
        <p:nvSpPr>
          <p:cNvPr id="3" name="Text Placeholder 2"/>
          <p:cNvSpPr>
            <a:spLocks noGrp="1"/>
          </p:cNvSpPr>
          <p:nvPr>
            <p:ph type="body" idx="13" sz="quarter"/>
          </p:nvPr>
        </p:nvSpPr>
        <p:spPr/>
        <p:txBody>
          <a:bodyPr wrap="none"/>
          <a:lstStyle/>
          <a:p>
            <a:pPr>
              <a:buNone/>
            </a:pPr>
            <a:r>
              <a:rPr sz="1000"/>
              <a:t>src/OrderTotal.test.tsx  (this file runs green; tsc o...</a:t>
            </a:r>
          </a:p>
        </p:txBody>
      </p:sp>
      <p:sp>
        <p:nvSpPr>
          <p:cNvPr id="4" name="Text Placeholder 3"/>
          <p:cNvSpPr>
            <a:spLocks noGrp="1"/>
          </p:cNvSpPr>
          <p:nvPr>
            <p:ph type="body" idx="11" sz="quarter"/>
          </p:nvPr>
        </p:nvSpPr>
        <p:spPr/>
        <p:txBody>
          <a:bodyPr wrap="none"/>
          <a:lstStyle/>
          <a:p>
            <a:pPr>
              <a:lnSpc>
                <a:spcPct val="100000"/>
              </a:lnSpc>
              <a:spcBef>
                <a:spcPts val="0"/>
              </a:spcBef>
              <a:spcAft>
                <a:spcPts val="0"/>
              </a:spcAft>
            </a:pPr>
            <a:r>
              <a:rPr sz="1400">
                <a:solidFill>
                  <a:srgbClr val="0000FF"/>
                </a:solidFill>
                <a:latin typeface="Consolas"/>
              </a:rPr>
              <a:t>import</a:t>
            </a:r>
            <a:r>
              <a:rPr sz="1400">
                <a:solidFill>
                  <a:srgbClr val="000000"/>
                </a:solidFill>
                <a:latin typeface="Consolas"/>
              </a:rPr>
              <a:t> </a:t>
            </a:r>
            <a:r>
              <a:rPr sz="1400">
                <a:solidFill>
                  <a:srgbClr val="000000"/>
                </a:solidFill>
                <a:latin typeface="Consolas"/>
              </a:rPr>
              <a:t>{</a:t>
            </a:r>
            <a:r>
              <a:rPr sz="1400">
                <a:solidFill>
                  <a:srgbClr val="000000"/>
                </a:solidFill>
                <a:latin typeface="Consolas"/>
              </a:rPr>
              <a:t> </a:t>
            </a:r>
            <a:r>
              <a:rPr sz="1400">
                <a:solidFill>
                  <a:srgbClr val="000000"/>
                </a:solidFill>
                <a:latin typeface="Consolas"/>
              </a:rPr>
              <a:t>render</a:t>
            </a:r>
            <a:r>
              <a:rPr sz="1400">
                <a:solidFill>
                  <a:srgbClr val="000000"/>
                </a:solidFill>
                <a:latin typeface="Consolas"/>
              </a:rPr>
              <a:t>,</a:t>
            </a:r>
            <a:r>
              <a:rPr sz="1400">
                <a:solidFill>
                  <a:srgbClr val="000000"/>
                </a:solidFill>
                <a:latin typeface="Consolas"/>
              </a:rPr>
              <a:t> </a:t>
            </a:r>
            <a:r>
              <a:rPr sz="1400">
                <a:solidFill>
                  <a:srgbClr val="000000"/>
                </a:solidFill>
                <a:latin typeface="Consolas"/>
              </a:rPr>
              <a:t>screen</a:t>
            </a:r>
            <a:r>
              <a:rPr sz="1400">
                <a:solidFill>
                  <a:srgbClr val="000000"/>
                </a:solidFill>
                <a:latin typeface="Consolas"/>
              </a:rPr>
              <a:t> </a:t>
            </a:r>
            <a:r>
              <a:rPr sz="1400">
                <a:solidFill>
                  <a:srgbClr val="000000"/>
                </a:solidFill>
                <a:latin typeface="Consolas"/>
              </a:rPr>
              <a:t>}</a:t>
            </a:r>
            <a:r>
              <a:rPr sz="1400">
                <a:solidFill>
                  <a:srgbClr val="000000"/>
                </a:solidFill>
                <a:latin typeface="Consolas"/>
              </a:rPr>
              <a:t> </a:t>
            </a:r>
            <a:r>
              <a:rPr sz="1400">
                <a:solidFill>
                  <a:srgbClr val="AF00DB"/>
                </a:solidFill>
                <a:latin typeface="Consolas"/>
              </a:rPr>
              <a:t>from</a:t>
            </a:r>
            <a:r>
              <a:rPr sz="1400">
                <a:solidFill>
                  <a:srgbClr val="000000"/>
                </a:solidFill>
                <a:latin typeface="Consolas"/>
              </a:rPr>
              <a:t> </a:t>
            </a:r>
            <a:r>
              <a:rPr sz="1400">
                <a:solidFill>
                  <a:srgbClr val="A31515"/>
                </a:solidFill>
                <a:latin typeface="Consolas"/>
              </a:rPr>
              <a:t>"@testing-library/react"</a:t>
            </a:r>
            <a:r>
              <a:rPr sz="1400">
                <a:solidFill>
                  <a:srgbClr val="000000"/>
                </a:solidFill>
                <a:latin typeface="Consolas"/>
              </a:rPr>
              <a:t>;</a:t>
            </a:r>
          </a:p>
          <a:p>
            <a:pPr>
              <a:lnSpc>
                <a:spcPct val="100000"/>
              </a:lnSpc>
              <a:spcBef>
                <a:spcPts val="0"/>
              </a:spcBef>
              <a:spcAft>
                <a:spcPts val="0"/>
              </a:spcAft>
            </a:pPr>
            <a:r>
              <a:rPr sz="1400">
                <a:solidFill>
                  <a:srgbClr val="0000FF"/>
                </a:solidFill>
                <a:latin typeface="Consolas"/>
              </a:rPr>
              <a:t>import</a:t>
            </a:r>
            <a:r>
              <a:rPr sz="1400">
                <a:solidFill>
                  <a:srgbClr val="000000"/>
                </a:solidFill>
                <a:latin typeface="Consolas"/>
              </a:rPr>
              <a:t> </a:t>
            </a:r>
            <a:r>
              <a:rPr sz="1400">
                <a:solidFill>
                  <a:srgbClr val="000000"/>
                </a:solidFill>
                <a:latin typeface="Consolas"/>
              </a:rPr>
              <a:t>{</a:t>
            </a:r>
            <a:r>
              <a:rPr sz="1400">
                <a:solidFill>
                  <a:srgbClr val="000000"/>
                </a:solidFill>
                <a:latin typeface="Consolas"/>
              </a:rPr>
              <a:t> </a:t>
            </a:r>
            <a:r>
              <a:rPr sz="1400">
                <a:solidFill>
                  <a:srgbClr val="000000"/>
                </a:solidFill>
                <a:latin typeface="Consolas"/>
              </a:rPr>
              <a:t>expect</a:t>
            </a:r>
            <a:r>
              <a:rPr sz="1400">
                <a:solidFill>
                  <a:srgbClr val="000000"/>
                </a:solidFill>
                <a:latin typeface="Consolas"/>
              </a:rPr>
              <a:t>,</a:t>
            </a:r>
            <a:r>
              <a:rPr sz="1400">
                <a:solidFill>
                  <a:srgbClr val="000000"/>
                </a:solidFill>
                <a:latin typeface="Consolas"/>
              </a:rPr>
              <a:t> </a:t>
            </a:r>
            <a:r>
              <a:rPr sz="1400">
                <a:solidFill>
                  <a:srgbClr val="000000"/>
                </a:solidFill>
                <a:latin typeface="Consolas"/>
              </a:rPr>
              <a:t>test</a:t>
            </a:r>
            <a:r>
              <a:rPr sz="1400">
                <a:solidFill>
                  <a:srgbClr val="000000"/>
                </a:solidFill>
                <a:latin typeface="Consolas"/>
              </a:rPr>
              <a:t> </a:t>
            </a:r>
            <a:r>
              <a:rPr sz="1400">
                <a:solidFill>
                  <a:srgbClr val="000000"/>
                </a:solidFill>
                <a:latin typeface="Consolas"/>
              </a:rPr>
              <a:t>}</a:t>
            </a:r>
            <a:r>
              <a:rPr sz="1400">
                <a:solidFill>
                  <a:srgbClr val="000000"/>
                </a:solidFill>
                <a:latin typeface="Consolas"/>
              </a:rPr>
              <a:t> </a:t>
            </a:r>
            <a:r>
              <a:rPr sz="1400">
                <a:solidFill>
                  <a:srgbClr val="AF00DB"/>
                </a:solidFill>
                <a:latin typeface="Consolas"/>
              </a:rPr>
              <a:t>from</a:t>
            </a:r>
            <a:r>
              <a:rPr sz="1400">
                <a:solidFill>
                  <a:srgbClr val="000000"/>
                </a:solidFill>
                <a:latin typeface="Consolas"/>
              </a:rPr>
              <a:t> </a:t>
            </a:r>
            <a:r>
              <a:rPr sz="1400">
                <a:solidFill>
                  <a:srgbClr val="A31515"/>
                </a:solidFill>
                <a:latin typeface="Consolas"/>
              </a:rPr>
              <a:t>"vitest"</a:t>
            </a:r>
            <a:r>
              <a:rPr sz="1400">
                <a:solidFill>
                  <a:srgbClr val="000000"/>
                </a:solidFill>
                <a:latin typeface="Consolas"/>
              </a:rPr>
              <a:t>;</a:t>
            </a:r>
          </a:p>
          <a:p>
            <a:pPr>
              <a:lnSpc>
                <a:spcPct val="100000"/>
              </a:lnSpc>
              <a:spcBef>
                <a:spcPts val="0"/>
              </a:spcBef>
              <a:spcAft>
                <a:spcPts val="0"/>
              </a:spcAft>
            </a:pPr>
            <a:r>
              <a:rPr sz="1400">
                <a:solidFill>
                  <a:srgbClr val="0000FF"/>
                </a:solidFill>
                <a:latin typeface="Consolas"/>
              </a:rPr>
              <a:t>import</a:t>
            </a:r>
            <a:r>
              <a:rPr sz="1400">
                <a:solidFill>
                  <a:srgbClr val="000000"/>
                </a:solidFill>
                <a:latin typeface="Consolas"/>
              </a:rPr>
              <a:t> </a:t>
            </a:r>
            <a:r>
              <a:rPr sz="1400">
                <a:solidFill>
                  <a:srgbClr val="A31515"/>
                </a:solidFill>
                <a:latin typeface="Consolas"/>
              </a:rPr>
              <a:t>"@testing-library/jest-dom/vitest"</a:t>
            </a:r>
            <a:r>
              <a:rPr sz="1400">
                <a:solidFill>
                  <a:srgbClr val="000000"/>
                </a:solidFill>
                <a:latin typeface="Consolas"/>
              </a:rPr>
              <a:t>;</a:t>
            </a:r>
          </a:p>
          <a:p>
            <a:pPr>
              <a:lnSpc>
                <a:spcPct val="100000"/>
              </a:lnSpc>
              <a:spcBef>
                <a:spcPts val="0"/>
              </a:spcBef>
              <a:spcAft>
                <a:spcPts val="0"/>
              </a:spcAft>
            </a:pPr>
            <a:r>
              <a:rPr sz="1400">
                <a:solidFill>
                  <a:srgbClr val="0000FF"/>
                </a:solidFill>
                <a:latin typeface="Consolas"/>
              </a:rPr>
              <a:t>import</a:t>
            </a:r>
            <a:r>
              <a:rPr sz="1400">
                <a:solidFill>
                  <a:srgbClr val="000000"/>
                </a:solidFill>
                <a:latin typeface="Consolas"/>
              </a:rPr>
              <a:t> </a:t>
            </a:r>
            <a:r>
              <a:rPr sz="1400">
                <a:solidFill>
                  <a:srgbClr val="000000"/>
                </a:solidFill>
                <a:latin typeface="Consolas"/>
              </a:rPr>
              <a:t>{</a:t>
            </a:r>
            <a:r>
              <a:rPr sz="1400">
                <a:solidFill>
                  <a:srgbClr val="000000"/>
                </a:solidFill>
                <a:latin typeface="Consolas"/>
              </a:rPr>
              <a:t> </a:t>
            </a:r>
            <a:r>
              <a:rPr sz="1400">
                <a:solidFill>
                  <a:srgbClr val="000000"/>
                </a:solidFill>
                <a:latin typeface="Consolas"/>
              </a:rPr>
              <a:t>OrderTotal</a:t>
            </a:r>
            <a:r>
              <a:rPr sz="1400">
                <a:solidFill>
                  <a:srgbClr val="000000"/>
                </a:solidFill>
                <a:latin typeface="Consolas"/>
              </a:rPr>
              <a:t> </a:t>
            </a:r>
            <a:r>
              <a:rPr sz="1400">
                <a:solidFill>
                  <a:srgbClr val="000000"/>
                </a:solidFill>
                <a:latin typeface="Consolas"/>
              </a:rPr>
              <a:t>}</a:t>
            </a:r>
            <a:r>
              <a:rPr sz="1400">
                <a:solidFill>
                  <a:srgbClr val="000000"/>
                </a:solidFill>
                <a:latin typeface="Consolas"/>
              </a:rPr>
              <a:t> </a:t>
            </a:r>
            <a:r>
              <a:rPr sz="1400">
                <a:solidFill>
                  <a:srgbClr val="AF00DB"/>
                </a:solidFill>
                <a:latin typeface="Consolas"/>
              </a:rPr>
              <a:t>from</a:t>
            </a:r>
            <a:r>
              <a:rPr sz="1400">
                <a:solidFill>
                  <a:srgbClr val="000000"/>
                </a:solidFill>
                <a:latin typeface="Consolas"/>
              </a:rPr>
              <a:t> </a:t>
            </a:r>
            <a:r>
              <a:rPr sz="1400">
                <a:solidFill>
                  <a:srgbClr val="A31515"/>
                </a:solidFill>
                <a:latin typeface="Consolas"/>
              </a:rPr>
              <a:t>"./OrderTotal"</a:t>
            </a:r>
            <a:r>
              <a:rPr sz="1400">
                <a:solidFill>
                  <a:srgbClr val="000000"/>
                </a:solidFill>
                <a:latin typeface="Consolas"/>
              </a:rPr>
              <a:t>;</a:t>
            </a:r>
          </a:p>
          <a:p>
            <a:pPr>
              <a:lnSpc>
                <a:spcPct val="100000"/>
              </a:lnSpc>
              <a:spcBef>
                <a:spcPts val="0"/>
              </a:spcBef>
              <a:spcAft>
                <a:spcPts val="0"/>
              </a:spcAft>
            </a:pPr>
            <a:r>
              <a:rPr sz="1400">
                <a:solidFill>
                  <a:srgbClr val="000000"/>
                </a:solidFill>
                <a:latin typeface="Consolas"/>
              </a:rPr>
              <a:t>test</a:t>
            </a:r>
            <a:r>
              <a:rPr sz="1400">
                <a:solidFill>
                  <a:srgbClr val="000000"/>
                </a:solidFill>
                <a:latin typeface="Consolas"/>
              </a:rPr>
              <a:t>(</a:t>
            </a:r>
            <a:r>
              <a:rPr sz="1400">
                <a:solidFill>
                  <a:srgbClr val="A31515"/>
                </a:solidFill>
                <a:latin typeface="Consolas"/>
              </a:rPr>
              <a:t>"renders subtotal in major units"</a:t>
            </a:r>
            <a:r>
              <a:rPr sz="1400">
                <a:solidFill>
                  <a:srgbClr val="000000"/>
                </a:solidFill>
                <a:latin typeface="Consolas"/>
              </a:rPr>
              <a:t>,</a:t>
            </a:r>
            <a:r>
              <a:rPr sz="1400">
                <a:solidFill>
                  <a:srgbClr val="000000"/>
                </a:solidFill>
                <a:latin typeface="Consolas"/>
              </a:rPr>
              <a:t> </a:t>
            </a:r>
            <a:r>
              <a:rPr sz="1400">
                <a:solidFill>
                  <a:srgbClr val="000000"/>
                </a:solidFill>
                <a:latin typeface="Consolas"/>
              </a:rPr>
              <a:t>(</a:t>
            </a:r>
            <a:r>
              <a:rPr sz="1400">
                <a:solidFill>
                  <a:srgbClr val="000000"/>
                </a:solidFill>
                <a:latin typeface="Consolas"/>
              </a:rPr>
              <a:t>)</a:t>
            </a:r>
            <a:r>
              <a:rPr sz="1400">
                <a:solidFill>
                  <a:srgbClr val="000000"/>
                </a:solidFill>
                <a:latin typeface="Consolas"/>
              </a:rPr>
              <a:t> </a:t>
            </a:r>
            <a:r>
              <a:rPr sz="1400">
                <a:solidFill>
                  <a:srgbClr val="000000"/>
                </a:solidFill>
                <a:latin typeface="Consolas"/>
              </a:rPr>
              <a:t>=&gt;</a:t>
            </a:r>
            <a:r>
              <a:rPr sz="1400">
                <a:solidFill>
                  <a:srgbClr val="000000"/>
                </a:solidFill>
                <a:latin typeface="Consolas"/>
              </a:rPr>
              <a:t> </a:t>
            </a:r>
            <a:r>
              <a:rPr sz="1400">
                <a:solidFill>
                  <a:srgbClr val="000000"/>
                </a:solidFill>
                <a:latin typeface="Consolas"/>
              </a:rPr>
              <a:t>{</a:t>
            </a:r>
          </a:p>
          <a:p>
            <a:pPr>
              <a:lnSpc>
                <a:spcPct val="100000"/>
              </a:lnSpc>
              <a:spcBef>
                <a:spcPts val="0"/>
              </a:spcBef>
              <a:spcAft>
                <a:spcPts val="0"/>
              </a:spcAft>
            </a:pPr>
            <a:r>
              <a:rPr sz="1400">
                <a:solidFill>
                  <a:srgbClr val="000000"/>
                </a:solidFill>
                <a:latin typeface="Consolas"/>
              </a:rPr>
              <a:t>  </a:t>
            </a:r>
            <a:r>
              <a:rPr sz="1400">
                <a:solidFill>
                  <a:srgbClr val="000000"/>
                </a:solidFill>
                <a:latin typeface="Consolas"/>
              </a:rPr>
              <a:t>render</a:t>
            </a:r>
            <a:r>
              <a:rPr sz="1400">
                <a:solidFill>
                  <a:srgbClr val="000000"/>
                </a:solidFill>
                <a:latin typeface="Consolas"/>
              </a:rPr>
              <a:t>(</a:t>
            </a:r>
            <a:r>
              <a:rPr sz="1400">
                <a:solidFill>
                  <a:srgbClr val="000000"/>
                </a:solidFill>
                <a:latin typeface="Consolas"/>
              </a:rPr>
              <a:t>&lt;</a:t>
            </a:r>
            <a:r>
              <a:rPr sz="1400">
                <a:solidFill>
                  <a:srgbClr val="000000"/>
                </a:solidFill>
                <a:latin typeface="Consolas"/>
              </a:rPr>
              <a:t>OrderTotal</a:t>
            </a:r>
            <a:r>
              <a:rPr sz="1400">
                <a:solidFill>
                  <a:srgbClr val="000000"/>
                </a:solidFill>
                <a:latin typeface="Consolas"/>
              </a:rPr>
              <a:t> </a:t>
            </a:r>
            <a:r>
              <a:rPr sz="1400">
                <a:solidFill>
                  <a:srgbClr val="000000"/>
                </a:solidFill>
                <a:latin typeface="Consolas"/>
              </a:rPr>
              <a:t>items</a:t>
            </a:r>
            <a:r>
              <a:rPr sz="1400">
                <a:solidFill>
                  <a:srgbClr val="000000"/>
                </a:solidFill>
                <a:latin typeface="Consolas"/>
              </a:rPr>
              <a:t>=</a:t>
            </a:r>
            <a:r>
              <a:rPr sz="1400">
                <a:solidFill>
                  <a:srgbClr val="000000"/>
                </a:solidFill>
                <a:latin typeface="Consolas"/>
              </a:rPr>
              <a:t>{</a:t>
            </a:r>
            <a:r>
              <a:rPr sz="1400">
                <a:solidFill>
                  <a:srgbClr val="000000"/>
                </a:solidFill>
                <a:latin typeface="Consolas"/>
              </a:rPr>
              <a:t>[</a:t>
            </a:r>
          </a:p>
          <a:p>
            <a:pPr>
              <a:lnSpc>
                <a:spcPct val="100000"/>
              </a:lnSpc>
              <a:spcBef>
                <a:spcPts val="0"/>
              </a:spcBef>
              <a:spcAft>
                <a:spcPts val="0"/>
              </a:spcAft>
            </a:pPr>
            <a:r>
              <a:rPr sz="1400">
                <a:solidFill>
                  <a:srgbClr val="000000"/>
                </a:solidFill>
                <a:latin typeface="Consolas"/>
              </a:rPr>
              <a:t>    </a:t>
            </a:r>
            <a:r>
              <a:rPr sz="1400">
                <a:solidFill>
                  <a:srgbClr val="000000"/>
                </a:solidFill>
                <a:latin typeface="Consolas"/>
              </a:rPr>
              <a:t>{</a:t>
            </a:r>
            <a:r>
              <a:rPr sz="1400">
                <a:solidFill>
                  <a:srgbClr val="000000"/>
                </a:solidFill>
                <a:latin typeface="Consolas"/>
              </a:rPr>
              <a:t> </a:t>
            </a:r>
            <a:r>
              <a:rPr sz="1400">
                <a:solidFill>
                  <a:srgbClr val="000000"/>
                </a:solidFill>
                <a:latin typeface="Consolas"/>
              </a:rPr>
              <a:t>sku</a:t>
            </a:r>
            <a:r>
              <a:rPr sz="1400">
                <a:solidFill>
                  <a:srgbClr val="000000"/>
                </a:solidFill>
                <a:latin typeface="Consolas"/>
              </a:rPr>
              <a:t>:</a:t>
            </a:r>
            <a:r>
              <a:rPr sz="1400">
                <a:solidFill>
                  <a:srgbClr val="000000"/>
                </a:solidFill>
                <a:latin typeface="Consolas"/>
              </a:rPr>
              <a:t> </a:t>
            </a:r>
            <a:r>
              <a:rPr sz="1400">
                <a:solidFill>
                  <a:srgbClr val="A31515"/>
                </a:solidFill>
                <a:latin typeface="Consolas"/>
              </a:rPr>
              <a:t>"A1"</a:t>
            </a:r>
            <a:r>
              <a:rPr sz="1400">
                <a:solidFill>
                  <a:srgbClr val="000000"/>
                </a:solidFill>
                <a:latin typeface="Consolas"/>
              </a:rPr>
              <a:t>,</a:t>
            </a:r>
            <a:r>
              <a:rPr sz="1400">
                <a:solidFill>
                  <a:srgbClr val="000000"/>
                </a:solidFill>
                <a:latin typeface="Consolas"/>
              </a:rPr>
              <a:t> </a:t>
            </a:r>
            <a:r>
              <a:rPr sz="1400">
                <a:solidFill>
                  <a:srgbClr val="000000"/>
                </a:solidFill>
                <a:latin typeface="Consolas"/>
              </a:rPr>
              <a:t>qty</a:t>
            </a:r>
            <a:r>
              <a:rPr sz="1400">
                <a:solidFill>
                  <a:srgbClr val="000000"/>
                </a:solidFill>
                <a:latin typeface="Consolas"/>
              </a:rPr>
              <a:t>:</a:t>
            </a:r>
            <a:r>
              <a:rPr sz="1400">
                <a:solidFill>
                  <a:srgbClr val="000000"/>
                </a:solidFill>
                <a:latin typeface="Consolas"/>
              </a:rPr>
              <a:t> </a:t>
            </a:r>
            <a:r>
              <a:rPr sz="1400">
                <a:solidFill>
                  <a:srgbClr val="267F99"/>
                </a:solidFill>
                <a:latin typeface="Consolas"/>
              </a:rPr>
              <a:t>2</a:t>
            </a:r>
            <a:r>
              <a:rPr sz="1400">
                <a:solidFill>
                  <a:srgbClr val="000000"/>
                </a:solidFill>
                <a:latin typeface="Consolas"/>
              </a:rPr>
              <a:t>,</a:t>
            </a:r>
            <a:r>
              <a:rPr sz="1400">
                <a:solidFill>
                  <a:srgbClr val="000000"/>
                </a:solidFill>
                <a:latin typeface="Consolas"/>
              </a:rPr>
              <a:t> </a:t>
            </a:r>
            <a:r>
              <a:rPr sz="1400">
                <a:solidFill>
                  <a:srgbClr val="000000"/>
                </a:solidFill>
                <a:latin typeface="Consolas"/>
              </a:rPr>
              <a:t>unitPriceMinor</a:t>
            </a:r>
            <a:r>
              <a:rPr sz="1400">
                <a:solidFill>
                  <a:srgbClr val="000000"/>
                </a:solidFill>
                <a:latin typeface="Consolas"/>
              </a:rPr>
              <a:t>:</a:t>
            </a:r>
            <a:r>
              <a:rPr sz="1400">
                <a:solidFill>
                  <a:srgbClr val="000000"/>
                </a:solidFill>
                <a:latin typeface="Consolas"/>
              </a:rPr>
              <a:t> </a:t>
            </a:r>
            <a:r>
              <a:rPr sz="1400">
                <a:solidFill>
                  <a:srgbClr val="267F99"/>
                </a:solidFill>
                <a:latin typeface="Consolas"/>
              </a:rPr>
              <a:t>199</a:t>
            </a:r>
            <a:r>
              <a:rPr sz="1400">
                <a:solidFill>
                  <a:srgbClr val="000000"/>
                </a:solidFill>
                <a:latin typeface="Consolas"/>
              </a:rPr>
              <a:t>,</a:t>
            </a:r>
            <a:r>
              <a:rPr sz="1400">
                <a:solidFill>
                  <a:srgbClr val="000000"/>
                </a:solidFill>
                <a:latin typeface="Consolas"/>
              </a:rPr>
              <a:t> </a:t>
            </a:r>
            <a:r>
              <a:rPr sz="1400">
                <a:solidFill>
                  <a:srgbClr val="000000"/>
                </a:solidFill>
                <a:latin typeface="Consolas"/>
              </a:rPr>
              <a:t>currency</a:t>
            </a:r>
            <a:r>
              <a:rPr sz="1400">
                <a:solidFill>
                  <a:srgbClr val="000000"/>
                </a:solidFill>
                <a:latin typeface="Consolas"/>
              </a:rPr>
              <a:t>:</a:t>
            </a:r>
            <a:r>
              <a:rPr sz="1400">
                <a:solidFill>
                  <a:srgbClr val="000000"/>
                </a:solidFill>
                <a:latin typeface="Consolas"/>
              </a:rPr>
              <a:t> </a:t>
            </a:r>
            <a:r>
              <a:rPr sz="1400">
                <a:solidFill>
                  <a:srgbClr val="A31515"/>
                </a:solidFill>
                <a:latin typeface="Consolas"/>
              </a:rPr>
              <a:t>"USD"</a:t>
            </a:r>
            <a:r>
              <a:rPr sz="1400">
                <a:solidFill>
                  <a:srgbClr val="000000"/>
                </a:solidFill>
                <a:latin typeface="Consolas"/>
              </a:rPr>
              <a:t> </a:t>
            </a:r>
            <a:r>
              <a:rPr sz="1400">
                <a:solidFill>
                  <a:srgbClr val="000000"/>
                </a:solidFill>
                <a:latin typeface="Consolas"/>
              </a:rPr>
              <a:t>}</a:t>
            </a:r>
            <a:r>
              <a:rPr sz="1400">
                <a:solidFill>
                  <a:srgbClr val="000000"/>
                </a:solidFill>
                <a:latin typeface="Consolas"/>
              </a:rPr>
              <a:t>,</a:t>
            </a:r>
          </a:p>
          <a:p>
            <a:pPr>
              <a:lnSpc>
                <a:spcPct val="100000"/>
              </a:lnSpc>
              <a:spcBef>
                <a:spcPts val="0"/>
              </a:spcBef>
              <a:spcAft>
                <a:spcPts val="0"/>
              </a:spcAft>
            </a:pPr>
            <a:r>
              <a:rPr sz="1400">
                <a:solidFill>
                  <a:srgbClr val="000000"/>
                </a:solidFill>
                <a:latin typeface="Consolas"/>
              </a:rPr>
              <a:t>    </a:t>
            </a:r>
            <a:r>
              <a:rPr sz="1400">
                <a:solidFill>
                  <a:srgbClr val="000000"/>
                </a:solidFill>
                <a:latin typeface="Consolas"/>
              </a:rPr>
              <a:t>{</a:t>
            </a:r>
            <a:r>
              <a:rPr sz="1400">
                <a:solidFill>
                  <a:srgbClr val="000000"/>
                </a:solidFill>
                <a:latin typeface="Consolas"/>
              </a:rPr>
              <a:t> </a:t>
            </a:r>
            <a:r>
              <a:rPr sz="1400">
                <a:solidFill>
                  <a:srgbClr val="000000"/>
                </a:solidFill>
                <a:latin typeface="Consolas"/>
              </a:rPr>
              <a:t>sku</a:t>
            </a:r>
            <a:r>
              <a:rPr sz="1400">
                <a:solidFill>
                  <a:srgbClr val="000000"/>
                </a:solidFill>
                <a:latin typeface="Consolas"/>
              </a:rPr>
              <a:t>:</a:t>
            </a:r>
            <a:r>
              <a:rPr sz="1400">
                <a:solidFill>
                  <a:srgbClr val="000000"/>
                </a:solidFill>
                <a:latin typeface="Consolas"/>
              </a:rPr>
              <a:t> </a:t>
            </a:r>
            <a:r>
              <a:rPr sz="1400">
                <a:solidFill>
                  <a:srgbClr val="A31515"/>
                </a:solidFill>
                <a:latin typeface="Consolas"/>
              </a:rPr>
              <a:t>"B2"</a:t>
            </a:r>
            <a:r>
              <a:rPr sz="1400">
                <a:solidFill>
                  <a:srgbClr val="000000"/>
                </a:solidFill>
                <a:latin typeface="Consolas"/>
              </a:rPr>
              <a:t>,</a:t>
            </a:r>
            <a:r>
              <a:rPr sz="1400">
                <a:solidFill>
                  <a:srgbClr val="000000"/>
                </a:solidFill>
                <a:latin typeface="Consolas"/>
              </a:rPr>
              <a:t> </a:t>
            </a:r>
            <a:r>
              <a:rPr sz="1400">
                <a:solidFill>
                  <a:srgbClr val="000000"/>
                </a:solidFill>
                <a:latin typeface="Consolas"/>
              </a:rPr>
              <a:t>qty</a:t>
            </a:r>
            <a:r>
              <a:rPr sz="1400">
                <a:solidFill>
                  <a:srgbClr val="000000"/>
                </a:solidFill>
                <a:latin typeface="Consolas"/>
              </a:rPr>
              <a:t>:</a:t>
            </a:r>
            <a:r>
              <a:rPr sz="1400">
                <a:solidFill>
                  <a:srgbClr val="000000"/>
                </a:solidFill>
                <a:latin typeface="Consolas"/>
              </a:rPr>
              <a:t> </a:t>
            </a:r>
            <a:r>
              <a:rPr sz="1400">
                <a:solidFill>
                  <a:srgbClr val="267F99"/>
                </a:solidFill>
                <a:latin typeface="Consolas"/>
              </a:rPr>
              <a:t>1</a:t>
            </a:r>
            <a:r>
              <a:rPr sz="1400">
                <a:solidFill>
                  <a:srgbClr val="000000"/>
                </a:solidFill>
                <a:latin typeface="Consolas"/>
              </a:rPr>
              <a:t>,</a:t>
            </a:r>
            <a:r>
              <a:rPr sz="1400">
                <a:solidFill>
                  <a:srgbClr val="000000"/>
                </a:solidFill>
                <a:latin typeface="Consolas"/>
              </a:rPr>
              <a:t> </a:t>
            </a:r>
            <a:r>
              <a:rPr sz="1400">
                <a:solidFill>
                  <a:srgbClr val="000000"/>
                </a:solidFill>
                <a:latin typeface="Consolas"/>
              </a:rPr>
              <a:t>unitPriceMinor</a:t>
            </a:r>
            <a:r>
              <a:rPr sz="1400">
                <a:solidFill>
                  <a:srgbClr val="000000"/>
                </a:solidFill>
                <a:latin typeface="Consolas"/>
              </a:rPr>
              <a:t>:</a:t>
            </a:r>
            <a:r>
              <a:rPr sz="1400">
                <a:solidFill>
                  <a:srgbClr val="000000"/>
                </a:solidFill>
                <a:latin typeface="Consolas"/>
              </a:rPr>
              <a:t> </a:t>
            </a:r>
            <a:r>
              <a:rPr sz="1400">
                <a:solidFill>
                  <a:srgbClr val="267F99"/>
                </a:solidFill>
                <a:latin typeface="Consolas"/>
              </a:rPr>
              <a:t>50</a:t>
            </a:r>
            <a:r>
              <a:rPr sz="1400">
                <a:solidFill>
                  <a:srgbClr val="000000"/>
                </a:solidFill>
                <a:latin typeface="Consolas"/>
              </a:rPr>
              <a:t>,</a:t>
            </a:r>
            <a:r>
              <a:rPr sz="1400">
                <a:solidFill>
                  <a:srgbClr val="000000"/>
                </a:solidFill>
                <a:latin typeface="Consolas"/>
              </a:rPr>
              <a:t>  </a:t>
            </a:r>
            <a:r>
              <a:rPr sz="1400">
                <a:solidFill>
                  <a:srgbClr val="000000"/>
                </a:solidFill>
                <a:latin typeface="Consolas"/>
              </a:rPr>
              <a:t>currency</a:t>
            </a:r>
            <a:r>
              <a:rPr sz="1400">
                <a:solidFill>
                  <a:srgbClr val="000000"/>
                </a:solidFill>
                <a:latin typeface="Consolas"/>
              </a:rPr>
              <a:t>:</a:t>
            </a:r>
            <a:r>
              <a:rPr sz="1400">
                <a:solidFill>
                  <a:srgbClr val="000000"/>
                </a:solidFill>
                <a:latin typeface="Consolas"/>
              </a:rPr>
              <a:t> </a:t>
            </a:r>
            <a:r>
              <a:rPr sz="1400">
                <a:solidFill>
                  <a:srgbClr val="A31515"/>
                </a:solidFill>
                <a:latin typeface="Consolas"/>
              </a:rPr>
              <a:t>"USD"</a:t>
            </a:r>
            <a:r>
              <a:rPr sz="1400">
                <a:solidFill>
                  <a:srgbClr val="000000"/>
                </a:solidFill>
                <a:latin typeface="Consolas"/>
              </a:rPr>
              <a:t> </a:t>
            </a:r>
            <a:r>
              <a:rPr sz="1400">
                <a:solidFill>
                  <a:srgbClr val="000000"/>
                </a:solidFill>
                <a:latin typeface="Consolas"/>
              </a:rPr>
              <a:t>}</a:t>
            </a:r>
            <a:r>
              <a:rPr sz="1400">
                <a:solidFill>
                  <a:srgbClr val="000000"/>
                </a:solidFill>
                <a:latin typeface="Consolas"/>
              </a:rPr>
              <a:t>,</a:t>
            </a:r>
          </a:p>
          <a:p>
            <a:pPr>
              <a:lnSpc>
                <a:spcPct val="100000"/>
              </a:lnSpc>
              <a:spcBef>
                <a:spcPts val="0"/>
              </a:spcBef>
              <a:spcAft>
                <a:spcPts val="0"/>
              </a:spcAft>
            </a:pPr>
            <a:r>
              <a:rPr sz="1400">
                <a:solidFill>
                  <a:srgbClr val="000000"/>
                </a:solidFill>
                <a:latin typeface="Consolas"/>
              </a:rPr>
              <a:t>  </a:t>
            </a:r>
            <a:r>
              <a:rPr sz="1400">
                <a:solidFill>
                  <a:srgbClr val="000000"/>
                </a:solidFill>
                <a:latin typeface="Consolas"/>
              </a:rPr>
              <a:t>]</a:t>
            </a:r>
            <a:r>
              <a:rPr sz="1400">
                <a:solidFill>
                  <a:srgbClr val="000000"/>
                </a:solidFill>
                <a:latin typeface="Consolas"/>
              </a:rPr>
              <a:t>}</a:t>
            </a:r>
            <a:r>
              <a:rPr sz="1400">
                <a:solidFill>
                  <a:srgbClr val="000000"/>
                </a:solidFill>
                <a:latin typeface="Consolas"/>
              </a:rPr>
              <a:t> </a:t>
            </a:r>
            <a:r>
              <a:rPr sz="1400">
                <a:solidFill>
                  <a:srgbClr val="000000"/>
                </a:solidFill>
                <a:latin typeface="Consolas"/>
              </a:rPr>
              <a:t>/</a:t>
            </a:r>
            <a:r>
              <a:rPr sz="1400">
                <a:solidFill>
                  <a:srgbClr val="000000"/>
                </a:solidFill>
                <a:latin typeface="Consolas"/>
              </a:rPr>
              <a:t>&gt;</a:t>
            </a:r>
            <a:r>
              <a:rPr sz="1400">
                <a:solidFill>
                  <a:srgbClr val="000000"/>
                </a:solidFill>
                <a:latin typeface="Consolas"/>
              </a:rPr>
              <a:t>)</a:t>
            </a:r>
            <a:r>
              <a:rPr sz="1400">
                <a:solidFill>
                  <a:srgbClr val="000000"/>
                </a:solidFill>
                <a:latin typeface="Consolas"/>
              </a:rPr>
              <a:t>;</a:t>
            </a:r>
          </a:p>
          <a:p>
            <a:pPr>
              <a:lnSpc>
                <a:spcPct val="100000"/>
              </a:lnSpc>
              <a:spcBef>
                <a:spcPts val="0"/>
              </a:spcBef>
              <a:spcAft>
                <a:spcPts val="0"/>
              </a:spcAft>
            </a:pPr>
            <a:r>
              <a:rPr sz="1400">
                <a:solidFill>
                  <a:srgbClr val="000000"/>
                </a:solidFill>
                <a:latin typeface="Consolas"/>
              </a:rPr>
              <a:t>  </a:t>
            </a:r>
            <a:r>
              <a:rPr sz="1400">
                <a:solidFill>
                  <a:srgbClr val="000000"/>
                </a:solidFill>
                <a:latin typeface="Consolas"/>
              </a:rPr>
              <a:t>expect</a:t>
            </a:r>
            <a:r>
              <a:rPr sz="1400">
                <a:solidFill>
                  <a:srgbClr val="000000"/>
                </a:solidFill>
                <a:latin typeface="Consolas"/>
              </a:rPr>
              <a:t>(</a:t>
            </a:r>
            <a:r>
              <a:rPr sz="1400">
                <a:solidFill>
                  <a:srgbClr val="000000"/>
                </a:solidFill>
                <a:latin typeface="Consolas"/>
              </a:rPr>
              <a:t>screen</a:t>
            </a:r>
            <a:r>
              <a:rPr sz="1400">
                <a:solidFill>
                  <a:srgbClr val="000000"/>
                </a:solidFill>
                <a:latin typeface="Consolas"/>
              </a:rPr>
              <a:t>.</a:t>
            </a:r>
            <a:r>
              <a:rPr sz="1400">
                <a:solidFill>
                  <a:srgbClr val="000000"/>
                </a:solidFill>
                <a:latin typeface="Consolas"/>
              </a:rPr>
              <a:t>getByTestId</a:t>
            </a:r>
            <a:r>
              <a:rPr sz="1400">
                <a:solidFill>
                  <a:srgbClr val="000000"/>
                </a:solidFill>
                <a:latin typeface="Consolas"/>
              </a:rPr>
              <a:t>(</a:t>
            </a:r>
            <a:r>
              <a:rPr sz="1400">
                <a:solidFill>
                  <a:srgbClr val="A31515"/>
                </a:solidFill>
                <a:latin typeface="Consolas"/>
              </a:rPr>
              <a:t>"total"</a:t>
            </a:r>
            <a:r>
              <a:rPr sz="1400">
                <a:solidFill>
                  <a:srgbClr val="000000"/>
                </a:solidFill>
                <a:latin typeface="Consolas"/>
              </a:rPr>
              <a:t>)</a:t>
            </a:r>
            <a:r>
              <a:rPr sz="1400">
                <a:solidFill>
                  <a:srgbClr val="000000"/>
                </a:solidFill>
                <a:latin typeface="Consolas"/>
              </a:rPr>
              <a:t>)</a:t>
            </a:r>
            <a:r>
              <a:rPr sz="1400">
                <a:solidFill>
                  <a:srgbClr val="000000"/>
                </a:solidFill>
                <a:latin typeface="Consolas"/>
              </a:rPr>
              <a:t>.</a:t>
            </a:r>
            <a:r>
              <a:rPr sz="1400">
                <a:solidFill>
                  <a:srgbClr val="000000"/>
                </a:solidFill>
                <a:latin typeface="Consolas"/>
              </a:rPr>
              <a:t>toHaveTextContent</a:t>
            </a:r>
            <a:r>
              <a:rPr sz="1400">
                <a:solidFill>
                  <a:srgbClr val="000000"/>
                </a:solidFill>
                <a:latin typeface="Consolas"/>
              </a:rPr>
              <a:t>(</a:t>
            </a:r>
            <a:r>
              <a:rPr sz="1400">
                <a:solidFill>
                  <a:srgbClr val="A31515"/>
                </a:solidFill>
                <a:latin typeface="Consolas"/>
              </a:rPr>
              <a:t>"4.48"</a:t>
            </a:r>
            <a:r>
              <a:rPr sz="1400">
                <a:solidFill>
                  <a:srgbClr val="000000"/>
                </a:solidFill>
                <a:latin typeface="Consolas"/>
              </a:rPr>
              <a:t>)</a:t>
            </a:r>
            <a:r>
              <a:rPr sz="1400">
                <a:solidFill>
                  <a:srgbClr val="000000"/>
                </a:solidFill>
                <a:latin typeface="Consolas"/>
              </a:rPr>
              <a:t>;</a:t>
            </a:r>
          </a:p>
          <a:p>
            <a:pPr>
              <a:lnSpc>
                <a:spcPct val="100000"/>
              </a:lnSpc>
              <a:spcBef>
                <a:spcPts val="0"/>
              </a:spcBef>
              <a:spcAft>
                <a:spcPts val="0"/>
              </a:spcAft>
            </a:pPr>
            <a:r>
              <a:rPr sz="1400">
                <a:solidFill>
                  <a:srgbClr val="000000"/>
                </a:solidFill>
                <a:latin typeface="Consolas"/>
              </a:rPr>
              <a:t>}</a:t>
            </a:r>
            <a:r>
              <a:rPr sz="1400">
                <a:solidFill>
                  <a:srgbClr val="000000"/>
                </a:solidFill>
                <a:latin typeface="Consolas"/>
              </a:rPr>
              <a:t>)</a:t>
            </a:r>
            <a:r>
              <a:rPr sz="1400">
                <a:solidFill>
                  <a:srgbClr val="000000"/>
                </a:solidFill>
                <a:latin typeface="Consolas"/>
              </a:rPr>
              <a:t>;</a:t>
            </a:r>
          </a:p>
          <a:p>
            <a:pPr>
              <a:lnSpc>
                <a:spcPct val="100000"/>
              </a:lnSpc>
              <a:spcBef>
                <a:spcPts val="0"/>
              </a:spcBef>
              <a:spcAft>
                <a:spcPts val="0"/>
              </a:spcAft>
            </a:pPr>
            <a:r>
              <a:rPr sz="1400">
                <a:latin typeface="Consolas"/>
              </a:rPr>
              <a:t> </a:t>
            </a:r>
          </a:p>
          <a:p>
            <a:pPr>
              <a:lnSpc>
                <a:spcPct val="100000"/>
              </a:lnSpc>
              <a:spcBef>
                <a:spcPts val="0"/>
              </a:spcBef>
              <a:spcAft>
                <a:spcPts val="0"/>
              </a:spcAft>
            </a:pPr>
            <a:r>
              <a:rPr sz="1400">
                <a:solidFill>
                  <a:srgbClr val="008000"/>
                </a:solidFill>
                <a:latin typeface="Consolas"/>
              </a:rPr>
              <a:t>// $ npx tsc --noEmit --pretty false      # after renaming one field</a:t>
            </a:r>
          </a:p>
          <a:p>
            <a:pPr>
              <a:lnSpc>
                <a:spcPct val="100000"/>
              </a:lnSpc>
              <a:spcBef>
                <a:spcPts val="0"/>
              </a:spcBef>
              <a:spcAft>
                <a:spcPts val="0"/>
              </a:spcAft>
            </a:pPr>
            <a:r>
              <a:rPr sz="1400">
                <a:solidFill>
                  <a:srgbClr val="008000"/>
                </a:solidFill>
                <a:latin typeface="Consolas"/>
              </a:rPr>
              <a:t>// src/pricing.ts(11,51): error TS2339: Property 'unitPrice' does not exist on</a:t>
            </a:r>
          </a:p>
          <a:p>
            <a:pPr>
              <a:lnSpc>
                <a:spcPct val="100000"/>
              </a:lnSpc>
              <a:spcBef>
                <a:spcPts val="0"/>
              </a:spcBef>
              <a:spcAft>
                <a:spcPts val="0"/>
              </a:spcAft>
            </a:pPr>
            <a:r>
              <a:rPr sz="1400">
                <a:solidFill>
                  <a:srgbClr val="008000"/>
                </a:solidFill>
                <a:latin typeface="Consolas"/>
              </a:rPr>
              <a:t>//   type 'LineItem'.</a:t>
            </a:r>
          </a:p>
        </p:txBody>
      </p:sp>
      <p:sp>
        <p:nvSpPr>
          <p:cNvPr id="5" name="Text Placeholder 4"/>
          <p:cNvSpPr>
            <a:spLocks noGrp="1"/>
          </p:cNvSpPr>
          <p:nvPr>
            <p:ph type="body" idx="10" sz="quarter"/>
          </p:nvPr>
        </p:nvSpPr>
        <p:spPr/>
        <p:txBody>
          <a:bodyPr wrap="square"/>
          <a:lstStyle/>
          <a:p>
            <a:pPr/>
            <a:r>
              <a:rPr sz="1500"/>
              <a:t>tsc --noEmit checks the configured program without running application or test code.</a:t>
            </a:r>
          </a:p>
          <a:p>
            <a:pPr/>
            <a:r>
              <a:rPr sz="1500"/>
              <a:t>Its diagnostic includes file, line, column and a searchable TS code.</a:t>
            </a:r>
          </a:p>
          <a:p>
            <a:pPr/>
            <a:r>
              <a:rPr sz="1500"/>
              <a:t>Stop on a type error before treating later test output as evidence for the change.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1800"/>
              <a:t>Java: slice first, Testcontainers when SQL is the subject</a:t>
            </a:r>
          </a:p>
        </p:txBody>
      </p:sp>
      <p:sp>
        <p:nvSpPr>
          <p:cNvPr id="3" name="Text Placeholder 2"/>
          <p:cNvSpPr>
            <a:spLocks noGrp="1"/>
          </p:cNvSpPr>
          <p:nvPr>
            <p:ph type="body" idx="10" sz="quarter"/>
          </p:nvPr>
        </p:nvSpPr>
        <p:spPr/>
        <p:txBody>
          <a:bodyPr wrap="square"/>
          <a:lstStyle/>
          <a:p>
            <a:pPr/>
            <a:r>
              <a:rPr sz="1400"/>
              <a:t>@DataJpaTest loads the JPA slice</a:t>
            </a:r>
          </a:p>
          <a:p>
            <a:pPr/>
            <a:r>
              <a:rPr sz="1400"/>
              <a:t>@ServiceConnection derives DB settings</a:t>
            </a:r>
          </a:p>
          <a:p>
            <a:pPr/>
            <a:r>
              <a:rPr sz="1400"/>
              <a:t>Static @Container is shared per test class</a:t>
            </a:r>
          </a:p>
          <a:p>
            <a:pPr/>
            <a:r>
              <a:rPr sz="1400"/>
              <a:t>Use Postgres for Postgres-specific behavior</a:t>
            </a:r>
          </a:p>
        </p:txBody>
      </p:sp>
      <p:sp>
        <p:nvSpPr>
          <p:cNvPr id="4" name="Text Placeholder 3"/>
          <p:cNvSpPr>
            <a:spLocks noGrp="1"/>
          </p:cNvSpPr>
          <p:nvPr>
            <p:ph type="body" idx="13" sz="quarter"/>
          </p:nvPr>
        </p:nvSpPr>
        <p:spPr/>
        <p:txBody>
          <a:bodyPr wrap="none"/>
          <a:lstStyle/>
          <a:p>
            <a:pPr>
              <a:buNone/>
            </a:pPr>
            <a:r>
              <a:rPr sz="1100"/>
              <a:t>ShipmentRepositoryTest.java / ShipmentSqlIT.java</a:t>
            </a:r>
          </a:p>
        </p:txBody>
      </p:sp>
      <p:sp>
        <p:nvSpPr>
          <p:cNvPr id="5" name="Text Placeholder 4"/>
          <p:cNvSpPr>
            <a:spLocks noGrp="1"/>
          </p:cNvSpPr>
          <p:nvPr>
            <p:ph type="body" idx="11" sz="quarter"/>
          </p:nvPr>
        </p:nvSpPr>
        <p:spPr/>
        <p:txBody>
          <a:bodyPr wrap="none"/>
          <a:lstStyle/>
          <a:p>
            <a:pPr>
              <a:lnSpc>
                <a:spcPct val="100000"/>
              </a:lnSpc>
              <a:spcBef>
                <a:spcPts val="0"/>
              </a:spcBef>
              <a:spcAft>
                <a:spcPts val="0"/>
              </a:spcAft>
            </a:pPr>
            <a:r>
              <a:rPr sz="1300">
                <a:solidFill>
                  <a:srgbClr val="795E26"/>
                </a:solidFill>
                <a:latin typeface="Consolas"/>
              </a:rPr>
              <a:t>@DataJpaTest</a:t>
            </a:r>
          </a:p>
          <a:p>
            <a:pPr>
              <a:lnSpc>
                <a:spcPct val="100000"/>
              </a:lnSpc>
              <a:spcBef>
                <a:spcPts val="0"/>
              </a:spcBef>
              <a:spcAft>
                <a:spcPts val="0"/>
              </a:spcAft>
            </a:pPr>
            <a:r>
              <a:rPr sz="1300">
                <a:solidFill>
                  <a:srgbClr val="0000FF"/>
                </a:solidFill>
                <a:latin typeface="Consolas"/>
              </a:rPr>
              <a:t>class</a:t>
            </a:r>
            <a:r>
              <a:rPr sz="1300">
                <a:solidFill>
                  <a:srgbClr val="000000"/>
                </a:solidFill>
                <a:latin typeface="Consolas"/>
              </a:rPr>
              <a:t> </a:t>
            </a:r>
            <a:r>
              <a:rPr sz="1300">
                <a:solidFill>
                  <a:srgbClr val="267F99"/>
                </a:solidFill>
                <a:latin typeface="Consolas"/>
              </a:rPr>
              <a:t>ShipmentRepositoryTest</a:t>
            </a:r>
            <a:r>
              <a:rPr sz="1300">
                <a:solidFill>
                  <a:srgbClr val="000000"/>
                </a:solidFill>
                <a:latin typeface="Consolas"/>
              </a:rPr>
              <a:t> </a:t>
            </a:r>
            <a:r>
              <a:rPr sz="1300">
                <a:solidFill>
                  <a:srgbClr val="000000"/>
                </a:solidFill>
                <a:latin typeface="Consolas"/>
              </a:rPr>
              <a:t>{</a:t>
            </a:r>
          </a:p>
          <a:p>
            <a:pPr>
              <a:lnSpc>
                <a:spcPct val="100000"/>
              </a:lnSpc>
              <a:spcBef>
                <a:spcPts val="0"/>
              </a:spcBef>
              <a:spcAft>
                <a:spcPts val="0"/>
              </a:spcAft>
            </a:pPr>
            <a:r>
              <a:rPr sz="1300">
                <a:solidFill>
                  <a:srgbClr val="000000"/>
                </a:solidFill>
                <a:latin typeface="Consolas"/>
              </a:rPr>
              <a:t>  </a:t>
            </a:r>
            <a:r>
              <a:rPr sz="1300">
                <a:solidFill>
                  <a:srgbClr val="795E26"/>
                </a:solidFill>
                <a:latin typeface="Consolas"/>
              </a:rPr>
              <a:t>@Autowired</a:t>
            </a:r>
            <a:r>
              <a:rPr sz="1300">
                <a:solidFill>
                  <a:srgbClr val="000000"/>
                </a:solidFill>
                <a:latin typeface="Consolas"/>
              </a:rPr>
              <a:t> </a:t>
            </a:r>
            <a:r>
              <a:rPr sz="1300">
                <a:solidFill>
                  <a:srgbClr val="000000"/>
                </a:solidFill>
                <a:latin typeface="Consolas"/>
              </a:rPr>
              <a:t>ShipmentRepository</a:t>
            </a:r>
            <a:r>
              <a:rPr sz="1300">
                <a:solidFill>
                  <a:srgbClr val="000000"/>
                </a:solidFill>
                <a:latin typeface="Consolas"/>
              </a:rPr>
              <a:t> </a:t>
            </a:r>
            <a:r>
              <a:rPr sz="1300">
                <a:solidFill>
                  <a:srgbClr val="000000"/>
                </a:solidFill>
                <a:latin typeface="Consolas"/>
              </a:rPr>
              <a:t>repo</a:t>
            </a:r>
            <a:r>
              <a:rPr sz="1300">
                <a:solidFill>
                  <a:srgbClr val="000000"/>
                </a:solidFill>
                <a:latin typeface="Consolas"/>
              </a:rPr>
              <a:t>;</a:t>
            </a:r>
          </a:p>
          <a:p>
            <a:pPr>
              <a:lnSpc>
                <a:spcPct val="100000"/>
              </a:lnSpc>
              <a:spcBef>
                <a:spcPts val="0"/>
              </a:spcBef>
              <a:spcAft>
                <a:spcPts val="0"/>
              </a:spcAft>
            </a:pPr>
            <a:r>
              <a:rPr sz="1300">
                <a:latin typeface="Consolas"/>
              </a:rPr>
              <a:t> </a:t>
            </a:r>
          </a:p>
          <a:p>
            <a:pPr>
              <a:lnSpc>
                <a:spcPct val="100000"/>
              </a:lnSpc>
              <a:spcBef>
                <a:spcPts val="0"/>
              </a:spcBef>
              <a:spcAft>
                <a:spcPts val="0"/>
              </a:spcAft>
            </a:pPr>
            <a:r>
              <a:rPr sz="1300">
                <a:solidFill>
                  <a:srgbClr val="000000"/>
                </a:solidFill>
                <a:latin typeface="Consolas"/>
              </a:rPr>
              <a:t>  </a:t>
            </a:r>
            <a:r>
              <a:rPr sz="1300">
                <a:solidFill>
                  <a:srgbClr val="795E26"/>
                </a:solidFill>
                <a:latin typeface="Consolas"/>
              </a:rPr>
              <a:t>@Test</a:t>
            </a:r>
            <a:r>
              <a:rPr sz="1300">
                <a:solidFill>
                  <a:srgbClr val="000000"/>
                </a:solidFill>
                <a:latin typeface="Consolas"/>
              </a:rPr>
              <a:t> </a:t>
            </a:r>
            <a:r>
              <a:rPr sz="1300">
                <a:solidFill>
                  <a:srgbClr val="267F99"/>
                </a:solidFill>
                <a:latin typeface="Consolas"/>
              </a:rPr>
              <a:t>void</a:t>
            </a:r>
            <a:r>
              <a:rPr sz="1300">
                <a:solidFill>
                  <a:srgbClr val="000000"/>
                </a:solidFill>
                <a:latin typeface="Consolas"/>
              </a:rPr>
              <a:t> </a:t>
            </a:r>
            <a:r>
              <a:rPr sz="1300">
                <a:solidFill>
                  <a:srgbClr val="795E26"/>
                </a:solidFill>
                <a:latin typeface="Consolas"/>
              </a:rPr>
              <a:t>findsOpenShipmentsByPlant</a:t>
            </a:r>
            <a:r>
              <a:rPr sz="1300">
                <a:solidFill>
                  <a:srgbClr val="000000"/>
                </a:solidFill>
                <a:latin typeface="Consolas"/>
              </a:rPr>
              <a:t>(</a:t>
            </a:r>
            <a:r>
              <a:rPr sz="1300">
                <a:solidFill>
                  <a:srgbClr val="000000"/>
                </a:solidFill>
                <a:latin typeface="Consolas"/>
              </a:rPr>
              <a:t>)</a:t>
            </a:r>
            <a:r>
              <a:rPr sz="1300">
                <a:solidFill>
                  <a:srgbClr val="000000"/>
                </a:solidFill>
                <a:latin typeface="Consolas"/>
              </a:rPr>
              <a:t> </a:t>
            </a:r>
            <a:r>
              <a:rPr sz="1300">
                <a:solidFill>
                  <a:srgbClr val="000000"/>
                </a:solidFill>
                <a:latin typeface="Consolas"/>
              </a:rPr>
              <a:t>{</a:t>
            </a:r>
          </a:p>
          <a:p>
            <a:pPr>
              <a:lnSpc>
                <a:spcPct val="100000"/>
              </a:lnSpc>
              <a:spcBef>
                <a:spcPts val="0"/>
              </a:spcBef>
              <a:spcAft>
                <a:spcPts val="0"/>
              </a:spcAft>
            </a:pPr>
            <a:r>
              <a:rPr sz="1300">
                <a:solidFill>
                  <a:srgbClr val="000000"/>
                </a:solidFill>
                <a:latin typeface="Consolas"/>
              </a:rPr>
              <a:t>    </a:t>
            </a:r>
            <a:r>
              <a:rPr sz="1300">
                <a:solidFill>
                  <a:srgbClr val="000000"/>
                </a:solidFill>
                <a:latin typeface="Consolas"/>
              </a:rPr>
              <a:t>repo</a:t>
            </a:r>
            <a:r>
              <a:rPr sz="1300">
                <a:solidFill>
                  <a:srgbClr val="000000"/>
                </a:solidFill>
                <a:latin typeface="Consolas"/>
              </a:rPr>
              <a:t>.</a:t>
            </a:r>
            <a:r>
              <a:rPr sz="1300">
                <a:solidFill>
                  <a:srgbClr val="001080"/>
                </a:solidFill>
                <a:latin typeface="Consolas"/>
              </a:rPr>
              <a:t>save</a:t>
            </a:r>
            <a:r>
              <a:rPr sz="1300">
                <a:solidFill>
                  <a:srgbClr val="000000"/>
                </a:solidFill>
                <a:latin typeface="Consolas"/>
              </a:rPr>
              <a:t>(</a:t>
            </a:r>
            <a:r>
              <a:rPr sz="1300">
                <a:solidFill>
                  <a:srgbClr val="0000FF"/>
                </a:solidFill>
                <a:latin typeface="Consolas"/>
              </a:rPr>
              <a:t>new</a:t>
            </a:r>
            <a:r>
              <a:rPr sz="1300">
                <a:solidFill>
                  <a:srgbClr val="000000"/>
                </a:solidFill>
                <a:latin typeface="Consolas"/>
              </a:rPr>
              <a:t> </a:t>
            </a:r>
            <a:r>
              <a:rPr sz="1300">
                <a:solidFill>
                  <a:srgbClr val="000000"/>
                </a:solidFill>
                <a:latin typeface="Consolas"/>
              </a:rPr>
              <a:t>Shipment</a:t>
            </a:r>
            <a:r>
              <a:rPr sz="1300">
                <a:solidFill>
                  <a:srgbClr val="000000"/>
                </a:solidFill>
                <a:latin typeface="Consolas"/>
              </a:rPr>
              <a:t>(</a:t>
            </a:r>
            <a:r>
              <a:rPr sz="1300">
                <a:solidFill>
                  <a:srgbClr val="A31515"/>
                </a:solidFill>
                <a:latin typeface="Consolas"/>
              </a:rPr>
              <a:t>"</a:t>
            </a:r>
            <a:r>
              <a:rPr sz="1300">
                <a:solidFill>
                  <a:srgbClr val="A31515"/>
                </a:solidFill>
                <a:latin typeface="Consolas"/>
              </a:rPr>
              <a:t>P07</a:t>
            </a:r>
            <a:r>
              <a:rPr sz="1300">
                <a:solidFill>
                  <a:srgbClr val="A31515"/>
                </a:solidFill>
                <a:latin typeface="Consolas"/>
              </a:rPr>
              <a:t>"</a:t>
            </a:r>
            <a:r>
              <a:rPr sz="1300">
                <a:solidFill>
                  <a:srgbClr val="000000"/>
                </a:solidFill>
                <a:latin typeface="Consolas"/>
              </a:rPr>
              <a:t>,</a:t>
            </a:r>
            <a:r>
              <a:rPr sz="1300">
                <a:solidFill>
                  <a:srgbClr val="000000"/>
                </a:solidFill>
                <a:latin typeface="Consolas"/>
              </a:rPr>
              <a:t> </a:t>
            </a:r>
            <a:r>
              <a:rPr sz="1300">
                <a:solidFill>
                  <a:srgbClr val="000000"/>
                </a:solidFill>
                <a:latin typeface="Consolas"/>
              </a:rPr>
              <a:t>OPEN</a:t>
            </a:r>
            <a:r>
              <a:rPr sz="1300">
                <a:solidFill>
                  <a:srgbClr val="000000"/>
                </a:solidFill>
                <a:latin typeface="Consolas"/>
              </a:rPr>
              <a:t>)</a:t>
            </a:r>
            <a:r>
              <a:rPr sz="1300">
                <a:solidFill>
                  <a:srgbClr val="000000"/>
                </a:solidFill>
                <a:latin typeface="Consolas"/>
              </a:rPr>
              <a:t>)</a:t>
            </a:r>
            <a:r>
              <a:rPr sz="1300">
                <a:solidFill>
                  <a:srgbClr val="000000"/>
                </a:solidFill>
                <a:latin typeface="Consolas"/>
              </a:rPr>
              <a:t>;</a:t>
            </a:r>
          </a:p>
          <a:p>
            <a:pPr>
              <a:lnSpc>
                <a:spcPct val="100000"/>
              </a:lnSpc>
              <a:spcBef>
                <a:spcPts val="0"/>
              </a:spcBef>
              <a:spcAft>
                <a:spcPts val="0"/>
              </a:spcAft>
            </a:pPr>
            <a:r>
              <a:rPr sz="1300">
                <a:solidFill>
                  <a:srgbClr val="000000"/>
                </a:solidFill>
                <a:latin typeface="Consolas"/>
              </a:rPr>
              <a:t>    </a:t>
            </a:r>
            <a:r>
              <a:rPr sz="1300">
                <a:solidFill>
                  <a:srgbClr val="000000"/>
                </a:solidFill>
                <a:latin typeface="Consolas"/>
              </a:rPr>
              <a:t>repo</a:t>
            </a:r>
            <a:r>
              <a:rPr sz="1300">
                <a:solidFill>
                  <a:srgbClr val="000000"/>
                </a:solidFill>
                <a:latin typeface="Consolas"/>
              </a:rPr>
              <a:t>.</a:t>
            </a:r>
            <a:r>
              <a:rPr sz="1300">
                <a:solidFill>
                  <a:srgbClr val="001080"/>
                </a:solidFill>
                <a:latin typeface="Consolas"/>
              </a:rPr>
              <a:t>save</a:t>
            </a:r>
            <a:r>
              <a:rPr sz="1300">
                <a:solidFill>
                  <a:srgbClr val="000000"/>
                </a:solidFill>
                <a:latin typeface="Consolas"/>
              </a:rPr>
              <a:t>(</a:t>
            </a:r>
            <a:r>
              <a:rPr sz="1300">
                <a:solidFill>
                  <a:srgbClr val="0000FF"/>
                </a:solidFill>
                <a:latin typeface="Consolas"/>
              </a:rPr>
              <a:t>new</a:t>
            </a:r>
            <a:r>
              <a:rPr sz="1300">
                <a:solidFill>
                  <a:srgbClr val="000000"/>
                </a:solidFill>
                <a:latin typeface="Consolas"/>
              </a:rPr>
              <a:t> </a:t>
            </a:r>
            <a:r>
              <a:rPr sz="1300">
                <a:solidFill>
                  <a:srgbClr val="000000"/>
                </a:solidFill>
                <a:latin typeface="Consolas"/>
              </a:rPr>
              <a:t>Shipment</a:t>
            </a:r>
            <a:r>
              <a:rPr sz="1300">
                <a:solidFill>
                  <a:srgbClr val="000000"/>
                </a:solidFill>
                <a:latin typeface="Consolas"/>
              </a:rPr>
              <a:t>(</a:t>
            </a:r>
            <a:r>
              <a:rPr sz="1300">
                <a:solidFill>
                  <a:srgbClr val="A31515"/>
                </a:solidFill>
                <a:latin typeface="Consolas"/>
              </a:rPr>
              <a:t>"</a:t>
            </a:r>
            <a:r>
              <a:rPr sz="1300">
                <a:solidFill>
                  <a:srgbClr val="A31515"/>
                </a:solidFill>
                <a:latin typeface="Consolas"/>
              </a:rPr>
              <a:t>P07</a:t>
            </a:r>
            <a:r>
              <a:rPr sz="1300">
                <a:solidFill>
                  <a:srgbClr val="A31515"/>
                </a:solidFill>
                <a:latin typeface="Consolas"/>
              </a:rPr>
              <a:t>"</a:t>
            </a:r>
            <a:r>
              <a:rPr sz="1300">
                <a:solidFill>
                  <a:srgbClr val="000000"/>
                </a:solidFill>
                <a:latin typeface="Consolas"/>
              </a:rPr>
              <a:t>,</a:t>
            </a:r>
            <a:r>
              <a:rPr sz="1300">
                <a:solidFill>
                  <a:srgbClr val="000000"/>
                </a:solidFill>
                <a:latin typeface="Consolas"/>
              </a:rPr>
              <a:t> </a:t>
            </a:r>
            <a:r>
              <a:rPr sz="1300">
                <a:solidFill>
                  <a:srgbClr val="000000"/>
                </a:solidFill>
                <a:latin typeface="Consolas"/>
              </a:rPr>
              <a:t>CLOSED</a:t>
            </a:r>
            <a:r>
              <a:rPr sz="1300">
                <a:solidFill>
                  <a:srgbClr val="000000"/>
                </a:solidFill>
                <a:latin typeface="Consolas"/>
              </a:rPr>
              <a:t>)</a:t>
            </a:r>
            <a:r>
              <a:rPr sz="1300">
                <a:solidFill>
                  <a:srgbClr val="000000"/>
                </a:solidFill>
                <a:latin typeface="Consolas"/>
              </a:rPr>
              <a:t>)</a:t>
            </a:r>
            <a:r>
              <a:rPr sz="1300">
                <a:solidFill>
                  <a:srgbClr val="000000"/>
                </a:solidFill>
                <a:latin typeface="Consolas"/>
              </a:rPr>
              <a:t>;</a:t>
            </a:r>
          </a:p>
          <a:p>
            <a:pPr>
              <a:lnSpc>
                <a:spcPct val="100000"/>
              </a:lnSpc>
              <a:spcBef>
                <a:spcPts val="0"/>
              </a:spcBef>
              <a:spcAft>
                <a:spcPts val="0"/>
              </a:spcAft>
            </a:pPr>
            <a:r>
              <a:rPr sz="1300">
                <a:solidFill>
                  <a:srgbClr val="000000"/>
                </a:solidFill>
                <a:latin typeface="Consolas"/>
              </a:rPr>
              <a:t>    </a:t>
            </a:r>
            <a:r>
              <a:rPr sz="1300">
                <a:solidFill>
                  <a:srgbClr val="000000"/>
                </a:solidFill>
                <a:latin typeface="Consolas"/>
              </a:rPr>
              <a:t>assertThat</a:t>
            </a:r>
            <a:r>
              <a:rPr sz="1300">
                <a:solidFill>
                  <a:srgbClr val="000000"/>
                </a:solidFill>
                <a:latin typeface="Consolas"/>
              </a:rPr>
              <a:t>(</a:t>
            </a:r>
            <a:r>
              <a:rPr sz="1300">
                <a:solidFill>
                  <a:srgbClr val="000000"/>
                </a:solidFill>
                <a:latin typeface="Consolas"/>
              </a:rPr>
              <a:t>repo</a:t>
            </a:r>
            <a:r>
              <a:rPr sz="1300">
                <a:solidFill>
                  <a:srgbClr val="000000"/>
                </a:solidFill>
                <a:latin typeface="Consolas"/>
              </a:rPr>
              <a:t>.</a:t>
            </a:r>
            <a:r>
              <a:rPr sz="1300">
                <a:solidFill>
                  <a:srgbClr val="001080"/>
                </a:solidFill>
                <a:latin typeface="Consolas"/>
              </a:rPr>
              <a:t>findOpen</a:t>
            </a:r>
            <a:r>
              <a:rPr sz="1300">
                <a:solidFill>
                  <a:srgbClr val="000000"/>
                </a:solidFill>
                <a:latin typeface="Consolas"/>
              </a:rPr>
              <a:t>(</a:t>
            </a:r>
            <a:r>
              <a:rPr sz="1300">
                <a:solidFill>
                  <a:srgbClr val="A31515"/>
                </a:solidFill>
                <a:latin typeface="Consolas"/>
              </a:rPr>
              <a:t>"</a:t>
            </a:r>
            <a:r>
              <a:rPr sz="1300">
                <a:solidFill>
                  <a:srgbClr val="A31515"/>
                </a:solidFill>
                <a:latin typeface="Consolas"/>
              </a:rPr>
              <a:t>P07</a:t>
            </a:r>
            <a:r>
              <a:rPr sz="1300">
                <a:solidFill>
                  <a:srgbClr val="A31515"/>
                </a:solidFill>
                <a:latin typeface="Consolas"/>
              </a:rPr>
              <a:t>"</a:t>
            </a:r>
            <a:r>
              <a:rPr sz="1300">
                <a:solidFill>
                  <a:srgbClr val="000000"/>
                </a:solidFill>
                <a:latin typeface="Consolas"/>
              </a:rPr>
              <a:t>)</a:t>
            </a:r>
            <a:r>
              <a:rPr sz="1300">
                <a:solidFill>
                  <a:srgbClr val="000000"/>
                </a:solidFill>
                <a:latin typeface="Consolas"/>
              </a:rPr>
              <a:t>)</a:t>
            </a:r>
            <a:r>
              <a:rPr sz="1300">
                <a:solidFill>
                  <a:srgbClr val="000000"/>
                </a:solidFill>
                <a:latin typeface="Consolas"/>
              </a:rPr>
              <a:t>.</a:t>
            </a:r>
            <a:r>
              <a:rPr sz="1300">
                <a:solidFill>
                  <a:srgbClr val="001080"/>
                </a:solidFill>
                <a:latin typeface="Consolas"/>
              </a:rPr>
              <a:t>hasSize</a:t>
            </a:r>
            <a:r>
              <a:rPr sz="1300">
                <a:solidFill>
                  <a:srgbClr val="000000"/>
                </a:solidFill>
                <a:latin typeface="Consolas"/>
              </a:rPr>
              <a:t>(</a:t>
            </a:r>
            <a:r>
              <a:rPr sz="1300">
                <a:solidFill>
                  <a:srgbClr val="098658"/>
                </a:solidFill>
                <a:latin typeface="Consolas"/>
              </a:rPr>
              <a:t>1</a:t>
            </a:r>
            <a:r>
              <a:rPr sz="1300">
                <a:solidFill>
                  <a:srgbClr val="000000"/>
                </a:solidFill>
                <a:latin typeface="Consolas"/>
              </a:rPr>
              <a:t>)</a:t>
            </a:r>
            <a:r>
              <a:rPr sz="1300">
                <a:solidFill>
                  <a:srgbClr val="000000"/>
                </a:solidFill>
                <a:latin typeface="Consolas"/>
              </a:rPr>
              <a:t>;</a:t>
            </a:r>
          </a:p>
          <a:p>
            <a:pPr>
              <a:lnSpc>
                <a:spcPct val="100000"/>
              </a:lnSpc>
              <a:spcBef>
                <a:spcPts val="0"/>
              </a:spcBef>
              <a:spcAft>
                <a:spcPts val="0"/>
              </a:spcAft>
            </a:pPr>
            <a:r>
              <a:rPr sz="1300">
                <a:solidFill>
                  <a:srgbClr val="000000"/>
                </a:solidFill>
                <a:latin typeface="Consolas"/>
              </a:rPr>
              <a:t>  </a:t>
            </a:r>
            <a:r>
              <a:rPr sz="1300">
                <a:solidFill>
                  <a:srgbClr val="000000"/>
                </a:solidFill>
                <a:latin typeface="Consolas"/>
              </a:rPr>
              <a:t>}</a:t>
            </a:r>
          </a:p>
          <a:p>
            <a:pPr>
              <a:lnSpc>
                <a:spcPct val="100000"/>
              </a:lnSpc>
              <a:spcBef>
                <a:spcPts val="0"/>
              </a:spcBef>
              <a:spcAft>
                <a:spcPts val="0"/>
              </a:spcAft>
            </a:pPr>
            <a:r>
              <a:rPr sz="1300">
                <a:solidFill>
                  <a:srgbClr val="000000"/>
                </a:solidFill>
                <a:latin typeface="Consolas"/>
              </a:rPr>
              <a:t>}</a:t>
            </a:r>
          </a:p>
          <a:p>
            <a:pPr>
              <a:lnSpc>
                <a:spcPct val="100000"/>
              </a:lnSpc>
              <a:spcBef>
                <a:spcPts val="0"/>
              </a:spcBef>
              <a:spcAft>
                <a:spcPts val="0"/>
              </a:spcAft>
            </a:pPr>
            <a:r>
              <a:rPr sz="1300">
                <a:latin typeface="Consolas"/>
              </a:rPr>
              <a:t> </a:t>
            </a:r>
          </a:p>
          <a:p>
            <a:pPr>
              <a:lnSpc>
                <a:spcPct val="100000"/>
              </a:lnSpc>
              <a:spcBef>
                <a:spcPts val="0"/>
              </a:spcBef>
              <a:spcAft>
                <a:spcPts val="0"/>
              </a:spcAft>
            </a:pPr>
            <a:r>
              <a:rPr sz="1300">
                <a:solidFill>
                  <a:srgbClr val="008000"/>
                </a:solidFill>
                <a:latin typeface="Consolas"/>
              </a:rPr>
              <a:t>// Use real Postgres when its behavior is under test:</a:t>
            </a:r>
          </a:p>
          <a:p>
            <a:pPr>
              <a:lnSpc>
                <a:spcPct val="100000"/>
              </a:lnSpc>
              <a:spcBef>
                <a:spcPts val="0"/>
              </a:spcBef>
              <a:spcAft>
                <a:spcPts val="0"/>
              </a:spcAft>
            </a:pPr>
            <a:r>
              <a:rPr sz="1300">
                <a:solidFill>
                  <a:srgbClr val="795E26"/>
                </a:solidFill>
                <a:latin typeface="Consolas"/>
              </a:rPr>
              <a:t>@Testcontainers</a:t>
            </a:r>
          </a:p>
          <a:p>
            <a:pPr>
              <a:lnSpc>
                <a:spcPct val="100000"/>
              </a:lnSpc>
              <a:spcBef>
                <a:spcPts val="0"/>
              </a:spcBef>
              <a:spcAft>
                <a:spcPts val="0"/>
              </a:spcAft>
            </a:pPr>
            <a:r>
              <a:rPr sz="1300">
                <a:solidFill>
                  <a:srgbClr val="795E26"/>
                </a:solidFill>
                <a:latin typeface="Consolas"/>
              </a:rPr>
              <a:t>@SpringBootTest</a:t>
            </a:r>
          </a:p>
          <a:p>
            <a:pPr>
              <a:lnSpc>
                <a:spcPct val="100000"/>
              </a:lnSpc>
              <a:spcBef>
                <a:spcPts val="0"/>
              </a:spcBef>
              <a:spcAft>
                <a:spcPts val="0"/>
              </a:spcAft>
            </a:pPr>
            <a:r>
              <a:rPr sz="1300">
                <a:solidFill>
                  <a:srgbClr val="0000FF"/>
                </a:solidFill>
                <a:latin typeface="Consolas"/>
              </a:rPr>
              <a:t>class</a:t>
            </a:r>
            <a:r>
              <a:rPr sz="1300">
                <a:solidFill>
                  <a:srgbClr val="000000"/>
                </a:solidFill>
                <a:latin typeface="Consolas"/>
              </a:rPr>
              <a:t> </a:t>
            </a:r>
            <a:r>
              <a:rPr sz="1300">
                <a:solidFill>
                  <a:srgbClr val="267F99"/>
                </a:solidFill>
                <a:latin typeface="Consolas"/>
              </a:rPr>
              <a:t>ShipmentSqlIT</a:t>
            </a:r>
            <a:r>
              <a:rPr sz="1300">
                <a:solidFill>
                  <a:srgbClr val="000000"/>
                </a:solidFill>
                <a:latin typeface="Consolas"/>
              </a:rPr>
              <a:t> </a:t>
            </a:r>
            <a:r>
              <a:rPr sz="1300">
                <a:solidFill>
                  <a:srgbClr val="000000"/>
                </a:solidFill>
                <a:latin typeface="Consolas"/>
              </a:rPr>
              <a:t>{</a:t>
            </a:r>
          </a:p>
          <a:p>
            <a:pPr>
              <a:lnSpc>
                <a:spcPct val="100000"/>
              </a:lnSpc>
              <a:spcBef>
                <a:spcPts val="0"/>
              </a:spcBef>
              <a:spcAft>
                <a:spcPts val="0"/>
              </a:spcAft>
            </a:pPr>
            <a:r>
              <a:rPr sz="1300">
                <a:solidFill>
                  <a:srgbClr val="000000"/>
                </a:solidFill>
                <a:latin typeface="Consolas"/>
              </a:rPr>
              <a:t>  </a:t>
            </a:r>
            <a:r>
              <a:rPr sz="1300">
                <a:solidFill>
                  <a:srgbClr val="795E26"/>
                </a:solidFill>
                <a:latin typeface="Consolas"/>
              </a:rPr>
              <a:t>@Container</a:t>
            </a:r>
          </a:p>
          <a:p>
            <a:pPr>
              <a:lnSpc>
                <a:spcPct val="100000"/>
              </a:lnSpc>
              <a:spcBef>
                <a:spcPts val="0"/>
              </a:spcBef>
              <a:spcAft>
                <a:spcPts val="0"/>
              </a:spcAft>
            </a:pPr>
            <a:r>
              <a:rPr sz="1300">
                <a:solidFill>
                  <a:srgbClr val="000000"/>
                </a:solidFill>
                <a:latin typeface="Consolas"/>
              </a:rPr>
              <a:t>  </a:t>
            </a:r>
            <a:r>
              <a:rPr sz="1300">
                <a:solidFill>
                  <a:srgbClr val="795E26"/>
                </a:solidFill>
                <a:latin typeface="Consolas"/>
              </a:rPr>
              <a:t>@ServiceConnection</a:t>
            </a:r>
          </a:p>
          <a:p>
            <a:pPr>
              <a:lnSpc>
                <a:spcPct val="100000"/>
              </a:lnSpc>
              <a:spcBef>
                <a:spcPts val="0"/>
              </a:spcBef>
              <a:spcAft>
                <a:spcPts val="0"/>
              </a:spcAft>
            </a:pPr>
            <a:r>
              <a:rPr sz="1300">
                <a:solidFill>
                  <a:srgbClr val="000000"/>
                </a:solidFill>
                <a:latin typeface="Consolas"/>
              </a:rPr>
              <a:t>  </a:t>
            </a:r>
            <a:r>
              <a:rPr sz="1300">
                <a:solidFill>
                  <a:srgbClr val="0000FF"/>
                </a:solidFill>
                <a:latin typeface="Consolas"/>
              </a:rPr>
              <a:t>static</a:t>
            </a:r>
            <a:r>
              <a:rPr sz="1300">
                <a:solidFill>
                  <a:srgbClr val="000000"/>
                </a:solidFill>
                <a:latin typeface="Consolas"/>
              </a:rPr>
              <a:t> </a:t>
            </a:r>
            <a:r>
              <a:rPr sz="1300">
                <a:solidFill>
                  <a:srgbClr val="000000"/>
                </a:solidFill>
                <a:latin typeface="Consolas"/>
              </a:rPr>
              <a:t>PostgreSQLContainer</a:t>
            </a:r>
            <a:r>
              <a:rPr sz="1300">
                <a:solidFill>
                  <a:srgbClr val="000000"/>
                </a:solidFill>
                <a:latin typeface="Consolas"/>
              </a:rPr>
              <a:t>&lt;</a:t>
            </a:r>
            <a:r>
              <a:rPr sz="1300">
                <a:solidFill>
                  <a:srgbClr val="000000"/>
                </a:solidFill>
                <a:latin typeface="Consolas"/>
              </a:rPr>
              <a:t>?</a:t>
            </a:r>
            <a:r>
              <a:rPr sz="1300">
                <a:solidFill>
                  <a:srgbClr val="000000"/>
                </a:solidFill>
                <a:latin typeface="Consolas"/>
              </a:rPr>
              <a:t>&gt;</a:t>
            </a:r>
            <a:r>
              <a:rPr sz="1300">
                <a:solidFill>
                  <a:srgbClr val="000000"/>
                </a:solidFill>
                <a:latin typeface="Consolas"/>
              </a:rPr>
              <a:t> </a:t>
            </a:r>
            <a:r>
              <a:rPr sz="1300">
                <a:solidFill>
                  <a:srgbClr val="000000"/>
                </a:solidFill>
                <a:latin typeface="Consolas"/>
              </a:rPr>
              <a:t>db</a:t>
            </a:r>
            <a:r>
              <a:rPr sz="1300">
                <a:solidFill>
                  <a:srgbClr val="000000"/>
                </a:solidFill>
                <a:latin typeface="Consolas"/>
              </a:rPr>
              <a:t> </a:t>
            </a:r>
            <a:r>
              <a:rPr sz="1300">
                <a:solidFill>
                  <a:srgbClr val="000000"/>
                </a:solidFill>
                <a:latin typeface="Consolas"/>
              </a:rPr>
              <a:t>=</a:t>
            </a:r>
          </a:p>
          <a:p>
            <a:pPr>
              <a:lnSpc>
                <a:spcPct val="100000"/>
              </a:lnSpc>
              <a:spcBef>
                <a:spcPts val="0"/>
              </a:spcBef>
              <a:spcAft>
                <a:spcPts val="0"/>
              </a:spcAft>
            </a:pPr>
            <a:r>
              <a:rPr sz="1300">
                <a:solidFill>
                  <a:srgbClr val="000000"/>
                </a:solidFill>
                <a:latin typeface="Consolas"/>
              </a:rPr>
              <a:t>      </a:t>
            </a:r>
            <a:r>
              <a:rPr sz="1300">
                <a:solidFill>
                  <a:srgbClr val="0000FF"/>
                </a:solidFill>
                <a:latin typeface="Consolas"/>
              </a:rPr>
              <a:t>new</a:t>
            </a:r>
            <a:r>
              <a:rPr sz="1300">
                <a:solidFill>
                  <a:srgbClr val="000000"/>
                </a:solidFill>
                <a:latin typeface="Consolas"/>
              </a:rPr>
              <a:t> </a:t>
            </a:r>
            <a:r>
              <a:rPr sz="1300">
                <a:solidFill>
                  <a:srgbClr val="000000"/>
                </a:solidFill>
                <a:latin typeface="Consolas"/>
              </a:rPr>
              <a:t>PostgreSQLContainer</a:t>
            </a:r>
            <a:r>
              <a:rPr sz="1300">
                <a:solidFill>
                  <a:srgbClr val="000000"/>
                </a:solidFill>
                <a:latin typeface="Consolas"/>
              </a:rPr>
              <a:t>&lt;</a:t>
            </a:r>
            <a:r>
              <a:rPr sz="1300">
                <a:solidFill>
                  <a:srgbClr val="000000"/>
                </a:solidFill>
                <a:latin typeface="Consolas"/>
              </a:rPr>
              <a:t>&gt;</a:t>
            </a:r>
            <a:r>
              <a:rPr sz="1300">
                <a:solidFill>
                  <a:srgbClr val="000000"/>
                </a:solidFill>
                <a:latin typeface="Consolas"/>
              </a:rPr>
              <a:t>(</a:t>
            </a:r>
            <a:r>
              <a:rPr sz="1300">
                <a:solidFill>
                  <a:srgbClr val="A31515"/>
                </a:solidFill>
                <a:latin typeface="Consolas"/>
              </a:rPr>
              <a:t>"</a:t>
            </a:r>
            <a:r>
              <a:rPr sz="1300">
                <a:solidFill>
                  <a:srgbClr val="A31515"/>
                </a:solidFill>
                <a:latin typeface="Consolas"/>
              </a:rPr>
              <a:t>postgres:16</a:t>
            </a:r>
            <a:r>
              <a:rPr sz="1300">
                <a:solidFill>
                  <a:srgbClr val="A31515"/>
                </a:solidFill>
                <a:latin typeface="Consolas"/>
              </a:rPr>
              <a:t>"</a:t>
            </a:r>
            <a:r>
              <a:rPr sz="1300">
                <a:solidFill>
                  <a:srgbClr val="000000"/>
                </a:solidFill>
                <a:latin typeface="Consolas"/>
              </a:rPr>
              <a:t>)</a:t>
            </a:r>
            <a:r>
              <a:rPr sz="1300">
                <a:solidFill>
                  <a:srgbClr val="000000"/>
                </a:solidFill>
                <a:latin typeface="Consolas"/>
              </a:rPr>
              <a:t>;</a:t>
            </a:r>
          </a:p>
          <a:p>
            <a:pPr>
              <a:lnSpc>
                <a:spcPct val="100000"/>
              </a:lnSpc>
              <a:spcBef>
                <a:spcPts val="0"/>
              </a:spcBef>
              <a:spcAft>
                <a:spcPts val="0"/>
              </a:spcAft>
            </a:pPr>
            <a:r>
              <a:rPr sz="1300">
                <a:solidFill>
                  <a:srgbClr val="000000"/>
                </a:solidFill>
                <a:latin typeface="Consolas"/>
              </a:rPr>
              <a:t>  </a:t>
            </a:r>
            <a:r>
              <a:rPr sz="1300">
                <a:solidFill>
                  <a:srgbClr val="008000"/>
                </a:solidFill>
                <a:latin typeface="Consolas"/>
              </a:rPr>
              <a:t>// ...</a:t>
            </a:r>
          </a:p>
          <a:p>
            <a:pPr>
              <a:lnSpc>
                <a:spcPct val="100000"/>
              </a:lnSpc>
              <a:spcBef>
                <a:spcPts val="0"/>
              </a:spcBef>
              <a:spcAft>
                <a:spcPts val="0"/>
              </a:spcAft>
            </a:pPr>
            <a:r>
              <a:rPr sz="1300">
                <a:solidFill>
                  <a:srgbClr val="000000"/>
                </a:solidFill>
                <a:latin typeface="Consolas"/>
              </a:rPr>
              <a: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1800"/>
              <a:t>SAP: classify ABAP Unit tests for CI</a:t>
            </a:r>
          </a:p>
        </p:txBody>
      </p:sp>
      <p:sp>
        <p:nvSpPr>
          <p:cNvPr id="3" name="Text Placeholder 2"/>
          <p:cNvSpPr>
            <a:spLocks noGrp="1"/>
          </p:cNvSpPr>
          <p:nvPr>
            <p:ph type="body" idx="13" sz="quarter"/>
          </p:nvPr>
        </p:nvSpPr>
        <p:spPr/>
        <p:txBody>
          <a:bodyPr wrap="none"/>
          <a:lstStyle/>
          <a:p>
            <a:pPr>
              <a:buNone/>
            </a:pPr>
            <a:r>
              <a:rPr sz="1300"/>
              <a:t>ZCL_PROMO_UPLIFT: local test class</a:t>
            </a:r>
          </a:p>
        </p:txBody>
      </p:sp>
      <p:sp>
        <p:nvSpPr>
          <p:cNvPr id="4" name="Text Placeholder 3"/>
          <p:cNvSpPr>
            <a:spLocks noGrp="1"/>
          </p:cNvSpPr>
          <p:nvPr>
            <p:ph type="body" idx="11" sz="quarter"/>
          </p:nvPr>
        </p:nvSpPr>
        <p:spPr/>
        <p:txBody>
          <a:bodyPr wrap="none"/>
          <a:lstStyle/>
          <a:p>
            <a:pPr>
              <a:lnSpc>
                <a:spcPct val="100000"/>
              </a:lnSpc>
              <a:spcBef>
                <a:spcPts val="0"/>
              </a:spcBef>
              <a:spcAft>
                <a:spcPts val="0"/>
              </a:spcAft>
            </a:pPr>
            <a:r>
              <a:rPr sz="1300">
                <a:solidFill>
                  <a:srgbClr val="0000FF"/>
                </a:solidFill>
                <a:latin typeface="Consolas"/>
              </a:rPr>
              <a:t>CLASS</a:t>
            </a:r>
            <a:r>
              <a:rPr sz="1300">
                <a:solidFill>
                  <a:srgbClr val="000000"/>
                </a:solidFill>
                <a:latin typeface="Consolas"/>
              </a:rPr>
              <a:t> </a:t>
            </a:r>
            <a:r>
              <a:rPr sz="1300">
                <a:solidFill>
                  <a:srgbClr val="001080"/>
                </a:solidFill>
                <a:latin typeface="Consolas"/>
              </a:rPr>
              <a:t>ltc_uplift</a:t>
            </a:r>
            <a:r>
              <a:rPr sz="1300">
                <a:solidFill>
                  <a:srgbClr val="000000"/>
                </a:solidFill>
                <a:latin typeface="Consolas"/>
              </a:rPr>
              <a:t> </a:t>
            </a:r>
            <a:r>
              <a:rPr sz="1300">
                <a:solidFill>
                  <a:srgbClr val="0000FF"/>
                </a:solidFill>
                <a:latin typeface="Consolas"/>
              </a:rPr>
              <a:t>DEFINITION</a:t>
            </a:r>
            <a:r>
              <a:rPr sz="1300">
                <a:solidFill>
                  <a:srgbClr val="000000"/>
                </a:solidFill>
                <a:latin typeface="Consolas"/>
              </a:rPr>
              <a:t> </a:t>
            </a:r>
            <a:r>
              <a:rPr sz="1300">
                <a:solidFill>
                  <a:srgbClr val="001080"/>
                </a:solidFill>
                <a:latin typeface="Consolas"/>
              </a:rPr>
              <a:t>FINAL</a:t>
            </a:r>
            <a:r>
              <a:rPr sz="1300">
                <a:solidFill>
                  <a:srgbClr val="000000"/>
                </a:solidFill>
                <a:latin typeface="Consolas"/>
              </a:rPr>
              <a:t> </a:t>
            </a:r>
            <a:r>
              <a:rPr sz="1300">
                <a:solidFill>
                  <a:srgbClr val="0000FF"/>
                </a:solidFill>
                <a:latin typeface="Consolas"/>
              </a:rPr>
              <a:t>FOR</a:t>
            </a:r>
            <a:r>
              <a:rPr sz="1300">
                <a:solidFill>
                  <a:srgbClr val="000000"/>
                </a:solidFill>
                <a:latin typeface="Consolas"/>
              </a:rPr>
              <a:t> </a:t>
            </a:r>
            <a:r>
              <a:rPr sz="1300">
                <a:solidFill>
                  <a:srgbClr val="001080"/>
                </a:solidFill>
                <a:latin typeface="Consolas"/>
              </a:rPr>
              <a:t>TESTING</a:t>
            </a:r>
          </a:p>
          <a:p>
            <a:pPr>
              <a:lnSpc>
                <a:spcPct val="100000"/>
              </a:lnSpc>
              <a:spcBef>
                <a:spcPts val="0"/>
              </a:spcBef>
              <a:spcAft>
                <a:spcPts val="0"/>
              </a:spcAft>
            </a:pPr>
            <a:r>
              <a:rPr sz="1300">
                <a:solidFill>
                  <a:srgbClr val="000000"/>
                </a:solidFill>
                <a:latin typeface="Consolas"/>
              </a:rPr>
              <a:t>  </a:t>
            </a:r>
            <a:r>
              <a:rPr sz="1300">
                <a:solidFill>
                  <a:srgbClr val="001080"/>
                </a:solidFill>
                <a:latin typeface="Consolas"/>
              </a:rPr>
              <a:t>RISK</a:t>
            </a:r>
            <a:r>
              <a:rPr sz="1300">
                <a:solidFill>
                  <a:srgbClr val="000000"/>
                </a:solidFill>
                <a:latin typeface="Consolas"/>
              </a:rPr>
              <a:t> </a:t>
            </a:r>
            <a:r>
              <a:rPr sz="1300">
                <a:solidFill>
                  <a:srgbClr val="001080"/>
                </a:solidFill>
                <a:latin typeface="Consolas"/>
              </a:rPr>
              <a:t>LEVEL</a:t>
            </a:r>
            <a:r>
              <a:rPr sz="1300">
                <a:solidFill>
                  <a:srgbClr val="000000"/>
                </a:solidFill>
                <a:latin typeface="Consolas"/>
              </a:rPr>
              <a:t> </a:t>
            </a:r>
            <a:r>
              <a:rPr sz="1300">
                <a:solidFill>
                  <a:srgbClr val="001080"/>
                </a:solidFill>
                <a:latin typeface="Consolas"/>
              </a:rPr>
              <a:t>HARMLESS</a:t>
            </a:r>
            <a:r>
              <a:rPr sz="1300">
                <a:solidFill>
                  <a:srgbClr val="000000"/>
                </a:solidFill>
                <a:latin typeface="Consolas"/>
              </a:rPr>
              <a:t> </a:t>
            </a:r>
            <a:r>
              <a:rPr sz="1300">
                <a:solidFill>
                  <a:srgbClr val="001080"/>
                </a:solidFill>
                <a:latin typeface="Consolas"/>
              </a:rPr>
              <a:t>DURATION</a:t>
            </a:r>
            <a:r>
              <a:rPr sz="1300">
                <a:solidFill>
                  <a:srgbClr val="000000"/>
                </a:solidFill>
                <a:latin typeface="Consolas"/>
              </a:rPr>
              <a:t> </a:t>
            </a:r>
            <a:r>
              <a:rPr sz="1300">
                <a:solidFill>
                  <a:srgbClr val="001080"/>
                </a:solidFill>
                <a:latin typeface="Consolas"/>
              </a:rPr>
              <a:t>SHORT</a:t>
            </a:r>
            <a:r>
              <a:rPr sz="1300">
                <a:solidFill>
                  <a:srgbClr val="000000"/>
                </a:solidFill>
                <a:latin typeface="Consolas"/>
              </a:rPr>
              <a:t>.</a:t>
            </a:r>
          </a:p>
          <a:p>
            <a:pPr>
              <a:lnSpc>
                <a:spcPct val="100000"/>
              </a:lnSpc>
              <a:spcBef>
                <a:spcPts val="0"/>
              </a:spcBef>
              <a:spcAft>
                <a:spcPts val="0"/>
              </a:spcAft>
            </a:pPr>
            <a:r>
              <a:rPr sz="1300">
                <a:solidFill>
                  <a:srgbClr val="000000"/>
                </a:solidFill>
                <a:latin typeface="Consolas"/>
              </a:rPr>
              <a:t>  </a:t>
            </a:r>
            <a:r>
              <a:rPr sz="1300">
                <a:solidFill>
                  <a:srgbClr val="0000FF"/>
                </a:solidFill>
                <a:latin typeface="Consolas"/>
              </a:rPr>
              <a:t>PRIVATE SECTION</a:t>
            </a:r>
            <a:r>
              <a:rPr sz="1300">
                <a:solidFill>
                  <a:srgbClr val="000000"/>
                </a:solidFill>
                <a:latin typeface="Consolas"/>
              </a:rPr>
              <a:t>.</a:t>
            </a:r>
          </a:p>
          <a:p>
            <a:pPr>
              <a:lnSpc>
                <a:spcPct val="100000"/>
              </a:lnSpc>
              <a:spcBef>
                <a:spcPts val="0"/>
              </a:spcBef>
              <a:spcAft>
                <a:spcPts val="0"/>
              </a:spcAft>
            </a:pPr>
            <a:r>
              <a:rPr sz="1300">
                <a:solidFill>
                  <a:srgbClr val="000000"/>
                </a:solidFill>
                <a:latin typeface="Consolas"/>
              </a:rPr>
              <a:t>    </a:t>
            </a:r>
            <a:r>
              <a:rPr sz="1300">
                <a:solidFill>
                  <a:srgbClr val="0000FF"/>
                </a:solidFill>
                <a:latin typeface="Consolas"/>
              </a:rPr>
              <a:t>DATA</a:t>
            </a:r>
            <a:r>
              <a:rPr sz="1300">
                <a:solidFill>
                  <a:srgbClr val="000000"/>
                </a:solidFill>
                <a:latin typeface="Consolas"/>
              </a:rPr>
              <a:t> </a:t>
            </a:r>
            <a:r>
              <a:rPr sz="1300">
                <a:solidFill>
                  <a:srgbClr val="001080"/>
                </a:solidFill>
                <a:latin typeface="Consolas"/>
              </a:rPr>
              <a:t>cut</a:t>
            </a:r>
            <a:r>
              <a:rPr sz="1300">
                <a:solidFill>
                  <a:srgbClr val="000000"/>
                </a:solidFill>
                <a:latin typeface="Consolas"/>
              </a:rPr>
              <a:t> </a:t>
            </a:r>
            <a:r>
              <a:rPr sz="1300">
                <a:solidFill>
                  <a:srgbClr val="0000FF"/>
                </a:solidFill>
                <a:latin typeface="Consolas"/>
              </a:rPr>
              <a:t>TYPE REF TO</a:t>
            </a:r>
            <a:r>
              <a:rPr sz="1300">
                <a:solidFill>
                  <a:srgbClr val="000000"/>
                </a:solidFill>
                <a:latin typeface="Consolas"/>
              </a:rPr>
              <a:t> </a:t>
            </a:r>
            <a:r>
              <a:rPr sz="1300">
                <a:solidFill>
                  <a:srgbClr val="001080"/>
                </a:solidFill>
                <a:latin typeface="Consolas"/>
              </a:rPr>
              <a:t>zcl_promo_uplift</a:t>
            </a:r>
            <a:r>
              <a:rPr sz="1300">
                <a:solidFill>
                  <a:srgbClr val="000000"/>
                </a:solidFill>
                <a:latin typeface="Consolas"/>
              </a:rPr>
              <a:t>.</a:t>
            </a:r>
          </a:p>
          <a:p>
            <a:pPr>
              <a:lnSpc>
                <a:spcPct val="100000"/>
              </a:lnSpc>
              <a:spcBef>
                <a:spcPts val="0"/>
              </a:spcBef>
              <a:spcAft>
                <a:spcPts val="0"/>
              </a:spcAft>
            </a:pPr>
            <a:r>
              <a:rPr sz="1300">
                <a:solidFill>
                  <a:srgbClr val="000000"/>
                </a:solidFill>
                <a:latin typeface="Consolas"/>
              </a:rPr>
              <a:t>    </a:t>
            </a:r>
            <a:r>
              <a:rPr sz="1300">
                <a:solidFill>
                  <a:srgbClr val="0000FF"/>
                </a:solidFill>
                <a:latin typeface="Consolas"/>
              </a:rPr>
              <a:t>METHODS</a:t>
            </a:r>
            <a:r>
              <a:rPr sz="1300">
                <a:solidFill>
                  <a:srgbClr val="000000"/>
                </a:solidFill>
                <a:latin typeface="Consolas"/>
              </a:rPr>
              <a:t> </a:t>
            </a:r>
            <a:r>
              <a:rPr sz="1300">
                <a:solidFill>
                  <a:srgbClr val="001080"/>
                </a:solidFill>
                <a:latin typeface="Consolas"/>
              </a:rPr>
              <a:t>setup</a:t>
            </a:r>
            <a:r>
              <a:rPr sz="1300">
                <a:solidFill>
                  <a:srgbClr val="000000"/>
                </a:solidFill>
                <a:latin typeface="Consolas"/>
              </a:rPr>
              <a:t>.</a:t>
            </a:r>
          </a:p>
          <a:p>
            <a:pPr>
              <a:lnSpc>
                <a:spcPct val="100000"/>
              </a:lnSpc>
              <a:spcBef>
                <a:spcPts val="0"/>
              </a:spcBef>
              <a:spcAft>
                <a:spcPts val="0"/>
              </a:spcAft>
            </a:pPr>
            <a:r>
              <a:rPr sz="1300">
                <a:solidFill>
                  <a:srgbClr val="000000"/>
                </a:solidFill>
                <a:latin typeface="Consolas"/>
              </a:rPr>
              <a:t>    </a:t>
            </a:r>
            <a:r>
              <a:rPr sz="1300">
                <a:solidFill>
                  <a:srgbClr val="0000FF"/>
                </a:solidFill>
                <a:latin typeface="Consolas"/>
              </a:rPr>
              <a:t>METHODS</a:t>
            </a:r>
            <a:r>
              <a:rPr sz="1300">
                <a:solidFill>
                  <a:srgbClr val="000000"/>
                </a:solidFill>
                <a:latin typeface="Consolas"/>
              </a:rPr>
              <a:t> </a:t>
            </a:r>
            <a:r>
              <a:rPr sz="1300">
                <a:solidFill>
                  <a:srgbClr val="001080"/>
                </a:solidFill>
                <a:latin typeface="Consolas"/>
              </a:rPr>
              <a:t>zero_baseline_is_initial</a:t>
            </a:r>
          </a:p>
          <a:p>
            <a:pPr>
              <a:lnSpc>
                <a:spcPct val="100000"/>
              </a:lnSpc>
              <a:spcBef>
                <a:spcPts val="0"/>
              </a:spcBef>
              <a:spcAft>
                <a:spcPts val="0"/>
              </a:spcAft>
            </a:pPr>
            <a:r>
              <a:rPr sz="1300">
                <a:solidFill>
                  <a:srgbClr val="000000"/>
                </a:solidFill>
                <a:latin typeface="Consolas"/>
              </a:rPr>
              <a:t>      </a:t>
            </a:r>
            <a:r>
              <a:rPr sz="1300">
                <a:solidFill>
                  <a:srgbClr val="0000FF"/>
                </a:solidFill>
                <a:latin typeface="Consolas"/>
              </a:rPr>
              <a:t>FOR</a:t>
            </a:r>
            <a:r>
              <a:rPr sz="1300">
                <a:solidFill>
                  <a:srgbClr val="000000"/>
                </a:solidFill>
                <a:latin typeface="Consolas"/>
              </a:rPr>
              <a:t> </a:t>
            </a:r>
            <a:r>
              <a:rPr sz="1300">
                <a:solidFill>
                  <a:srgbClr val="001080"/>
                </a:solidFill>
                <a:latin typeface="Consolas"/>
              </a:rPr>
              <a:t>TESTING</a:t>
            </a:r>
            <a:r>
              <a:rPr sz="1300">
                <a:solidFill>
                  <a:srgbClr val="000000"/>
                </a:solidFill>
                <a:latin typeface="Consolas"/>
              </a:rPr>
              <a:t>.</a:t>
            </a:r>
          </a:p>
          <a:p>
            <a:pPr>
              <a:lnSpc>
                <a:spcPct val="100000"/>
              </a:lnSpc>
              <a:spcBef>
                <a:spcPts val="0"/>
              </a:spcBef>
              <a:spcAft>
                <a:spcPts val="0"/>
              </a:spcAft>
            </a:pPr>
            <a:r>
              <a:rPr sz="1300">
                <a:solidFill>
                  <a:srgbClr val="0000FF"/>
                </a:solidFill>
                <a:latin typeface="Consolas"/>
              </a:rPr>
              <a:t>ENDCLASS</a:t>
            </a:r>
            <a:r>
              <a:rPr sz="1300">
                <a:solidFill>
                  <a:srgbClr val="000000"/>
                </a:solidFill>
                <a:latin typeface="Consolas"/>
              </a:rPr>
              <a:t>.</a:t>
            </a:r>
          </a:p>
          <a:p>
            <a:pPr>
              <a:lnSpc>
                <a:spcPct val="100000"/>
              </a:lnSpc>
              <a:spcBef>
                <a:spcPts val="0"/>
              </a:spcBef>
              <a:spcAft>
                <a:spcPts val="0"/>
              </a:spcAft>
            </a:pPr>
            <a:r>
              <a:rPr sz="1300">
                <a:latin typeface="Consolas"/>
              </a:rPr>
              <a:t> </a:t>
            </a:r>
          </a:p>
          <a:p>
            <a:pPr>
              <a:lnSpc>
                <a:spcPct val="100000"/>
              </a:lnSpc>
              <a:spcBef>
                <a:spcPts val="0"/>
              </a:spcBef>
              <a:spcAft>
                <a:spcPts val="0"/>
              </a:spcAft>
            </a:pPr>
            <a:r>
              <a:rPr sz="1300">
                <a:solidFill>
                  <a:srgbClr val="0000FF"/>
                </a:solidFill>
                <a:latin typeface="Consolas"/>
              </a:rPr>
              <a:t>CLASS</a:t>
            </a:r>
            <a:r>
              <a:rPr sz="1300">
                <a:solidFill>
                  <a:srgbClr val="000000"/>
                </a:solidFill>
                <a:latin typeface="Consolas"/>
              </a:rPr>
              <a:t> </a:t>
            </a:r>
            <a:r>
              <a:rPr sz="1300">
                <a:solidFill>
                  <a:srgbClr val="001080"/>
                </a:solidFill>
                <a:latin typeface="Consolas"/>
              </a:rPr>
              <a:t>ltc_uplift</a:t>
            </a:r>
            <a:r>
              <a:rPr sz="1300">
                <a:solidFill>
                  <a:srgbClr val="000000"/>
                </a:solidFill>
                <a:latin typeface="Consolas"/>
              </a:rPr>
              <a:t> </a:t>
            </a:r>
            <a:r>
              <a:rPr sz="1300">
                <a:solidFill>
                  <a:srgbClr val="0000FF"/>
                </a:solidFill>
                <a:latin typeface="Consolas"/>
              </a:rPr>
              <a:t>IMPLEMENTATION</a:t>
            </a:r>
            <a:r>
              <a:rPr sz="1300">
                <a:solidFill>
                  <a:srgbClr val="000000"/>
                </a:solidFill>
                <a:latin typeface="Consolas"/>
              </a:rPr>
              <a:t>.</a:t>
            </a:r>
          </a:p>
          <a:p>
            <a:pPr>
              <a:lnSpc>
                <a:spcPct val="100000"/>
              </a:lnSpc>
              <a:spcBef>
                <a:spcPts val="0"/>
              </a:spcBef>
              <a:spcAft>
                <a:spcPts val="0"/>
              </a:spcAft>
            </a:pPr>
            <a:r>
              <a:rPr sz="1300">
                <a:solidFill>
                  <a:srgbClr val="000000"/>
                </a:solidFill>
                <a:latin typeface="Consolas"/>
              </a:rPr>
              <a:t>  </a:t>
            </a:r>
            <a:r>
              <a:rPr sz="1300">
                <a:solidFill>
                  <a:srgbClr val="0000FF"/>
                </a:solidFill>
                <a:latin typeface="Consolas"/>
              </a:rPr>
              <a:t>METHOD</a:t>
            </a:r>
            <a:r>
              <a:rPr sz="1300">
                <a:solidFill>
                  <a:srgbClr val="000000"/>
                </a:solidFill>
                <a:latin typeface="Consolas"/>
              </a:rPr>
              <a:t> </a:t>
            </a:r>
            <a:r>
              <a:rPr sz="1300">
                <a:solidFill>
                  <a:srgbClr val="795E26"/>
                </a:solidFill>
                <a:latin typeface="Consolas"/>
              </a:rPr>
              <a:t>setup</a:t>
            </a:r>
            <a:r>
              <a:rPr sz="1300">
                <a:solidFill>
                  <a:srgbClr val="000000"/>
                </a:solidFill>
                <a:latin typeface="Consolas"/>
              </a:rPr>
              <a:t>.</a:t>
            </a:r>
          </a:p>
          <a:p>
            <a:pPr>
              <a:lnSpc>
                <a:spcPct val="100000"/>
              </a:lnSpc>
              <a:spcBef>
                <a:spcPts val="0"/>
              </a:spcBef>
              <a:spcAft>
                <a:spcPts val="0"/>
              </a:spcAft>
            </a:pPr>
            <a:r>
              <a:rPr sz="1300">
                <a:solidFill>
                  <a:srgbClr val="000000"/>
                </a:solidFill>
                <a:latin typeface="Consolas"/>
              </a:rPr>
              <a:t>    </a:t>
            </a:r>
            <a:r>
              <a:rPr sz="1300">
                <a:solidFill>
                  <a:srgbClr val="001080"/>
                </a:solidFill>
                <a:latin typeface="Consolas"/>
              </a:rPr>
              <a:t>cut</a:t>
            </a:r>
            <a:r>
              <a:rPr sz="1300">
                <a:solidFill>
                  <a:srgbClr val="000000"/>
                </a:solidFill>
                <a:latin typeface="Consolas"/>
              </a:rPr>
              <a:t> </a:t>
            </a:r>
            <a:r>
              <a:rPr sz="1300">
                <a:solidFill>
                  <a:srgbClr val="000000"/>
                </a:solidFill>
                <a:latin typeface="Consolas"/>
              </a:rPr>
              <a:t>=</a:t>
            </a:r>
            <a:r>
              <a:rPr sz="1300">
                <a:solidFill>
                  <a:srgbClr val="000000"/>
                </a:solidFill>
                <a:latin typeface="Consolas"/>
              </a:rPr>
              <a:t> </a:t>
            </a:r>
            <a:r>
              <a:rPr sz="1300">
                <a:solidFill>
                  <a:srgbClr val="0000FF"/>
                </a:solidFill>
                <a:latin typeface="Consolas"/>
              </a:rPr>
              <a:t>NEW</a:t>
            </a:r>
            <a:r>
              <a:rPr sz="1300">
                <a:solidFill>
                  <a:srgbClr val="000000"/>
                </a:solidFill>
                <a:latin typeface="Consolas"/>
              </a:rPr>
              <a:t> </a:t>
            </a:r>
            <a:r>
              <a:rPr sz="1300">
                <a:solidFill>
                  <a:srgbClr val="001080"/>
                </a:solidFill>
                <a:latin typeface="Consolas"/>
              </a:rPr>
              <a:t>zcl_promo_uplift</a:t>
            </a:r>
            <a:r>
              <a:rPr sz="1300">
                <a:solidFill>
                  <a:srgbClr val="000000"/>
                </a:solidFill>
                <a:latin typeface="Consolas"/>
              </a:rPr>
              <a:t>(</a:t>
            </a:r>
            <a:r>
              <a:rPr sz="1300">
                <a:solidFill>
                  <a:srgbClr val="000000"/>
                </a:solidFill>
                <a:latin typeface="Consolas"/>
              </a:rPr>
              <a:t> </a:t>
            </a:r>
            <a:r>
              <a:rPr sz="1300">
                <a:solidFill>
                  <a:srgbClr val="000000"/>
                </a:solidFill>
                <a:latin typeface="Consolas"/>
              </a:rPr>
              <a:t>)</a:t>
            </a:r>
            <a:r>
              <a:rPr sz="1300">
                <a:solidFill>
                  <a:srgbClr val="000000"/>
                </a:solidFill>
                <a:latin typeface="Consolas"/>
              </a:rPr>
              <a:t>.</a:t>
            </a:r>
          </a:p>
          <a:p>
            <a:pPr>
              <a:lnSpc>
                <a:spcPct val="100000"/>
              </a:lnSpc>
              <a:spcBef>
                <a:spcPts val="0"/>
              </a:spcBef>
              <a:spcAft>
                <a:spcPts val="0"/>
              </a:spcAft>
            </a:pPr>
            <a:r>
              <a:rPr sz="1300">
                <a:solidFill>
                  <a:srgbClr val="000000"/>
                </a:solidFill>
                <a:latin typeface="Consolas"/>
              </a:rPr>
              <a:t>  </a:t>
            </a:r>
            <a:r>
              <a:rPr sz="1300">
                <a:solidFill>
                  <a:srgbClr val="0000FF"/>
                </a:solidFill>
                <a:latin typeface="Consolas"/>
              </a:rPr>
              <a:t>ENDMETHOD</a:t>
            </a:r>
            <a:r>
              <a:rPr sz="1300">
                <a:solidFill>
                  <a:srgbClr val="000000"/>
                </a:solidFill>
                <a:latin typeface="Consolas"/>
              </a:rPr>
              <a:t>.</a:t>
            </a:r>
          </a:p>
          <a:p>
            <a:pPr>
              <a:lnSpc>
                <a:spcPct val="100000"/>
              </a:lnSpc>
              <a:spcBef>
                <a:spcPts val="0"/>
              </a:spcBef>
              <a:spcAft>
                <a:spcPts val="0"/>
              </a:spcAft>
            </a:pPr>
            <a:r>
              <a:rPr sz="1300">
                <a:solidFill>
                  <a:srgbClr val="000000"/>
                </a:solidFill>
                <a:latin typeface="Consolas"/>
              </a:rPr>
              <a:t>  </a:t>
            </a:r>
            <a:r>
              <a:rPr sz="1300">
                <a:solidFill>
                  <a:srgbClr val="0000FF"/>
                </a:solidFill>
                <a:latin typeface="Consolas"/>
              </a:rPr>
              <a:t>METHOD</a:t>
            </a:r>
            <a:r>
              <a:rPr sz="1300">
                <a:solidFill>
                  <a:srgbClr val="000000"/>
                </a:solidFill>
                <a:latin typeface="Consolas"/>
              </a:rPr>
              <a:t> </a:t>
            </a:r>
            <a:r>
              <a:rPr sz="1300">
                <a:solidFill>
                  <a:srgbClr val="795E26"/>
                </a:solidFill>
                <a:latin typeface="Consolas"/>
              </a:rPr>
              <a:t>zero_baseline_is_initial</a:t>
            </a:r>
            <a:r>
              <a:rPr sz="1300">
                <a:solidFill>
                  <a:srgbClr val="000000"/>
                </a:solidFill>
                <a:latin typeface="Consolas"/>
              </a:rPr>
              <a:t>.</a:t>
            </a:r>
          </a:p>
          <a:p>
            <a:pPr>
              <a:lnSpc>
                <a:spcPct val="100000"/>
              </a:lnSpc>
              <a:spcBef>
                <a:spcPts val="0"/>
              </a:spcBef>
              <a:spcAft>
                <a:spcPts val="0"/>
              </a:spcAft>
            </a:pPr>
            <a:r>
              <a:rPr sz="1300">
                <a:solidFill>
                  <a:srgbClr val="000000"/>
                </a:solidFill>
                <a:latin typeface="Consolas"/>
              </a:rPr>
              <a:t>    </a:t>
            </a:r>
            <a:r>
              <a:rPr sz="1300">
                <a:solidFill>
                  <a:srgbClr val="0000FF"/>
                </a:solidFill>
                <a:latin typeface="Consolas"/>
              </a:rPr>
              <a:t>DATA</a:t>
            </a:r>
            <a:r>
              <a:rPr sz="1300">
                <a:solidFill>
                  <a:srgbClr val="000000"/>
                </a:solidFill>
                <a:latin typeface="Consolas"/>
              </a:rPr>
              <a:t>(</a:t>
            </a:r>
            <a:r>
              <a:rPr sz="1300">
                <a:solidFill>
                  <a:srgbClr val="001080"/>
                </a:solidFill>
                <a:latin typeface="Consolas"/>
              </a:rPr>
              <a:t>result</a:t>
            </a:r>
            <a:r>
              <a:rPr sz="1300">
                <a:solidFill>
                  <a:srgbClr val="000000"/>
                </a:solidFill>
                <a:latin typeface="Consolas"/>
              </a:rPr>
              <a:t>)</a:t>
            </a:r>
            <a:r>
              <a:rPr sz="1300">
                <a:solidFill>
                  <a:srgbClr val="000000"/>
                </a:solidFill>
                <a:latin typeface="Consolas"/>
              </a:rPr>
              <a:t> </a:t>
            </a:r>
            <a:r>
              <a:rPr sz="1300">
                <a:solidFill>
                  <a:srgbClr val="000000"/>
                </a:solidFill>
                <a:latin typeface="Consolas"/>
              </a:rPr>
              <a:t>=</a:t>
            </a:r>
            <a:r>
              <a:rPr sz="1300">
                <a:solidFill>
                  <a:srgbClr val="000000"/>
                </a:solidFill>
                <a:latin typeface="Consolas"/>
              </a:rPr>
              <a:t> </a:t>
            </a:r>
            <a:r>
              <a:rPr sz="1300">
                <a:solidFill>
                  <a:srgbClr val="001080"/>
                </a:solidFill>
                <a:latin typeface="Consolas"/>
              </a:rPr>
              <a:t>cut</a:t>
            </a:r>
            <a:r>
              <a:rPr sz="1300">
                <a:solidFill>
                  <a:srgbClr val="000000"/>
                </a:solidFill>
                <a:latin typeface="Consolas"/>
              </a:rPr>
              <a:t>-</a:t>
            </a:r>
            <a:r>
              <a:rPr sz="1300">
                <a:solidFill>
                  <a:srgbClr val="000000"/>
                </a:solidFill>
                <a:latin typeface="Consolas"/>
              </a:rPr>
              <a:t>&gt;</a:t>
            </a:r>
            <a:r>
              <a:rPr sz="1300">
                <a:solidFill>
                  <a:srgbClr val="795E26"/>
                </a:solidFill>
                <a:latin typeface="Consolas"/>
              </a:rPr>
              <a:t>uplift_pct</a:t>
            </a:r>
            <a:r>
              <a:rPr sz="1300">
                <a:solidFill>
                  <a:srgbClr val="000000"/>
                </a:solidFill>
                <a:latin typeface="Consolas"/>
              </a:rPr>
              <a:t>(</a:t>
            </a:r>
          </a:p>
          <a:p>
            <a:pPr>
              <a:lnSpc>
                <a:spcPct val="100000"/>
              </a:lnSpc>
              <a:spcBef>
                <a:spcPts val="0"/>
              </a:spcBef>
              <a:spcAft>
                <a:spcPts val="0"/>
              </a:spcAft>
            </a:pPr>
            <a:r>
              <a:rPr sz="1300">
                <a:solidFill>
                  <a:srgbClr val="000000"/>
                </a:solidFill>
                <a:latin typeface="Consolas"/>
              </a:rPr>
              <a:t>      </a:t>
            </a:r>
            <a:r>
              <a:rPr sz="1300">
                <a:solidFill>
                  <a:srgbClr val="001080"/>
                </a:solidFill>
                <a:latin typeface="Consolas"/>
              </a:rPr>
              <a:t>baseline</a:t>
            </a:r>
            <a:r>
              <a:rPr sz="1300">
                <a:solidFill>
                  <a:srgbClr val="000000"/>
                </a:solidFill>
                <a:latin typeface="Consolas"/>
              </a:rPr>
              <a:t> </a:t>
            </a:r>
            <a:r>
              <a:rPr sz="1300">
                <a:solidFill>
                  <a:srgbClr val="000000"/>
                </a:solidFill>
                <a:latin typeface="Consolas"/>
              </a:rPr>
              <a:t>=</a:t>
            </a:r>
            <a:r>
              <a:rPr sz="1300">
                <a:solidFill>
                  <a:srgbClr val="000000"/>
                </a:solidFill>
                <a:latin typeface="Consolas"/>
              </a:rPr>
              <a:t> </a:t>
            </a:r>
            <a:r>
              <a:rPr sz="1300">
                <a:solidFill>
                  <a:srgbClr val="098658"/>
                </a:solidFill>
                <a:latin typeface="Consolas"/>
              </a:rPr>
              <a:t>0</a:t>
            </a:r>
          </a:p>
          <a:p>
            <a:pPr>
              <a:lnSpc>
                <a:spcPct val="100000"/>
              </a:lnSpc>
              <a:spcBef>
                <a:spcPts val="0"/>
              </a:spcBef>
              <a:spcAft>
                <a:spcPts val="0"/>
              </a:spcAft>
            </a:pPr>
            <a:r>
              <a:rPr sz="1300">
                <a:solidFill>
                  <a:srgbClr val="000000"/>
                </a:solidFill>
                <a:latin typeface="Consolas"/>
              </a:rPr>
              <a:t>      </a:t>
            </a:r>
            <a:r>
              <a:rPr sz="1300">
                <a:solidFill>
                  <a:srgbClr val="001080"/>
                </a:solidFill>
                <a:latin typeface="Consolas"/>
              </a:rPr>
              <a:t>actual</a:t>
            </a:r>
            <a:r>
              <a:rPr sz="1300">
                <a:solidFill>
                  <a:srgbClr val="000000"/>
                </a:solidFill>
                <a:latin typeface="Consolas"/>
              </a:rPr>
              <a:t>   </a:t>
            </a:r>
            <a:r>
              <a:rPr sz="1300">
                <a:solidFill>
                  <a:srgbClr val="000000"/>
                </a:solidFill>
                <a:latin typeface="Consolas"/>
              </a:rPr>
              <a:t>=</a:t>
            </a:r>
            <a:r>
              <a:rPr sz="1300">
                <a:solidFill>
                  <a:srgbClr val="000000"/>
                </a:solidFill>
                <a:latin typeface="Consolas"/>
              </a:rPr>
              <a:t> </a:t>
            </a:r>
            <a:r>
              <a:rPr sz="1300">
                <a:solidFill>
                  <a:srgbClr val="098658"/>
                </a:solidFill>
                <a:latin typeface="Consolas"/>
              </a:rPr>
              <a:t>120</a:t>
            </a:r>
            <a:r>
              <a:rPr sz="1300">
                <a:solidFill>
                  <a:srgbClr val="000000"/>
                </a:solidFill>
                <a:latin typeface="Consolas"/>
              </a:rPr>
              <a:t> </a:t>
            </a:r>
            <a:r>
              <a:rPr sz="1300">
                <a:solidFill>
                  <a:srgbClr val="000000"/>
                </a:solidFill>
                <a:latin typeface="Consolas"/>
              </a:rPr>
              <a:t>)</a:t>
            </a:r>
            <a:r>
              <a:rPr sz="1300">
                <a:solidFill>
                  <a:srgbClr val="000000"/>
                </a:solidFill>
                <a:latin typeface="Consolas"/>
              </a:rPr>
              <a:t>.</a:t>
            </a:r>
          </a:p>
          <a:p>
            <a:pPr>
              <a:lnSpc>
                <a:spcPct val="100000"/>
              </a:lnSpc>
              <a:spcBef>
                <a:spcPts val="0"/>
              </a:spcBef>
              <a:spcAft>
                <a:spcPts val="0"/>
              </a:spcAft>
            </a:pPr>
            <a:r>
              <a:rPr sz="1300">
                <a:solidFill>
                  <a:srgbClr val="000000"/>
                </a:solidFill>
                <a:latin typeface="Consolas"/>
              </a:rPr>
              <a:t>    </a:t>
            </a:r>
            <a:r>
              <a:rPr sz="1300">
                <a:solidFill>
                  <a:srgbClr val="001080"/>
                </a:solidFill>
                <a:latin typeface="Consolas"/>
              </a:rPr>
              <a:t>cl_abap_unit_assert</a:t>
            </a:r>
            <a:r>
              <a:rPr sz="1300">
                <a:solidFill>
                  <a:srgbClr val="000000"/>
                </a:solidFill>
                <a:latin typeface="Consolas"/>
              </a:rPr>
              <a:t>=</a:t>
            </a:r>
            <a:r>
              <a:rPr sz="1300">
                <a:solidFill>
                  <a:srgbClr val="000000"/>
                </a:solidFill>
                <a:latin typeface="Consolas"/>
              </a:rPr>
              <a:t>&gt;</a:t>
            </a:r>
            <a:r>
              <a:rPr sz="1300">
                <a:solidFill>
                  <a:srgbClr val="795E26"/>
                </a:solidFill>
                <a:latin typeface="Consolas"/>
              </a:rPr>
              <a:t>assert_initial</a:t>
            </a:r>
            <a:r>
              <a:rPr sz="1300">
                <a:solidFill>
                  <a:srgbClr val="000000"/>
                </a:solidFill>
                <a:latin typeface="Consolas"/>
              </a:rPr>
              <a:t>(</a:t>
            </a:r>
          </a:p>
          <a:p>
            <a:pPr>
              <a:lnSpc>
                <a:spcPct val="100000"/>
              </a:lnSpc>
              <a:spcBef>
                <a:spcPts val="0"/>
              </a:spcBef>
              <a:spcAft>
                <a:spcPts val="0"/>
              </a:spcAft>
            </a:pPr>
            <a:r>
              <a:rPr sz="1300">
                <a:solidFill>
                  <a:srgbClr val="000000"/>
                </a:solidFill>
                <a:latin typeface="Consolas"/>
              </a:rPr>
              <a:t>      </a:t>
            </a:r>
            <a:r>
              <a:rPr sz="1300">
                <a:solidFill>
                  <a:srgbClr val="001080"/>
                </a:solidFill>
                <a:latin typeface="Consolas"/>
              </a:rPr>
              <a:t>act</a:t>
            </a:r>
            <a:r>
              <a:rPr sz="1300">
                <a:solidFill>
                  <a:srgbClr val="000000"/>
                </a:solidFill>
                <a:latin typeface="Consolas"/>
              </a:rPr>
              <a:t> </a:t>
            </a:r>
            <a:r>
              <a:rPr sz="1300">
                <a:solidFill>
                  <a:srgbClr val="000000"/>
                </a:solidFill>
                <a:latin typeface="Consolas"/>
              </a:rPr>
              <a:t>=</a:t>
            </a:r>
            <a:r>
              <a:rPr sz="1300">
                <a:solidFill>
                  <a:srgbClr val="000000"/>
                </a:solidFill>
                <a:latin typeface="Consolas"/>
              </a:rPr>
              <a:t> </a:t>
            </a:r>
            <a:r>
              <a:rPr sz="1300">
                <a:solidFill>
                  <a:srgbClr val="0000FF"/>
                </a:solidFill>
                <a:latin typeface="Consolas"/>
              </a:rPr>
              <a:t>result</a:t>
            </a:r>
          </a:p>
          <a:p>
            <a:pPr>
              <a:lnSpc>
                <a:spcPct val="100000"/>
              </a:lnSpc>
              <a:spcBef>
                <a:spcPts val="0"/>
              </a:spcBef>
              <a:spcAft>
                <a:spcPts val="0"/>
              </a:spcAft>
            </a:pPr>
            <a:r>
              <a:rPr sz="1300">
                <a:solidFill>
                  <a:srgbClr val="0000FF"/>
                </a:solidFill>
                <a:latin typeface="Consolas"/>
              </a:rPr>
              <a:t>      </a:t>
            </a:r>
            <a:r>
              <a:rPr sz="1300">
                <a:solidFill>
                  <a:srgbClr val="001080"/>
                </a:solidFill>
                <a:latin typeface="Consolas"/>
              </a:rPr>
              <a:t>msg</a:t>
            </a:r>
            <a:r>
              <a:rPr sz="1300">
                <a:solidFill>
                  <a:srgbClr val="000000"/>
                </a:solidFill>
                <a:latin typeface="Consolas"/>
              </a:rPr>
              <a:t> </a:t>
            </a:r>
            <a:r>
              <a:rPr sz="1300">
                <a:solidFill>
                  <a:srgbClr val="000000"/>
                </a:solidFill>
                <a:latin typeface="Consolas"/>
              </a:rPr>
              <a:t>=</a:t>
            </a:r>
            <a:r>
              <a:rPr sz="1300">
                <a:solidFill>
                  <a:srgbClr val="000000"/>
                </a:solidFill>
                <a:latin typeface="Consolas"/>
              </a:rPr>
              <a:t> </a:t>
            </a:r>
            <a:r>
              <a:rPr sz="1300">
                <a:solidFill>
                  <a:srgbClr val="000000"/>
                </a:solidFill>
                <a:latin typeface="Consolas"/>
              </a:rPr>
              <a:t>|</a:t>
            </a:r>
            <a:r>
              <a:rPr sz="1300">
                <a:solidFill>
                  <a:srgbClr val="A31515"/>
                </a:solidFill>
                <a:latin typeface="Consolas"/>
              </a:rPr>
              <a:t>zero baseline must not divide</a:t>
            </a:r>
            <a:r>
              <a:rPr sz="1300">
                <a:solidFill>
                  <a:srgbClr val="000000"/>
                </a:solidFill>
                <a:latin typeface="Consolas"/>
              </a:rPr>
              <a:t>|</a:t>
            </a:r>
            <a:r>
              <a:rPr sz="1300">
                <a:solidFill>
                  <a:srgbClr val="000000"/>
                </a:solidFill>
                <a:latin typeface="Consolas"/>
              </a:rPr>
              <a:t> </a:t>
            </a:r>
            <a:r>
              <a:rPr sz="1300">
                <a:solidFill>
                  <a:srgbClr val="000000"/>
                </a:solidFill>
                <a:latin typeface="Consolas"/>
              </a:rPr>
              <a:t>)</a:t>
            </a:r>
            <a:r>
              <a:rPr sz="1300">
                <a:solidFill>
                  <a:srgbClr val="000000"/>
                </a:solidFill>
                <a:latin typeface="Consolas"/>
              </a:rPr>
              <a:t>.</a:t>
            </a:r>
          </a:p>
          <a:p>
            <a:pPr>
              <a:lnSpc>
                <a:spcPct val="100000"/>
              </a:lnSpc>
              <a:spcBef>
                <a:spcPts val="0"/>
              </a:spcBef>
              <a:spcAft>
                <a:spcPts val="0"/>
              </a:spcAft>
            </a:pPr>
            <a:r>
              <a:rPr sz="1300">
                <a:solidFill>
                  <a:srgbClr val="000000"/>
                </a:solidFill>
                <a:latin typeface="Consolas"/>
              </a:rPr>
              <a:t>  </a:t>
            </a:r>
            <a:r>
              <a:rPr sz="1300">
                <a:solidFill>
                  <a:srgbClr val="0000FF"/>
                </a:solidFill>
                <a:latin typeface="Consolas"/>
              </a:rPr>
              <a:t>ENDMETHOD</a:t>
            </a:r>
            <a:r>
              <a:rPr sz="1300">
                <a:solidFill>
                  <a:srgbClr val="000000"/>
                </a:solidFill>
                <a:latin typeface="Consolas"/>
              </a:rPr>
              <a:t>.</a:t>
            </a:r>
          </a:p>
          <a:p>
            <a:pPr>
              <a:lnSpc>
                <a:spcPct val="100000"/>
              </a:lnSpc>
              <a:spcBef>
                <a:spcPts val="0"/>
              </a:spcBef>
              <a:spcAft>
                <a:spcPts val="0"/>
              </a:spcAft>
            </a:pPr>
            <a:r>
              <a:rPr sz="1300">
                <a:solidFill>
                  <a:srgbClr val="0000FF"/>
                </a:solidFill>
                <a:latin typeface="Consolas"/>
              </a:rPr>
              <a:t>ENDCLASS</a:t>
            </a:r>
            <a:r>
              <a:rPr sz="1300">
                <a:solidFill>
                  <a:srgbClr val="000000"/>
                </a:solidFill>
                <a:latin typeface="Consolas"/>
              </a:rPr>
              <a:t>.</a:t>
            </a:r>
          </a:p>
        </p:txBody>
      </p:sp>
      <p:sp>
        <p:nvSpPr>
          <p:cNvPr id="5" name="Text Placeholder 4"/>
          <p:cNvSpPr>
            <a:spLocks noGrp="1"/>
          </p:cNvSpPr>
          <p:nvPr>
            <p:ph type="body" idx="10" sz="quarter"/>
          </p:nvPr>
        </p:nvSpPr>
        <p:spPr/>
        <p:txBody>
          <a:bodyPr wrap="square"/>
          <a:lstStyle/>
          <a:p>
            <a:pPr/>
            <a:r>
              <a:rPr sz="1400"/>
              <a:t>RISK LEVEL and DURATION enable selection</a:t>
            </a:r>
          </a:p>
          <a:p>
            <a:pPr/>
            <a:r>
              <a:rPr sz="1400"/>
              <a:t>HARMLESS is a declaration, not a sandbox</a:t>
            </a:r>
          </a:p>
          <a:p>
            <a:pPr/>
            <a:r>
              <a:rPr sz="1400"/>
              <a:t>SHORT is an expected duration, not a timeout</a:t>
            </a:r>
          </a:p>
          <a:p>
            <a:pPr/>
            <a:r>
              <a:rPr sz="1400"/>
              <a:t>CAP option: cds.test with in-memory SQLite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Terraform: a policy the machine can check</a:t>
            </a:r>
          </a:p>
        </p:txBody>
      </p:sp>
      <p:sp>
        <p:nvSpPr>
          <p:cNvPr id="3" name="Text Placeholder 2"/>
          <p:cNvSpPr>
            <a:spLocks noGrp="1"/>
          </p:cNvSpPr>
          <p:nvPr>
            <p:ph type="body" idx="13" sz="quarter"/>
          </p:nvPr>
        </p:nvSpPr>
        <p:spPr/>
        <p:txBody>
          <a:bodyPr wrap="none"/>
          <a:lstStyle/>
          <a:p>
            <a:pPr>
              <a:buNone/>
            </a:pPr>
            <a:r>
              <a:rPr sz="1000"/>
              <a:t>retention.tftest.hcl (Terraform v1.14.1; output excer...</a:t>
            </a:r>
          </a:p>
        </p:txBody>
      </p:sp>
      <p:sp>
        <p:nvSpPr>
          <p:cNvPr id="4" name="Text Placeholder 3"/>
          <p:cNvSpPr>
            <a:spLocks noGrp="1"/>
          </p:cNvSpPr>
          <p:nvPr>
            <p:ph type="body" idx="11" sz="quarter"/>
          </p:nvPr>
        </p:nvSpPr>
        <p:spPr/>
        <p:txBody>
          <a:bodyPr wrap="none"/>
          <a:lstStyle/>
          <a:p>
            <a:pPr>
              <a:lnSpc>
                <a:spcPct val="100000"/>
              </a:lnSpc>
              <a:spcBef>
                <a:spcPts val="0"/>
              </a:spcBef>
              <a:spcAft>
                <a:spcPts val="0"/>
              </a:spcAft>
            </a:pPr>
            <a:r>
              <a:rPr sz="1400">
                <a:solidFill>
                  <a:srgbClr val="267F99"/>
                </a:solidFill>
                <a:latin typeface="Consolas"/>
              </a:rPr>
              <a:t>variables</a:t>
            </a:r>
            <a:r>
              <a:rPr sz="1400">
                <a:solidFill>
                  <a:srgbClr val="000000"/>
                </a:solidFill>
                <a:latin typeface="Consolas"/>
              </a:rPr>
              <a:t> </a:t>
            </a:r>
            <a:r>
              <a:rPr sz="1400">
                <a:solidFill>
                  <a:srgbClr val="000000"/>
                </a:solidFill>
                <a:latin typeface="Consolas"/>
              </a:rPr>
              <a:t>{</a:t>
            </a:r>
            <a:r>
              <a:rPr sz="1400">
                <a:solidFill>
                  <a:srgbClr val="000000"/>
                </a:solidFill>
                <a:latin typeface="Consolas"/>
              </a:rPr>
              <a:t> </a:t>
            </a:r>
            <a:r>
              <a:rPr sz="1400">
                <a:solidFill>
                  <a:srgbClr val="001080"/>
                </a:solidFill>
                <a:latin typeface="Consolas"/>
              </a:rPr>
              <a:t>env</a:t>
            </a:r>
            <a:r>
              <a:rPr sz="1400">
                <a:solidFill>
                  <a:srgbClr val="000000"/>
                </a:solidFill>
                <a:latin typeface="Consolas"/>
              </a:rPr>
              <a:t> </a:t>
            </a:r>
            <a:r>
              <a:rPr sz="1400">
                <a:solidFill>
                  <a:srgbClr val="000000"/>
                </a:solidFill>
                <a:latin typeface="Consolas"/>
              </a:rPr>
              <a:t>=</a:t>
            </a:r>
            <a:r>
              <a:rPr sz="1400">
                <a:solidFill>
                  <a:srgbClr val="000000"/>
                </a:solidFill>
                <a:latin typeface="Consolas"/>
              </a:rPr>
              <a:t> </a:t>
            </a:r>
            <a:r>
              <a:rPr sz="1400">
                <a:solidFill>
                  <a:srgbClr val="A31515"/>
                </a:solidFill>
                <a:latin typeface="Consolas"/>
              </a:rPr>
              <a:t>"dev"</a:t>
            </a:r>
            <a:r>
              <a:rPr sz="1400">
                <a:solidFill>
                  <a:srgbClr val="000000"/>
                </a:solidFill>
                <a:latin typeface="Consolas"/>
              </a:rPr>
              <a:t> </a:t>
            </a:r>
            <a:r>
              <a:rPr sz="1400">
                <a:solidFill>
                  <a:srgbClr val="000000"/>
                </a:solidFill>
                <a:latin typeface="Consolas"/>
              </a:rPr>
              <a:t>}</a:t>
            </a:r>
          </a:p>
          <a:p>
            <a:pPr>
              <a:lnSpc>
                <a:spcPct val="100000"/>
              </a:lnSpc>
              <a:spcBef>
                <a:spcPts val="0"/>
              </a:spcBef>
              <a:spcAft>
                <a:spcPts val="0"/>
              </a:spcAft>
            </a:pPr>
            <a:r>
              <a:rPr sz="1400">
                <a:solidFill>
                  <a:srgbClr val="000000"/>
                </a:solidFill>
                <a:latin typeface="Consolas"/>
              </a:rPr>
              <a:t>r</a:t>
            </a:r>
            <a:r>
              <a:rPr sz="1400">
                <a:solidFill>
                  <a:srgbClr val="000000"/>
                </a:solidFill>
                <a:latin typeface="Consolas"/>
              </a:rPr>
              <a:t>u</a:t>
            </a:r>
            <a:r>
              <a:rPr sz="1400">
                <a:solidFill>
                  <a:srgbClr val="000000"/>
                </a:solidFill>
                <a:latin typeface="Consolas"/>
              </a:rPr>
              <a:t>n</a:t>
            </a:r>
            <a:r>
              <a:rPr sz="1400">
                <a:solidFill>
                  <a:srgbClr val="000000"/>
                </a:solidFill>
                <a:latin typeface="Consolas"/>
              </a:rPr>
              <a:t> </a:t>
            </a:r>
            <a:r>
              <a:rPr sz="1400">
                <a:solidFill>
                  <a:srgbClr val="A31515"/>
                </a:solidFill>
                <a:latin typeface="Consolas"/>
              </a:rPr>
              <a:t>"prod_retention_meets_policy"</a:t>
            </a:r>
            <a:r>
              <a:rPr sz="1400">
                <a:solidFill>
                  <a:srgbClr val="000000"/>
                </a:solidFill>
                <a:latin typeface="Consolas"/>
              </a:rPr>
              <a:t> </a:t>
            </a:r>
            <a:r>
              <a:rPr sz="1400">
                <a:solidFill>
                  <a:srgbClr val="000000"/>
                </a:solidFill>
                <a:latin typeface="Consolas"/>
              </a:rPr>
              <a:t>{</a:t>
            </a:r>
          </a:p>
          <a:p>
            <a:pPr>
              <a:lnSpc>
                <a:spcPct val="100000"/>
              </a:lnSpc>
              <a:spcBef>
                <a:spcPts val="0"/>
              </a:spcBef>
              <a:spcAft>
                <a:spcPts val="0"/>
              </a:spcAft>
            </a:pPr>
            <a:r>
              <a:rPr sz="1400">
                <a:solidFill>
                  <a:srgbClr val="000000"/>
                </a:solidFill>
                <a:latin typeface="Consolas"/>
              </a:rPr>
              <a:t>  </a:t>
            </a:r>
            <a:r>
              <a:rPr sz="1400">
                <a:solidFill>
                  <a:srgbClr val="001080"/>
                </a:solidFill>
                <a:latin typeface="Consolas"/>
              </a:rPr>
              <a:t>command</a:t>
            </a:r>
            <a:r>
              <a:rPr sz="1400">
                <a:solidFill>
                  <a:srgbClr val="000000"/>
                </a:solidFill>
                <a:latin typeface="Consolas"/>
              </a:rPr>
              <a:t> </a:t>
            </a:r>
            <a:r>
              <a:rPr sz="1400">
                <a:solidFill>
                  <a:srgbClr val="000000"/>
                </a:solidFill>
                <a:latin typeface="Consolas"/>
              </a:rPr>
              <a:t>=</a:t>
            </a:r>
            <a:r>
              <a:rPr sz="1400">
                <a:solidFill>
                  <a:srgbClr val="000000"/>
                </a:solidFill>
                <a:latin typeface="Consolas"/>
              </a:rPr>
              <a:t> </a:t>
            </a:r>
            <a:r>
              <a:rPr sz="1400">
                <a:solidFill>
                  <a:srgbClr val="000000"/>
                </a:solidFill>
                <a:latin typeface="Consolas"/>
              </a:rPr>
              <a:t>p</a:t>
            </a:r>
            <a:r>
              <a:rPr sz="1400">
                <a:solidFill>
                  <a:srgbClr val="000000"/>
                </a:solidFill>
                <a:latin typeface="Consolas"/>
              </a:rPr>
              <a:t>l</a:t>
            </a:r>
            <a:r>
              <a:rPr sz="1400">
                <a:solidFill>
                  <a:srgbClr val="000000"/>
                </a:solidFill>
                <a:latin typeface="Consolas"/>
              </a:rPr>
              <a:t>a</a:t>
            </a:r>
            <a:r>
              <a:rPr sz="1400">
                <a:solidFill>
                  <a:srgbClr val="000000"/>
                </a:solidFill>
                <a:latin typeface="Consolas"/>
              </a:rPr>
              <a:t>n</a:t>
            </a:r>
          </a:p>
          <a:p>
            <a:pPr>
              <a:lnSpc>
                <a:spcPct val="100000"/>
              </a:lnSpc>
              <a:spcBef>
                <a:spcPts val="0"/>
              </a:spcBef>
              <a:spcAft>
                <a:spcPts val="0"/>
              </a:spcAft>
            </a:pPr>
            <a:r>
              <a:rPr sz="1400">
                <a:solidFill>
                  <a:srgbClr val="000000"/>
                </a:solidFill>
                <a:latin typeface="Consolas"/>
              </a:rPr>
              <a:t>  </a:t>
            </a:r>
            <a:r>
              <a:rPr sz="1400">
                <a:solidFill>
                  <a:srgbClr val="267F99"/>
                </a:solidFill>
                <a:latin typeface="Consolas"/>
              </a:rPr>
              <a:t>assert</a:t>
            </a:r>
            <a:r>
              <a:rPr sz="1400">
                <a:solidFill>
                  <a:srgbClr val="000000"/>
                </a:solidFill>
                <a:latin typeface="Consolas"/>
              </a:rPr>
              <a:t> </a:t>
            </a:r>
            <a:r>
              <a:rPr sz="1400">
                <a:solidFill>
                  <a:srgbClr val="000000"/>
                </a:solidFill>
                <a:latin typeface="Consolas"/>
              </a:rPr>
              <a:t>{</a:t>
            </a:r>
          </a:p>
          <a:p>
            <a:pPr>
              <a:lnSpc>
                <a:spcPct val="100000"/>
              </a:lnSpc>
              <a:spcBef>
                <a:spcPts val="0"/>
              </a:spcBef>
              <a:spcAft>
                <a:spcPts val="0"/>
              </a:spcAft>
            </a:pPr>
            <a:r>
              <a:rPr sz="1400">
                <a:solidFill>
                  <a:srgbClr val="000000"/>
                </a:solidFill>
                <a:latin typeface="Consolas"/>
              </a:rPr>
              <a:t>    </a:t>
            </a:r>
            <a:r>
              <a:rPr sz="1400">
                <a:solidFill>
                  <a:srgbClr val="001080"/>
                </a:solidFill>
                <a:latin typeface="Consolas"/>
              </a:rPr>
              <a:t>condition</a:t>
            </a:r>
            <a:r>
              <a:rPr sz="1400">
                <a:solidFill>
                  <a:srgbClr val="000000"/>
                </a:solidFill>
                <a:latin typeface="Consolas"/>
              </a:rPr>
              <a:t>     </a:t>
            </a:r>
            <a:r>
              <a:rPr sz="1400">
                <a:solidFill>
                  <a:srgbClr val="000000"/>
                </a:solidFill>
                <a:latin typeface="Consolas"/>
              </a:rPr>
              <a:t>=</a:t>
            </a:r>
            <a:r>
              <a:rPr sz="1400">
                <a:solidFill>
                  <a:srgbClr val="000000"/>
                </a:solidFill>
                <a:latin typeface="Consolas"/>
              </a:rPr>
              <a:t> </a:t>
            </a:r>
            <a:r>
              <a:rPr sz="1400">
                <a:solidFill>
                  <a:srgbClr val="001080"/>
                </a:solidFill>
                <a:latin typeface="Consolas"/>
              </a:rPr>
              <a:t>local.retention_days</a:t>
            </a:r>
            <a:r>
              <a:rPr sz="1400">
                <a:solidFill>
                  <a:srgbClr val="000000"/>
                </a:solidFill>
                <a:latin typeface="Consolas"/>
              </a:rPr>
              <a:t> </a:t>
            </a:r>
            <a:r>
              <a:rPr sz="1400">
                <a:solidFill>
                  <a:srgbClr val="000000"/>
                </a:solidFill>
                <a:latin typeface="Consolas"/>
              </a:rPr>
              <a:t>&gt;</a:t>
            </a:r>
            <a:r>
              <a:rPr sz="1400">
                <a:solidFill>
                  <a:srgbClr val="000000"/>
                </a:solidFill>
                <a:latin typeface="Consolas"/>
              </a:rPr>
              <a:t>=</a:t>
            </a:r>
            <a:r>
              <a:rPr sz="1400">
                <a:solidFill>
                  <a:srgbClr val="000000"/>
                </a:solidFill>
                <a:latin typeface="Consolas"/>
              </a:rPr>
              <a:t> </a:t>
            </a:r>
            <a:r>
              <a:rPr sz="1400">
                <a:solidFill>
                  <a:srgbClr val="098658"/>
                </a:solidFill>
                <a:latin typeface="Consolas"/>
              </a:rPr>
              <a:t>365</a:t>
            </a:r>
          </a:p>
          <a:p>
            <a:pPr>
              <a:lnSpc>
                <a:spcPct val="100000"/>
              </a:lnSpc>
              <a:spcBef>
                <a:spcPts val="0"/>
              </a:spcBef>
              <a:spcAft>
                <a:spcPts val="0"/>
              </a:spcAft>
            </a:pPr>
            <a:r>
              <a:rPr sz="1400">
                <a:solidFill>
                  <a:srgbClr val="000000"/>
                </a:solidFill>
                <a:latin typeface="Consolas"/>
              </a:rPr>
              <a:t>    </a:t>
            </a:r>
            <a:r>
              <a:rPr sz="1400">
                <a:solidFill>
                  <a:srgbClr val="001080"/>
                </a:solidFill>
                <a:latin typeface="Consolas"/>
              </a:rPr>
              <a:t>error_message</a:t>
            </a:r>
            <a:r>
              <a:rPr sz="1400">
                <a:solidFill>
                  <a:srgbClr val="000000"/>
                </a:solidFill>
                <a:latin typeface="Consolas"/>
              </a:rPr>
              <a:t> </a:t>
            </a:r>
            <a:r>
              <a:rPr sz="1400">
                <a:solidFill>
                  <a:srgbClr val="000000"/>
                </a:solidFill>
                <a:latin typeface="Consolas"/>
              </a:rPr>
              <a:t>=</a:t>
            </a:r>
            <a:r>
              <a:rPr sz="1400">
                <a:solidFill>
                  <a:srgbClr val="000000"/>
                </a:solidFill>
                <a:latin typeface="Consolas"/>
              </a:rPr>
              <a:t> </a:t>
            </a:r>
            <a:r>
              <a:rPr sz="1400">
                <a:solidFill>
                  <a:srgbClr val="A31515"/>
                </a:solidFill>
                <a:latin typeface="Consolas"/>
              </a:rPr>
              <a:t>"prod log retention must be at least 365 days"</a:t>
            </a:r>
          </a:p>
          <a:p>
            <a:pPr>
              <a:lnSpc>
                <a:spcPct val="100000"/>
              </a:lnSpc>
              <a:spcBef>
                <a:spcPts val="0"/>
              </a:spcBef>
              <a:spcAft>
                <a:spcPts val="0"/>
              </a:spcAft>
            </a:pPr>
            <a:r>
              <a:rPr sz="1400">
                <a:solidFill>
                  <a:srgbClr val="000000"/>
                </a:solidFill>
                <a:latin typeface="Consolas"/>
              </a:rPr>
              <a:t>  </a:t>
            </a:r>
            <a:r>
              <a:rPr sz="1400">
                <a:solidFill>
                  <a:srgbClr val="000000"/>
                </a:solidFill>
                <a:latin typeface="Consolas"/>
              </a:rPr>
              <a:t>}</a:t>
            </a:r>
          </a:p>
          <a:p>
            <a:pPr>
              <a:lnSpc>
                <a:spcPct val="100000"/>
              </a:lnSpc>
              <a:spcBef>
                <a:spcPts val="0"/>
              </a:spcBef>
              <a:spcAft>
                <a:spcPts val="0"/>
              </a:spcAft>
            </a:pPr>
            <a:r>
              <a:rPr sz="1400">
                <a:solidFill>
                  <a:srgbClr val="000000"/>
                </a:solidFill>
                <a:latin typeface="Consolas"/>
              </a:rPr>
              <a:t>}</a:t>
            </a:r>
          </a:p>
          <a:p>
            <a:pPr>
              <a:lnSpc>
                <a:spcPct val="100000"/>
              </a:lnSpc>
              <a:spcBef>
                <a:spcPts val="0"/>
              </a:spcBef>
              <a:spcAft>
                <a:spcPts val="0"/>
              </a:spcAft>
            </a:pPr>
            <a:r>
              <a:rPr sz="1400">
                <a:solidFill>
                  <a:srgbClr val="008000"/>
                </a:solidFill>
                <a:latin typeface="Consolas"/>
              </a:rPr>
              <a:t># Error: Test assertion failed</a:t>
            </a:r>
          </a:p>
          <a:p>
            <a:pPr>
              <a:lnSpc>
                <a:spcPct val="100000"/>
              </a:lnSpc>
              <a:spcBef>
                <a:spcPts val="0"/>
              </a:spcBef>
              <a:spcAft>
                <a:spcPts val="0"/>
              </a:spcAft>
            </a:pPr>
            <a:r>
              <a:rPr sz="1400">
                <a:solidFill>
                  <a:srgbClr val="008000"/>
                </a:solidFill>
                <a:latin typeface="Consolas"/>
              </a:rPr>
              <a:t># on retention.tftest.hcl line 5:</a:t>
            </a:r>
          </a:p>
          <a:p>
            <a:pPr>
              <a:lnSpc>
                <a:spcPct val="100000"/>
              </a:lnSpc>
              <a:spcBef>
                <a:spcPts val="0"/>
              </a:spcBef>
              <a:spcAft>
                <a:spcPts val="0"/>
              </a:spcAft>
            </a:pPr>
            <a:r>
              <a:rPr sz="1400">
                <a:solidFill>
                  <a:srgbClr val="008000"/>
                </a:solidFill>
                <a:latin typeface="Consolas"/>
              </a:rPr>
              <a:t># │ Diff:</a:t>
            </a:r>
          </a:p>
          <a:p>
            <a:pPr>
              <a:lnSpc>
                <a:spcPct val="100000"/>
              </a:lnSpc>
              <a:spcBef>
                <a:spcPts val="0"/>
              </a:spcBef>
              <a:spcAft>
                <a:spcPts val="0"/>
              </a:spcAft>
            </a:pPr>
            <a:r>
              <a:rPr sz="1400">
                <a:solidFill>
                  <a:srgbClr val="008000"/>
                </a:solidFill>
                <a:latin typeface="Consolas"/>
              </a:rPr>
              <a:t># │ --- actual</a:t>
            </a:r>
          </a:p>
          <a:p>
            <a:pPr>
              <a:lnSpc>
                <a:spcPct val="100000"/>
              </a:lnSpc>
              <a:spcBef>
                <a:spcPts val="0"/>
              </a:spcBef>
              <a:spcAft>
                <a:spcPts val="0"/>
              </a:spcAft>
            </a:pPr>
            <a:r>
              <a:rPr sz="1400">
                <a:solidFill>
                  <a:srgbClr val="008000"/>
                </a:solidFill>
                <a:latin typeface="Consolas"/>
              </a:rPr>
              <a:t># │ +++ expected</a:t>
            </a:r>
          </a:p>
          <a:p>
            <a:pPr>
              <a:lnSpc>
                <a:spcPct val="100000"/>
              </a:lnSpc>
              <a:spcBef>
                <a:spcPts val="0"/>
              </a:spcBef>
              <a:spcAft>
                <a:spcPts val="0"/>
              </a:spcAft>
            </a:pPr>
            <a:r>
              <a:rPr sz="1400">
                <a:solidFill>
                  <a:srgbClr val="008000"/>
                </a:solidFill>
                <a:latin typeface="Consolas"/>
              </a:rPr>
              <a:t># │ - 30</a:t>
            </a:r>
          </a:p>
          <a:p>
            <a:pPr>
              <a:lnSpc>
                <a:spcPct val="100000"/>
              </a:lnSpc>
              <a:spcBef>
                <a:spcPts val="0"/>
              </a:spcBef>
              <a:spcAft>
                <a:spcPts val="0"/>
              </a:spcAft>
            </a:pPr>
            <a:r>
              <a:rPr sz="1400">
                <a:solidFill>
                  <a:srgbClr val="008000"/>
                </a:solidFill>
                <a:latin typeface="Consolas"/>
              </a:rPr>
              <a:t># │ + 365</a:t>
            </a:r>
          </a:p>
        </p:txBody>
      </p:sp>
      <p:sp>
        <p:nvSpPr>
          <p:cNvPr id="5" name="Text Placeholder 4"/>
          <p:cNvSpPr>
            <a:spLocks noGrp="1"/>
          </p:cNvSpPr>
          <p:nvPr>
            <p:ph type="body" idx="10" sz="quarter"/>
          </p:nvPr>
        </p:nvSpPr>
        <p:spPr/>
        <p:txBody>
          <a:bodyPr wrap="square"/>
          <a:lstStyle/>
          <a:p>
            <a:pPr/>
            <a:r>
              <a:rPr sz="1500"/>
              <a:t>`terraform validate` checks configuration consistency after initialization.</a:t>
            </a:r>
          </a:p>
          <a:p>
            <a:pPr/>
            <a:r>
              <a:rPr sz="1500"/>
              <a:t>`terraform test` reports a failed assertion with its file, line and value diff.</a:t>
            </a:r>
          </a:p>
          <a:p>
            <a:pPr/>
            <a:r>
              <a:rPr sz="1500"/>
              <a:t>Evaluate plan-wide policy once over plan JSON instead of duplicating local assertions.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1800"/>
              <a:t>Part 2: Signal quality: what a red check tells you</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1800"/>
              <a:t>CI failure locality: annotations, not log archaeology</a:t>
            </a:r>
          </a:p>
        </p:txBody>
      </p:sp>
      <p:sp>
        <p:nvSpPr>
          <p:cNvPr id="3" name="Text Placeholder 2"/>
          <p:cNvSpPr>
            <a:spLocks noGrp="1"/>
          </p:cNvSpPr>
          <p:nvPr>
            <p:ph type="body" idx="10" sz="quarter"/>
          </p:nvPr>
        </p:nvSpPr>
        <p:spPr/>
        <p:txBody>
          <a:bodyPr wrap="square"/>
          <a:lstStyle/>
          <a:p>
            <a:pPr/>
            <a:r>
              <a:rPr sz="1400"/>
              <a:t>Annotation binds message to file and line</a:t>
            </a:r>
          </a:p>
          <a:p>
            <a:pPr/>
            <a:r>
              <a:rPr sz="1400"/>
              <a:t>Register `::add-matcher::` before pytest</a:t>
            </a:r>
          </a:p>
          <a:p>
            <a:pPr/>
            <a:r>
              <a:rPr sz="1400"/>
              <a:t>Caps: 10 errors per step, 50 per job</a:t>
            </a:r>
          </a:p>
          <a:p>
            <a:pPr/>
            <a:r>
              <a:rPr sz="1400"/>
              <a:t>Multiline patterns require consecutive lines</a:t>
            </a:r>
          </a:p>
        </p:txBody>
      </p:sp>
      <p:sp>
        <p:nvSpPr>
          <p:cNvPr id="4" name="Text Placeholder 3"/>
          <p:cNvSpPr>
            <a:spLocks noGrp="1"/>
          </p:cNvSpPr>
          <p:nvPr>
            <p:ph type="body" idx="13" sz="quarter"/>
          </p:nvPr>
        </p:nvSpPr>
        <p:spPr/>
        <p:txBody>
          <a:bodyPr wrap="none"/>
          <a:lstStyle/>
          <a:p>
            <a:pPr>
              <a:buNone/>
            </a:pPr>
            <a:r>
              <a:rPr sz="1300"/>
              <a:t>.github/matchers/pytest.json</a:t>
            </a:r>
          </a:p>
        </p:txBody>
      </p:sp>
      <p:sp>
        <p:nvSpPr>
          <p:cNvPr id="5" name="Text Placeholder 4"/>
          <p:cNvSpPr>
            <a:spLocks noGrp="1"/>
          </p:cNvSpPr>
          <p:nvPr>
            <p:ph type="body" idx="11" sz="quarter"/>
          </p:nvPr>
        </p:nvSpPr>
        <p:spPr/>
        <p:txBody>
          <a:bodyPr wrap="none"/>
          <a:lstStyle/>
          <a:p>
            <a:pPr>
              <a:lnSpc>
                <a:spcPct val="100000"/>
              </a:lnSpc>
              <a:spcBef>
                <a:spcPts val="0"/>
              </a:spcBef>
              <a:spcAft>
                <a:spcPts val="0"/>
              </a:spcAft>
            </a:pPr>
            <a:r>
              <a:rPr sz="1300">
                <a:solidFill>
                  <a:srgbClr val="000000"/>
                </a:solidFill>
                <a:latin typeface="Consolas"/>
              </a:rPr>
              <a:t>{</a:t>
            </a:r>
          </a:p>
          <a:p>
            <a:pPr>
              <a:lnSpc>
                <a:spcPct val="100000"/>
              </a:lnSpc>
              <a:spcBef>
                <a:spcPts val="0"/>
              </a:spcBef>
              <a:spcAft>
                <a:spcPts val="0"/>
              </a:spcAft>
            </a:pPr>
            <a:r>
              <a:rPr sz="1300">
                <a:solidFill>
                  <a:srgbClr val="000000"/>
                </a:solidFill>
                <a:latin typeface="Consolas"/>
              </a:rPr>
              <a:t>  </a:t>
            </a:r>
            <a:r>
              <a:rPr sz="1300">
                <a:solidFill>
                  <a:srgbClr val="0451A5"/>
                </a:solidFill>
                <a:latin typeface="Consolas"/>
              </a:rPr>
              <a:t>"problemMatcher"</a:t>
            </a:r>
            <a:r>
              <a:rPr sz="1300">
                <a:solidFill>
                  <a:srgbClr val="000000"/>
                </a:solidFill>
                <a:latin typeface="Consolas"/>
              </a:rPr>
              <a:t>:</a:t>
            </a:r>
            <a:r>
              <a:rPr sz="1300">
                <a:solidFill>
                  <a:srgbClr val="000000"/>
                </a:solidFill>
                <a:latin typeface="Consolas"/>
              </a:rPr>
              <a:t> </a:t>
            </a:r>
            <a:r>
              <a:rPr sz="1300">
                <a:solidFill>
                  <a:srgbClr val="000000"/>
                </a:solidFill>
                <a:latin typeface="Consolas"/>
              </a:rPr>
              <a:t>[</a:t>
            </a:r>
          </a:p>
          <a:p>
            <a:pPr>
              <a:lnSpc>
                <a:spcPct val="100000"/>
              </a:lnSpc>
              <a:spcBef>
                <a:spcPts val="0"/>
              </a:spcBef>
              <a:spcAft>
                <a:spcPts val="0"/>
              </a:spcAft>
            </a:pPr>
            <a:r>
              <a:rPr sz="1300">
                <a:solidFill>
                  <a:srgbClr val="000000"/>
                </a:solidFill>
                <a:latin typeface="Consolas"/>
              </a:rPr>
              <a:t>    </a:t>
            </a:r>
            <a:r>
              <a:rPr sz="1300">
                <a:solidFill>
                  <a:srgbClr val="000000"/>
                </a:solidFill>
                <a:latin typeface="Consolas"/>
              </a:rPr>
              <a:t>{</a:t>
            </a:r>
          </a:p>
          <a:p>
            <a:pPr>
              <a:lnSpc>
                <a:spcPct val="100000"/>
              </a:lnSpc>
              <a:spcBef>
                <a:spcPts val="0"/>
              </a:spcBef>
              <a:spcAft>
                <a:spcPts val="0"/>
              </a:spcAft>
            </a:pPr>
            <a:r>
              <a:rPr sz="1300">
                <a:solidFill>
                  <a:srgbClr val="000000"/>
                </a:solidFill>
                <a:latin typeface="Consolas"/>
              </a:rPr>
              <a:t>      </a:t>
            </a:r>
            <a:r>
              <a:rPr sz="1300">
                <a:solidFill>
                  <a:srgbClr val="0451A5"/>
                </a:solidFill>
                <a:latin typeface="Consolas"/>
              </a:rPr>
              <a:t>"owner"</a:t>
            </a:r>
            <a:r>
              <a:rPr sz="1300">
                <a:solidFill>
                  <a:srgbClr val="000000"/>
                </a:solidFill>
                <a:latin typeface="Consolas"/>
              </a:rPr>
              <a:t>:</a:t>
            </a:r>
            <a:r>
              <a:rPr sz="1300">
                <a:solidFill>
                  <a:srgbClr val="000000"/>
                </a:solidFill>
                <a:latin typeface="Consolas"/>
              </a:rPr>
              <a:t> </a:t>
            </a:r>
            <a:r>
              <a:rPr sz="1300">
                <a:solidFill>
                  <a:srgbClr val="A31515"/>
                </a:solidFill>
                <a:latin typeface="Consolas"/>
              </a:rPr>
              <a:t>"pytest-assert"</a:t>
            </a:r>
            <a:r>
              <a:rPr sz="1300">
                <a:solidFill>
                  <a:srgbClr val="000000"/>
                </a:solidFill>
                <a:latin typeface="Consolas"/>
              </a:rPr>
              <a:t>,</a:t>
            </a:r>
          </a:p>
          <a:p>
            <a:pPr>
              <a:lnSpc>
                <a:spcPct val="100000"/>
              </a:lnSpc>
              <a:spcBef>
                <a:spcPts val="0"/>
              </a:spcBef>
              <a:spcAft>
                <a:spcPts val="0"/>
              </a:spcAft>
            </a:pPr>
            <a:r>
              <a:rPr sz="1300">
                <a:solidFill>
                  <a:srgbClr val="000000"/>
                </a:solidFill>
                <a:latin typeface="Consolas"/>
              </a:rPr>
              <a:t>      </a:t>
            </a:r>
            <a:r>
              <a:rPr sz="1300">
                <a:solidFill>
                  <a:srgbClr val="0451A5"/>
                </a:solidFill>
                <a:latin typeface="Consolas"/>
              </a:rPr>
              <a:t>"severity"</a:t>
            </a:r>
            <a:r>
              <a:rPr sz="1300">
                <a:solidFill>
                  <a:srgbClr val="000000"/>
                </a:solidFill>
                <a:latin typeface="Consolas"/>
              </a:rPr>
              <a:t>:</a:t>
            </a:r>
            <a:r>
              <a:rPr sz="1300">
                <a:solidFill>
                  <a:srgbClr val="000000"/>
                </a:solidFill>
                <a:latin typeface="Consolas"/>
              </a:rPr>
              <a:t> </a:t>
            </a:r>
            <a:r>
              <a:rPr sz="1300">
                <a:solidFill>
                  <a:srgbClr val="A31515"/>
                </a:solidFill>
                <a:latin typeface="Consolas"/>
              </a:rPr>
              <a:t>"error"</a:t>
            </a:r>
            <a:r>
              <a:rPr sz="1300">
                <a:solidFill>
                  <a:srgbClr val="000000"/>
                </a:solidFill>
                <a:latin typeface="Consolas"/>
              </a:rPr>
              <a:t>,</a:t>
            </a:r>
          </a:p>
          <a:p>
            <a:pPr>
              <a:lnSpc>
                <a:spcPct val="100000"/>
              </a:lnSpc>
              <a:spcBef>
                <a:spcPts val="0"/>
              </a:spcBef>
              <a:spcAft>
                <a:spcPts val="0"/>
              </a:spcAft>
            </a:pPr>
            <a:r>
              <a:rPr sz="1300">
                <a:solidFill>
                  <a:srgbClr val="000000"/>
                </a:solidFill>
                <a:latin typeface="Consolas"/>
              </a:rPr>
              <a:t>      </a:t>
            </a:r>
            <a:r>
              <a:rPr sz="1300">
                <a:solidFill>
                  <a:srgbClr val="0451A5"/>
                </a:solidFill>
                <a:latin typeface="Consolas"/>
              </a:rPr>
              <a:t>"pattern"</a:t>
            </a:r>
            <a:r>
              <a:rPr sz="1300">
                <a:solidFill>
                  <a:srgbClr val="000000"/>
                </a:solidFill>
                <a:latin typeface="Consolas"/>
              </a:rPr>
              <a:t>:</a:t>
            </a:r>
            <a:r>
              <a:rPr sz="1300">
                <a:solidFill>
                  <a:srgbClr val="000000"/>
                </a:solidFill>
                <a:latin typeface="Consolas"/>
              </a:rPr>
              <a:t> </a:t>
            </a:r>
            <a:r>
              <a:rPr sz="1300">
                <a:solidFill>
                  <a:srgbClr val="000000"/>
                </a:solidFill>
                <a:latin typeface="Consolas"/>
              </a:rPr>
              <a:t>[</a:t>
            </a:r>
          </a:p>
          <a:p>
            <a:pPr>
              <a:lnSpc>
                <a:spcPct val="100000"/>
              </a:lnSpc>
              <a:spcBef>
                <a:spcPts val="0"/>
              </a:spcBef>
              <a:spcAft>
                <a:spcPts val="0"/>
              </a:spcAft>
            </a:pPr>
            <a:r>
              <a:rPr sz="1300">
                <a:solidFill>
                  <a:srgbClr val="000000"/>
                </a:solidFill>
                <a:latin typeface="Consolas"/>
              </a:rPr>
              <a:t>        </a:t>
            </a:r>
            <a:r>
              <a:rPr sz="1300">
                <a:solidFill>
                  <a:srgbClr val="000000"/>
                </a:solidFill>
                <a:latin typeface="Consolas"/>
              </a:rPr>
              <a:t>{</a:t>
            </a:r>
          </a:p>
          <a:p>
            <a:pPr>
              <a:lnSpc>
                <a:spcPct val="100000"/>
              </a:lnSpc>
              <a:spcBef>
                <a:spcPts val="0"/>
              </a:spcBef>
              <a:spcAft>
                <a:spcPts val="0"/>
              </a:spcAft>
            </a:pPr>
            <a:r>
              <a:rPr sz="1300">
                <a:solidFill>
                  <a:srgbClr val="000000"/>
                </a:solidFill>
                <a:latin typeface="Consolas"/>
              </a:rPr>
              <a:t>          </a:t>
            </a:r>
            <a:r>
              <a:rPr sz="1300">
                <a:solidFill>
                  <a:srgbClr val="0451A5"/>
                </a:solidFill>
                <a:latin typeface="Consolas"/>
              </a:rPr>
              <a:t>"regexp"</a:t>
            </a:r>
            <a:r>
              <a:rPr sz="1300">
                <a:solidFill>
                  <a:srgbClr val="000000"/>
                </a:solidFill>
                <a:latin typeface="Consolas"/>
              </a:rPr>
              <a:t>:</a:t>
            </a:r>
          </a:p>
          <a:p>
            <a:pPr>
              <a:lnSpc>
                <a:spcPct val="100000"/>
              </a:lnSpc>
              <a:spcBef>
                <a:spcPts val="0"/>
              </a:spcBef>
              <a:spcAft>
                <a:spcPts val="0"/>
              </a:spcAft>
            </a:pPr>
            <a:r>
              <a:rPr sz="1300">
                <a:solidFill>
                  <a:srgbClr val="000000"/>
                </a:solidFill>
                <a:latin typeface="Consolas"/>
              </a:rPr>
              <a:t>            </a:t>
            </a:r>
            <a:r>
              <a:rPr sz="1300">
                <a:solidFill>
                  <a:srgbClr val="A31515"/>
                </a:solidFill>
                <a:latin typeface="Consolas"/>
              </a:rPr>
              <a:t>"^(.+\\.py):(\\d+): (\\w+Error)$"</a:t>
            </a:r>
            <a:r>
              <a:rPr sz="1300">
                <a:solidFill>
                  <a:srgbClr val="000000"/>
                </a:solidFill>
                <a:latin typeface="Consolas"/>
              </a:rPr>
              <a:t>,</a:t>
            </a:r>
          </a:p>
          <a:p>
            <a:pPr>
              <a:lnSpc>
                <a:spcPct val="100000"/>
              </a:lnSpc>
              <a:spcBef>
                <a:spcPts val="0"/>
              </a:spcBef>
              <a:spcAft>
                <a:spcPts val="0"/>
              </a:spcAft>
            </a:pPr>
            <a:r>
              <a:rPr sz="1300">
                <a:solidFill>
                  <a:srgbClr val="000000"/>
                </a:solidFill>
                <a:latin typeface="Consolas"/>
              </a:rPr>
              <a:t>          </a:t>
            </a:r>
            <a:r>
              <a:rPr sz="1300">
                <a:solidFill>
                  <a:srgbClr val="0451A5"/>
                </a:solidFill>
                <a:latin typeface="Consolas"/>
              </a:rPr>
              <a:t>"file"</a:t>
            </a:r>
            <a:r>
              <a:rPr sz="1300">
                <a:solidFill>
                  <a:srgbClr val="000000"/>
                </a:solidFill>
                <a:latin typeface="Consolas"/>
              </a:rPr>
              <a:t>:</a:t>
            </a:r>
            <a:r>
              <a:rPr sz="1300">
                <a:solidFill>
                  <a:srgbClr val="000000"/>
                </a:solidFill>
                <a:latin typeface="Consolas"/>
              </a:rPr>
              <a:t> </a:t>
            </a:r>
            <a:r>
              <a:rPr sz="1300">
                <a:solidFill>
                  <a:srgbClr val="098658"/>
                </a:solidFill>
                <a:latin typeface="Consolas"/>
              </a:rPr>
              <a:t>1</a:t>
            </a:r>
            <a:r>
              <a:rPr sz="1300">
                <a:solidFill>
                  <a:srgbClr val="000000"/>
                </a:solidFill>
                <a:latin typeface="Consolas"/>
              </a:rPr>
              <a:t>,</a:t>
            </a:r>
          </a:p>
          <a:p>
            <a:pPr>
              <a:lnSpc>
                <a:spcPct val="100000"/>
              </a:lnSpc>
              <a:spcBef>
                <a:spcPts val="0"/>
              </a:spcBef>
              <a:spcAft>
                <a:spcPts val="0"/>
              </a:spcAft>
            </a:pPr>
            <a:r>
              <a:rPr sz="1300">
                <a:solidFill>
                  <a:srgbClr val="000000"/>
                </a:solidFill>
                <a:latin typeface="Consolas"/>
              </a:rPr>
              <a:t>          </a:t>
            </a:r>
            <a:r>
              <a:rPr sz="1300">
                <a:solidFill>
                  <a:srgbClr val="0451A5"/>
                </a:solidFill>
                <a:latin typeface="Consolas"/>
              </a:rPr>
              <a:t>"line"</a:t>
            </a:r>
            <a:r>
              <a:rPr sz="1300">
                <a:solidFill>
                  <a:srgbClr val="000000"/>
                </a:solidFill>
                <a:latin typeface="Consolas"/>
              </a:rPr>
              <a:t>:</a:t>
            </a:r>
            <a:r>
              <a:rPr sz="1300">
                <a:solidFill>
                  <a:srgbClr val="000000"/>
                </a:solidFill>
                <a:latin typeface="Consolas"/>
              </a:rPr>
              <a:t> </a:t>
            </a:r>
            <a:r>
              <a:rPr sz="1300">
                <a:solidFill>
                  <a:srgbClr val="098658"/>
                </a:solidFill>
                <a:latin typeface="Consolas"/>
              </a:rPr>
              <a:t>2</a:t>
            </a:r>
            <a:r>
              <a:rPr sz="1300">
                <a:solidFill>
                  <a:srgbClr val="000000"/>
                </a:solidFill>
                <a:latin typeface="Consolas"/>
              </a:rPr>
              <a:t>,</a:t>
            </a:r>
          </a:p>
          <a:p>
            <a:pPr>
              <a:lnSpc>
                <a:spcPct val="100000"/>
              </a:lnSpc>
              <a:spcBef>
                <a:spcPts val="0"/>
              </a:spcBef>
              <a:spcAft>
                <a:spcPts val="0"/>
              </a:spcAft>
            </a:pPr>
            <a:r>
              <a:rPr sz="1300">
                <a:solidFill>
                  <a:srgbClr val="000000"/>
                </a:solidFill>
                <a:latin typeface="Consolas"/>
              </a:rPr>
              <a:t>          </a:t>
            </a:r>
            <a:r>
              <a:rPr sz="1300">
                <a:solidFill>
                  <a:srgbClr val="0451A5"/>
                </a:solidFill>
                <a:latin typeface="Consolas"/>
              </a:rPr>
              <a:t>"message"</a:t>
            </a:r>
            <a:r>
              <a:rPr sz="1300">
                <a:solidFill>
                  <a:srgbClr val="000000"/>
                </a:solidFill>
                <a:latin typeface="Consolas"/>
              </a:rPr>
              <a:t>:</a:t>
            </a:r>
            <a:r>
              <a:rPr sz="1300">
                <a:solidFill>
                  <a:srgbClr val="000000"/>
                </a:solidFill>
                <a:latin typeface="Consolas"/>
              </a:rPr>
              <a:t> </a:t>
            </a:r>
            <a:r>
              <a:rPr sz="1300">
                <a:solidFill>
                  <a:srgbClr val="098658"/>
                </a:solidFill>
                <a:latin typeface="Consolas"/>
              </a:rPr>
              <a:t>3</a:t>
            </a:r>
          </a:p>
          <a:p>
            <a:pPr>
              <a:lnSpc>
                <a:spcPct val="100000"/>
              </a:lnSpc>
              <a:spcBef>
                <a:spcPts val="0"/>
              </a:spcBef>
              <a:spcAft>
                <a:spcPts val="0"/>
              </a:spcAft>
            </a:pPr>
            <a:r>
              <a:rPr sz="1300">
                <a:solidFill>
                  <a:srgbClr val="000000"/>
                </a:solidFill>
                <a:latin typeface="Consolas"/>
              </a:rPr>
              <a:t>        </a:t>
            </a:r>
            <a:r>
              <a:rPr sz="1300">
                <a:solidFill>
                  <a:srgbClr val="000000"/>
                </a:solidFill>
                <a:latin typeface="Consolas"/>
              </a:rPr>
              <a:t>}</a:t>
            </a:r>
          </a:p>
          <a:p>
            <a:pPr>
              <a:lnSpc>
                <a:spcPct val="100000"/>
              </a:lnSpc>
              <a:spcBef>
                <a:spcPts val="0"/>
              </a:spcBef>
              <a:spcAft>
                <a:spcPts val="0"/>
              </a:spcAft>
            </a:pPr>
            <a:r>
              <a:rPr sz="1300">
                <a:solidFill>
                  <a:srgbClr val="000000"/>
                </a:solidFill>
                <a:latin typeface="Consolas"/>
              </a:rPr>
              <a:t>      </a:t>
            </a:r>
            <a:r>
              <a:rPr sz="1300">
                <a:solidFill>
                  <a:srgbClr val="000000"/>
                </a:solidFill>
                <a:latin typeface="Consolas"/>
              </a:rPr>
              <a:t>]</a:t>
            </a:r>
          </a:p>
          <a:p>
            <a:pPr>
              <a:lnSpc>
                <a:spcPct val="100000"/>
              </a:lnSpc>
              <a:spcBef>
                <a:spcPts val="0"/>
              </a:spcBef>
              <a:spcAft>
                <a:spcPts val="0"/>
              </a:spcAft>
            </a:pPr>
            <a:r>
              <a:rPr sz="1300">
                <a:solidFill>
                  <a:srgbClr val="000000"/>
                </a:solidFill>
                <a:latin typeface="Consolas"/>
              </a:rPr>
              <a:t>    </a:t>
            </a:r>
            <a:r>
              <a:rPr sz="1300">
                <a:solidFill>
                  <a:srgbClr val="000000"/>
                </a:solidFill>
                <a:latin typeface="Consolas"/>
              </a:rPr>
              <a:t>}</a:t>
            </a:r>
          </a:p>
          <a:p>
            <a:pPr>
              <a:lnSpc>
                <a:spcPct val="100000"/>
              </a:lnSpc>
              <a:spcBef>
                <a:spcPts val="0"/>
              </a:spcBef>
              <a:spcAft>
                <a:spcPts val="0"/>
              </a:spcAft>
            </a:pPr>
            <a:r>
              <a:rPr sz="1300">
                <a:solidFill>
                  <a:srgbClr val="000000"/>
                </a:solidFill>
                <a:latin typeface="Consolas"/>
              </a:rPr>
              <a:t>  </a:t>
            </a:r>
            <a:r>
              <a:rPr sz="1300">
                <a:solidFill>
                  <a:srgbClr val="000000"/>
                </a:solidFill>
                <a:latin typeface="Consolas"/>
              </a:rPr>
              <a:t>]</a:t>
            </a:r>
          </a:p>
          <a:p>
            <a:pPr>
              <a:lnSpc>
                <a:spcPct val="100000"/>
              </a:lnSpc>
              <a:spcBef>
                <a:spcPts val="0"/>
              </a:spcBef>
              <a:spcAft>
                <a:spcPts val="0"/>
              </a:spcAft>
            </a:pPr>
            <a:r>
              <a:rPr sz="1300">
                <a:solidFill>
                  <a:srgbClr val="000000"/>
                </a:solidFill>
                <a:latin typeface="Consolas"/>
              </a:rPr>
              <a: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The flakiness cost model, with the arithmetic</a:t>
            </a:r>
          </a:p>
        </p:txBody>
      </p:sp>
      <p:sp>
        <p:nvSpPr>
          <p:cNvPr id="3" name="Text Placeholder 2"/>
          <p:cNvSpPr>
            <a:spLocks noGrp="1"/>
          </p:cNvSpPr>
          <p:nvPr>
            <p:ph type="body" idx="10" sz="quarter"/>
          </p:nvPr>
        </p:nvSpPr>
        <p:spPr/>
        <p:txBody>
          <a:bodyPr wrap="square"/>
          <a:lstStyle/>
          <a:p>
            <a:pPr/>
            <a:r>
              <a:rPr sz="1500"/>
              <a:t>Google's 2016 corpus: 1.5% of runs flaky; almost 16% of tests flaky at least once.</a:t>
            </a:r>
          </a:p>
          <a:p>
            <a:pPr/>
            <a:r>
              <a:rPr sz="1500"/>
              <a:t>In that corpus, 84% of pass-to-fail transitions involved a flaky test.</a:t>
            </a:r>
          </a:p>
          <a:p>
            <a:pPr/>
            <a:r>
              <a:rPr sz="1500"/>
              <a:t>Luo et al.: 74 of 161 classified flaky-test fixes (45%) were Async Wait.</a:t>
            </a:r>
          </a:p>
        </p:txBody>
      </p:sp>
      <p:sp>
        <p:nvSpPr>
          <p:cNvPr id="4" name="Text Placeholder 3"/>
          <p:cNvSpPr>
            <a:spLocks noGrp="1"/>
          </p:cNvSpPr>
          <p:nvPr>
            <p:ph type="body" idx="13" sz="quarter"/>
          </p:nvPr>
        </p:nvSpPr>
        <p:spPr/>
        <p:txBody>
          <a:bodyPr wrap="none"/>
          <a:lstStyle/>
          <a:p>
            <a:pPr>
              <a:buNone/>
            </a:pPr>
            <a:r>
              <a:rPr sz="1000"/>
              <a:t>P(at least one spurious failure per run) = 1 - (1 - p)^n</a:t>
            </a:r>
          </a:p>
        </p:txBody>
      </p:sp>
      <p:sp>
        <p:nvSpPr>
          <p:cNvPr id="5" name="Text Placeholder 4"/>
          <p:cNvSpPr>
            <a:spLocks noGrp="1"/>
          </p:cNvSpPr>
          <p:nvPr>
            <p:ph type="body" idx="11" sz="quarter"/>
          </p:nvPr>
        </p:nvSpPr>
        <p:spPr/>
        <p:txBody>
          <a:bodyPr wrap="none"/>
          <a:lstStyle/>
          <a:p>
            <a:pPr>
              <a:lnSpc>
                <a:spcPct val="100000"/>
              </a:lnSpc>
              <a:spcBef>
                <a:spcPts val="0"/>
              </a:spcBef>
              <a:spcAft>
                <a:spcPts val="0"/>
              </a:spcAft>
            </a:pPr>
            <a:r>
              <a:rPr sz="1400">
                <a:solidFill>
                  <a:srgbClr val="000000"/>
                </a:solidFill>
                <a:latin typeface="Consolas"/>
              </a:rPr>
              <a:t>  p = per-test-run rate   n = tests   (toy model: equal p; independent tests/reruns)</a:t>
            </a:r>
          </a:p>
          <a:p>
            <a:pPr>
              <a:lnSpc>
                <a:spcPct val="100000"/>
              </a:lnSpc>
              <a:spcBef>
                <a:spcPts val="0"/>
              </a:spcBef>
              <a:spcAft>
                <a:spcPts val="0"/>
              </a:spcAft>
            </a:pPr>
            <a:r>
              <a:rPr sz="1400">
                <a:latin typeface="Consolas"/>
              </a:rPr>
              <a:t> </a:t>
            </a:r>
          </a:p>
          <a:p>
            <a:pPr>
              <a:lnSpc>
                <a:spcPct val="100000"/>
              </a:lnSpc>
              <a:spcBef>
                <a:spcPts val="0"/>
              </a:spcBef>
              <a:spcAft>
                <a:spcPts val="0"/>
              </a:spcAft>
            </a:pPr>
            <a:r>
              <a:rPr sz="1400">
                <a:solidFill>
                  <a:srgbClr val="000000"/>
                </a:solidFill>
                <a:latin typeface="Consolas"/>
              </a:rPr>
              <a:t>  p = 0.015  n = 1000   -&gt;   P = 0.9999997     E[spurious failures] = 15.0</a:t>
            </a:r>
          </a:p>
          <a:p>
            <a:pPr>
              <a:lnSpc>
                <a:spcPct val="100000"/>
              </a:lnSpc>
              <a:spcBef>
                <a:spcPts val="0"/>
              </a:spcBef>
              <a:spcAft>
                <a:spcPts val="0"/>
              </a:spcAft>
            </a:pPr>
            <a:r>
              <a:rPr sz="1400">
                <a:solidFill>
                  <a:srgbClr val="000000"/>
                </a:solidFill>
                <a:latin typeface="Consolas"/>
              </a:rPr>
              <a:t>  p = 0.001  n = 1000   -&gt;   P = 0.6323        E[spurious failures] =  1.0</a:t>
            </a:r>
          </a:p>
          <a:p>
            <a:pPr>
              <a:lnSpc>
                <a:spcPct val="100000"/>
              </a:lnSpc>
              <a:spcBef>
                <a:spcPts val="0"/>
              </a:spcBef>
              <a:spcAft>
                <a:spcPts val="0"/>
              </a:spcAft>
            </a:pPr>
            <a:r>
              <a:rPr sz="1400">
                <a:solidFill>
                  <a:srgbClr val="000000"/>
                </a:solidFill>
                <a:latin typeface="Consolas"/>
              </a:rPr>
              <a:t>  p = 1e-4   n = 1000   -&gt;   P = 0.0952        E[spurious failures] =  0.1</a:t>
            </a:r>
          </a:p>
          <a:p>
            <a:pPr>
              <a:lnSpc>
                <a:spcPct val="100000"/>
              </a:lnSpc>
              <a:spcBef>
                <a:spcPts val="0"/>
              </a:spcBef>
              <a:spcAft>
                <a:spcPts val="0"/>
              </a:spcAft>
            </a:pPr>
            <a:r>
              <a:rPr sz="1400">
                <a:latin typeface="Consolas"/>
              </a:rPr>
              <a:t> </a:t>
            </a:r>
          </a:p>
          <a:p>
            <a:pPr>
              <a:lnSpc>
                <a:spcPct val="100000"/>
              </a:lnSpc>
              <a:spcBef>
                <a:spcPts val="0"/>
              </a:spcBef>
              <a:spcAft>
                <a:spcPts val="0"/>
              </a:spcAft>
            </a:pPr>
            <a:r>
              <a:rPr sz="1400">
                <a:solidFill>
                  <a:srgbClr val="000000"/>
                </a:solidFill>
                <a:latin typeface="Consolas"/>
              </a:rPr>
              <a:t>  To hold P &lt;= 0.05 at n = 1000: p &lt;= 1 - 0.95^(1/1000) = 5.13e-5</a:t>
            </a:r>
          </a:p>
          <a:p>
            <a:pPr>
              <a:lnSpc>
                <a:spcPct val="100000"/>
              </a:lnSpc>
              <a:spcBef>
                <a:spcPts val="0"/>
              </a:spcBef>
              <a:spcAft>
                <a:spcPts val="0"/>
              </a:spcAft>
            </a:pPr>
            <a:r>
              <a:rPr sz="1400">
                <a:solidFill>
                  <a:srgbClr val="000000"/>
                </a:solidFill>
                <a:latin typeface="Consolas"/>
              </a:rPr>
              <a:t>  roughly one flaky result per 19,500 test runs under these assumptions</a:t>
            </a:r>
          </a:p>
          <a:p>
            <a:pPr>
              <a:lnSpc>
                <a:spcPct val="100000"/>
              </a:lnSpc>
              <a:spcBef>
                <a:spcPts val="0"/>
              </a:spcBef>
              <a:spcAft>
                <a:spcPts val="0"/>
              </a:spcAft>
            </a:pPr>
            <a:r>
              <a:rPr sz="1400">
                <a:latin typeface="Consolas"/>
              </a:rPr>
              <a:t> </a:t>
            </a:r>
          </a:p>
          <a:p>
            <a:pPr>
              <a:lnSpc>
                <a:spcPct val="100000"/>
              </a:lnSpc>
              <a:spcBef>
                <a:spcPts val="0"/>
              </a:spcBef>
              <a:spcAft>
                <a:spcPts val="0"/>
              </a:spcAft>
            </a:pPr>
            <a:r>
              <a:rPr sz="1400">
                <a:solidFill>
                  <a:srgbClr val="000000"/>
                </a:solidFill>
                <a:latin typeface="Consolas"/>
              </a:rPr>
              <a:t>  Across 5 suite runs: p = 0.001 -&gt; P(all clean) = 0.0067</a:t>
            </a:r>
          </a:p>
          <a:p>
            <a:pPr>
              <a:lnSpc>
                <a:spcPct val="100000"/>
              </a:lnSpc>
              <a:spcBef>
                <a:spcPts val="0"/>
              </a:spcBef>
              <a:spcAft>
                <a:spcPts val="0"/>
              </a:spcAft>
            </a:pPr>
            <a:r>
              <a:rPr sz="1400">
                <a:solidFill>
                  <a:srgbClr val="000000"/>
                </a:solidFill>
                <a:latin typeface="Consolas"/>
              </a:rPr>
              <a:t>                       p = 1e-4  -&gt; P(all clean) = 0.6065</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1800"/>
              <a:t>ADRs: record rejected options, not only choices</a:t>
            </a:r>
          </a:p>
        </p:txBody>
      </p:sp>
      <p:sp>
        <p:nvSpPr>
          <p:cNvPr id="3" name="Text Placeholder 2"/>
          <p:cNvSpPr>
            <a:spLocks noGrp="1"/>
          </p:cNvSpPr>
          <p:nvPr>
            <p:ph type="body" idx="13" sz="quarter"/>
          </p:nvPr>
        </p:nvSpPr>
        <p:spPr/>
        <p:txBody>
          <a:bodyPr wrap="none"/>
          <a:lstStyle/>
          <a:p>
            <a:pPr>
              <a:buNone/>
            </a:pPr>
            <a:r>
              <a:rPr sz="1200"/>
              <a:t>docs/adr/0007-money-as-integer-minor-units.md</a:t>
            </a:r>
          </a:p>
        </p:txBody>
      </p:sp>
      <p:sp>
        <p:nvSpPr>
          <p:cNvPr id="4" name="Text Placeholder 3"/>
          <p:cNvSpPr>
            <a:spLocks noGrp="1"/>
          </p:cNvSpPr>
          <p:nvPr>
            <p:ph type="body" idx="11" sz="quarter"/>
          </p:nvPr>
        </p:nvSpPr>
        <p:spPr/>
        <p:txBody>
          <a:bodyPr wrap="none"/>
          <a:lstStyle/>
          <a:p>
            <a:pPr>
              <a:lnSpc>
                <a:spcPct val="100000"/>
              </a:lnSpc>
              <a:spcBef>
                <a:spcPts val="0"/>
              </a:spcBef>
              <a:spcAft>
                <a:spcPts val="0"/>
              </a:spcAft>
            </a:pPr>
            <a:r>
              <a:rPr sz="1300">
                <a:solidFill>
                  <a:srgbClr val="000000"/>
                </a:solidFill>
                <a:latin typeface="Consolas"/>
              </a:rPr>
              <a:t>---</a:t>
            </a:r>
          </a:p>
          <a:p>
            <a:pPr>
              <a:lnSpc>
                <a:spcPct val="100000"/>
              </a:lnSpc>
              <a:spcBef>
                <a:spcPts val="0"/>
              </a:spcBef>
              <a:spcAft>
                <a:spcPts val="0"/>
              </a:spcAft>
            </a:pPr>
            <a:r>
              <a:rPr sz="1300">
                <a:solidFill>
                  <a:srgbClr val="000000"/>
                </a:solidFill>
                <a:latin typeface="Consolas"/>
              </a:rPr>
              <a:t>status:</a:t>
            </a:r>
            <a:r>
              <a:rPr sz="1300">
                <a:solidFill>
                  <a:srgbClr val="000000"/>
                </a:solidFill>
                <a:latin typeface="Consolas"/>
              </a:rPr>
              <a:t> </a:t>
            </a:r>
            <a:r>
              <a:rPr sz="1300">
                <a:solidFill>
                  <a:srgbClr val="000000"/>
                </a:solidFill>
                <a:latin typeface="Consolas"/>
              </a:rPr>
              <a:t>accepted</a:t>
            </a:r>
          </a:p>
          <a:p>
            <a:pPr>
              <a:lnSpc>
                <a:spcPct val="100000"/>
              </a:lnSpc>
              <a:spcBef>
                <a:spcPts val="0"/>
              </a:spcBef>
              <a:spcAft>
                <a:spcPts val="0"/>
              </a:spcAft>
            </a:pPr>
            <a:r>
              <a:rPr sz="1300">
                <a:solidFill>
                  <a:srgbClr val="800000"/>
                </a:solidFill>
                <a:latin typeface="Consolas"/>
              </a:rPr>
              <a:t>date: 2026-03-11</a:t>
            </a:r>
          </a:p>
          <a:p>
            <a:pPr>
              <a:lnSpc>
                <a:spcPct val="100000"/>
              </a:lnSpc>
              <a:spcBef>
                <a:spcPts val="0"/>
              </a:spcBef>
              <a:spcAft>
                <a:spcPts val="0"/>
              </a:spcAft>
            </a:pPr>
            <a:r>
              <a:rPr sz="1300">
                <a:solidFill>
                  <a:srgbClr val="800000"/>
                </a:solidFill>
                <a:latin typeface="Consolas"/>
              </a:rPr>
              <a:t>---</a:t>
            </a:r>
          </a:p>
          <a:p>
            <a:pPr>
              <a:lnSpc>
                <a:spcPct val="100000"/>
              </a:lnSpc>
              <a:spcBef>
                <a:spcPts val="0"/>
              </a:spcBef>
              <a:spcAft>
                <a:spcPts val="0"/>
              </a:spcAft>
            </a:pPr>
            <a:r>
              <a:rPr sz="1300">
                <a:solidFill>
                  <a:srgbClr val="800000"/>
                </a:solidFill>
                <a:latin typeface="Consolas"/>
              </a:rPr>
              <a:t># Money as integer minor units</a:t>
            </a:r>
          </a:p>
          <a:p>
            <a:pPr>
              <a:lnSpc>
                <a:spcPct val="100000"/>
              </a:lnSpc>
              <a:spcBef>
                <a:spcPts val="0"/>
              </a:spcBef>
              <a:spcAft>
                <a:spcPts val="0"/>
              </a:spcAft>
            </a:pPr>
            <a:r>
              <a:rPr sz="1300">
                <a:latin typeface="Consolas"/>
              </a:rPr>
              <a:t> </a:t>
            </a:r>
          </a:p>
          <a:p>
            <a:pPr>
              <a:lnSpc>
                <a:spcPct val="100000"/>
              </a:lnSpc>
              <a:spcBef>
                <a:spcPts val="0"/>
              </a:spcBef>
              <a:spcAft>
                <a:spcPts val="0"/>
              </a:spcAft>
            </a:pPr>
            <a:r>
              <a:rPr sz="1300">
                <a:solidFill>
                  <a:srgbClr val="800000"/>
                </a:solidFill>
                <a:latin typeface="Consolas"/>
              </a:rPr>
              <a:t>## Context and Problem Statement</a:t>
            </a:r>
          </a:p>
          <a:p>
            <a:pPr>
              <a:lnSpc>
                <a:spcPct val="100000"/>
              </a:lnSpc>
              <a:spcBef>
                <a:spcPts val="0"/>
              </a:spcBef>
              <a:spcAft>
                <a:spcPts val="0"/>
              </a:spcAft>
            </a:pPr>
            <a:r>
              <a:rPr sz="1300">
                <a:solidFill>
                  <a:srgbClr val="000000"/>
                </a:solidFill>
                <a:latin typeface="Consolas"/>
              </a:rPr>
              <a:t>Promo</a:t>
            </a:r>
            <a:r>
              <a:rPr sz="1300">
                <a:solidFill>
                  <a:srgbClr val="000000"/>
                </a:solidFill>
                <a:latin typeface="Consolas"/>
              </a:rPr>
              <a:t> </a:t>
            </a:r>
            <a:r>
              <a:rPr sz="1300">
                <a:solidFill>
                  <a:srgbClr val="000000"/>
                </a:solidFill>
                <a:latin typeface="Consolas"/>
              </a:rPr>
              <a:t>uplift</a:t>
            </a:r>
            <a:r>
              <a:rPr sz="1300">
                <a:solidFill>
                  <a:srgbClr val="000000"/>
                </a:solidFill>
                <a:latin typeface="Consolas"/>
              </a:rPr>
              <a:t> </a:t>
            </a:r>
            <a:r>
              <a:rPr sz="1300">
                <a:solidFill>
                  <a:srgbClr val="000000"/>
                </a:solidFill>
                <a:latin typeface="Consolas"/>
              </a:rPr>
              <a:t>is</a:t>
            </a:r>
            <a:r>
              <a:rPr sz="1300">
                <a:solidFill>
                  <a:srgbClr val="000000"/>
                </a:solidFill>
                <a:latin typeface="Consolas"/>
              </a:rPr>
              <a:t> </a:t>
            </a:r>
            <a:r>
              <a:rPr sz="1300">
                <a:solidFill>
                  <a:srgbClr val="000000"/>
                </a:solidFill>
                <a:latin typeface="Consolas"/>
              </a:rPr>
              <a:t>computed</a:t>
            </a:r>
            <a:r>
              <a:rPr sz="1300">
                <a:solidFill>
                  <a:srgbClr val="000000"/>
                </a:solidFill>
                <a:latin typeface="Consolas"/>
              </a:rPr>
              <a:t> </a:t>
            </a:r>
            <a:r>
              <a:rPr sz="1300">
                <a:solidFill>
                  <a:srgbClr val="000000"/>
                </a:solidFill>
                <a:latin typeface="Consolas"/>
              </a:rPr>
              <a:t>in</a:t>
            </a:r>
            <a:r>
              <a:rPr sz="1300">
                <a:solidFill>
                  <a:srgbClr val="000000"/>
                </a:solidFill>
                <a:latin typeface="Consolas"/>
              </a:rPr>
              <a:t> </a:t>
            </a:r>
            <a:r>
              <a:rPr sz="1300">
                <a:solidFill>
                  <a:srgbClr val="000000"/>
                </a:solidFill>
                <a:latin typeface="Consolas"/>
              </a:rPr>
              <a:t>Python,</a:t>
            </a:r>
            <a:r>
              <a:rPr sz="1300">
                <a:solidFill>
                  <a:srgbClr val="000000"/>
                </a:solidFill>
                <a:latin typeface="Consolas"/>
              </a:rPr>
              <a:t> </a:t>
            </a:r>
            <a:r>
              <a:rPr sz="1300">
                <a:solidFill>
                  <a:srgbClr val="000000"/>
                </a:solidFill>
                <a:latin typeface="Consolas"/>
              </a:rPr>
              <a:t>dbt</a:t>
            </a:r>
            <a:r>
              <a:rPr sz="1300">
                <a:solidFill>
                  <a:srgbClr val="000000"/>
                </a:solidFill>
                <a:latin typeface="Consolas"/>
              </a:rPr>
              <a:t> </a:t>
            </a:r>
            <a:r>
              <a:rPr sz="1300">
                <a:solidFill>
                  <a:srgbClr val="000000"/>
                </a:solidFill>
                <a:latin typeface="Consolas"/>
              </a:rPr>
              <a:t>and</a:t>
            </a:r>
          </a:p>
          <a:p>
            <a:pPr>
              <a:lnSpc>
                <a:spcPct val="100000"/>
              </a:lnSpc>
              <a:spcBef>
                <a:spcPts val="0"/>
              </a:spcBef>
              <a:spcAft>
                <a:spcPts val="0"/>
              </a:spcAft>
            </a:pPr>
            <a:r>
              <a:rPr sz="1300">
                <a:solidFill>
                  <a:srgbClr val="000000"/>
                </a:solidFill>
                <a:latin typeface="Consolas"/>
              </a:rPr>
              <a:t>CAP.</a:t>
            </a:r>
            <a:r>
              <a:rPr sz="1300">
                <a:solidFill>
                  <a:srgbClr val="000000"/>
                </a:solidFill>
                <a:latin typeface="Consolas"/>
              </a:rPr>
              <a:t> </a:t>
            </a:r>
            <a:r>
              <a:rPr sz="1300">
                <a:solidFill>
                  <a:srgbClr val="000000"/>
                </a:solidFill>
                <a:latin typeface="Consolas"/>
              </a:rPr>
              <a:t>The</a:t>
            </a:r>
            <a:r>
              <a:rPr sz="1300">
                <a:solidFill>
                  <a:srgbClr val="000000"/>
                </a:solidFill>
                <a:latin typeface="Consolas"/>
              </a:rPr>
              <a:t> </a:t>
            </a:r>
            <a:r>
              <a:rPr sz="1300">
                <a:solidFill>
                  <a:srgbClr val="000000"/>
                </a:solidFill>
                <a:latin typeface="Consolas"/>
              </a:rPr>
              <a:t>three</a:t>
            </a:r>
            <a:r>
              <a:rPr sz="1300">
                <a:solidFill>
                  <a:srgbClr val="000000"/>
                </a:solidFill>
                <a:latin typeface="Consolas"/>
              </a:rPr>
              <a:t> </a:t>
            </a:r>
            <a:r>
              <a:rPr sz="1300">
                <a:solidFill>
                  <a:srgbClr val="000000"/>
                </a:solidFill>
                <a:latin typeface="Consolas"/>
              </a:rPr>
              <a:t>disagreed</a:t>
            </a:r>
            <a:r>
              <a:rPr sz="1300">
                <a:solidFill>
                  <a:srgbClr val="000000"/>
                </a:solidFill>
                <a:latin typeface="Consolas"/>
              </a:rPr>
              <a:t> </a:t>
            </a:r>
            <a:r>
              <a:rPr sz="1300">
                <a:solidFill>
                  <a:srgbClr val="000000"/>
                </a:solidFill>
                <a:latin typeface="Consolas"/>
              </a:rPr>
              <a:t>at</a:t>
            </a:r>
            <a:r>
              <a:rPr sz="1300">
                <a:solidFill>
                  <a:srgbClr val="000000"/>
                </a:solidFill>
                <a:latin typeface="Consolas"/>
              </a:rPr>
              <a:t> </a:t>
            </a:r>
            <a:r>
              <a:rPr sz="1300">
                <a:solidFill>
                  <a:srgbClr val="000000"/>
                </a:solidFill>
                <a:latin typeface="Consolas"/>
              </a:rPr>
              <a:t>the</a:t>
            </a:r>
            <a:r>
              <a:rPr sz="1300">
                <a:solidFill>
                  <a:srgbClr val="000000"/>
                </a:solidFill>
                <a:latin typeface="Consolas"/>
              </a:rPr>
              <a:t> </a:t>
            </a:r>
            <a:r>
              <a:rPr sz="1300">
                <a:solidFill>
                  <a:srgbClr val="000000"/>
                </a:solidFill>
                <a:latin typeface="Consolas"/>
              </a:rPr>
              <a:t>cent.</a:t>
            </a:r>
          </a:p>
          <a:p>
            <a:pPr>
              <a:lnSpc>
                <a:spcPct val="100000"/>
              </a:lnSpc>
              <a:spcBef>
                <a:spcPts val="0"/>
              </a:spcBef>
              <a:spcAft>
                <a:spcPts val="0"/>
              </a:spcAft>
            </a:pPr>
            <a:r>
              <a:rPr sz="1300">
                <a:solidFill>
                  <a:srgbClr val="800000"/>
                </a:solidFill>
                <a:latin typeface="Consolas"/>
              </a:rPr>
              <a:t>## Considered Options</a:t>
            </a:r>
          </a:p>
          <a:p>
            <a:pPr>
              <a:lnSpc>
                <a:spcPct val="100000"/>
              </a:lnSpc>
              <a:spcBef>
                <a:spcPts val="0"/>
              </a:spcBef>
              <a:spcAft>
                <a:spcPts val="0"/>
              </a:spcAft>
            </a:pPr>
            <a:r>
              <a:rPr sz="1300">
                <a:solidFill>
                  <a:srgbClr val="0000FF"/>
                </a:solidFill>
                <a:latin typeface="Consolas"/>
              </a:rPr>
              <a:t>*</a:t>
            </a:r>
            <a:r>
              <a:rPr sz="1300">
                <a:solidFill>
                  <a:srgbClr val="000000"/>
                </a:solidFill>
                <a:latin typeface="Consolas"/>
              </a:rPr>
              <a:t> </a:t>
            </a:r>
            <a:r>
              <a:rPr sz="1300">
                <a:solidFill>
                  <a:srgbClr val="000000"/>
                </a:solidFill>
                <a:latin typeface="Consolas"/>
              </a:rPr>
              <a:t>Python</a:t>
            </a:r>
            <a:r>
              <a:rPr sz="1300">
                <a:solidFill>
                  <a:srgbClr val="000000"/>
                </a:solidFill>
                <a:latin typeface="Consolas"/>
              </a:rPr>
              <a:t> </a:t>
            </a:r>
            <a:r>
              <a:rPr sz="1300">
                <a:solidFill>
                  <a:srgbClr val="A31515"/>
                </a:solidFill>
                <a:latin typeface="Consolas"/>
              </a:rPr>
              <a:t>`Decimal`</a:t>
            </a:r>
            <a:r>
              <a:rPr sz="1300">
                <a:solidFill>
                  <a:srgbClr val="000000"/>
                </a:solidFill>
                <a:latin typeface="Consolas"/>
              </a:rPr>
              <a:t> </a:t>
            </a:r>
            <a:r>
              <a:rPr sz="1300">
                <a:solidFill>
                  <a:srgbClr val="000000"/>
                </a:solidFill>
                <a:latin typeface="Consolas"/>
              </a:rPr>
              <a:t>end</a:t>
            </a:r>
            <a:r>
              <a:rPr sz="1300">
                <a:solidFill>
                  <a:srgbClr val="000000"/>
                </a:solidFill>
                <a:latin typeface="Consolas"/>
              </a:rPr>
              <a:t> </a:t>
            </a:r>
            <a:r>
              <a:rPr sz="1300">
                <a:solidFill>
                  <a:srgbClr val="000000"/>
                </a:solidFill>
                <a:latin typeface="Consolas"/>
              </a:rPr>
              <a:t>to</a:t>
            </a:r>
            <a:r>
              <a:rPr sz="1300">
                <a:solidFill>
                  <a:srgbClr val="000000"/>
                </a:solidFill>
                <a:latin typeface="Consolas"/>
              </a:rPr>
              <a:t> </a:t>
            </a:r>
            <a:r>
              <a:rPr sz="1300">
                <a:solidFill>
                  <a:srgbClr val="000000"/>
                </a:solidFill>
                <a:latin typeface="Consolas"/>
              </a:rPr>
              <a:t>end</a:t>
            </a:r>
          </a:p>
          <a:p>
            <a:pPr>
              <a:lnSpc>
                <a:spcPct val="100000"/>
              </a:lnSpc>
              <a:spcBef>
                <a:spcPts val="0"/>
              </a:spcBef>
              <a:spcAft>
                <a:spcPts val="0"/>
              </a:spcAft>
            </a:pPr>
            <a:r>
              <a:rPr sz="1300">
                <a:solidFill>
                  <a:srgbClr val="0000FF"/>
                </a:solidFill>
                <a:latin typeface="Consolas"/>
              </a:rPr>
              <a:t>*</a:t>
            </a:r>
            <a:r>
              <a:rPr sz="1300">
                <a:solidFill>
                  <a:srgbClr val="000000"/>
                </a:solidFill>
                <a:latin typeface="Consolas"/>
              </a:rPr>
              <a:t> </a:t>
            </a:r>
            <a:r>
              <a:rPr sz="1300">
                <a:solidFill>
                  <a:srgbClr val="000000"/>
                </a:solidFill>
                <a:latin typeface="Consolas"/>
              </a:rPr>
              <a:t>IEEE</a:t>
            </a:r>
            <a:r>
              <a:rPr sz="1300">
                <a:solidFill>
                  <a:srgbClr val="000000"/>
                </a:solidFill>
                <a:latin typeface="Consolas"/>
              </a:rPr>
              <a:t> </a:t>
            </a:r>
            <a:r>
              <a:rPr sz="1300">
                <a:solidFill>
                  <a:srgbClr val="000000"/>
                </a:solidFill>
                <a:latin typeface="Consolas"/>
              </a:rPr>
              <a:t>754</a:t>
            </a:r>
            <a:r>
              <a:rPr sz="1300">
                <a:solidFill>
                  <a:srgbClr val="000000"/>
                </a:solidFill>
                <a:latin typeface="Consolas"/>
              </a:rPr>
              <a:t> </a:t>
            </a:r>
            <a:r>
              <a:rPr sz="1300">
                <a:solidFill>
                  <a:srgbClr val="000000"/>
                </a:solidFill>
                <a:latin typeface="Consolas"/>
              </a:rPr>
              <a:t>double</a:t>
            </a:r>
            <a:r>
              <a:rPr sz="1300">
                <a:solidFill>
                  <a:srgbClr val="000000"/>
                </a:solidFill>
                <a:latin typeface="Consolas"/>
              </a:rPr>
              <a:t> </a:t>
            </a:r>
            <a:r>
              <a:rPr sz="1300">
                <a:solidFill>
                  <a:srgbClr val="000000"/>
                </a:solidFill>
                <a:latin typeface="Consolas"/>
              </a:rPr>
              <a:t>with</a:t>
            </a:r>
            <a:r>
              <a:rPr sz="1300">
                <a:solidFill>
                  <a:srgbClr val="000000"/>
                </a:solidFill>
                <a:latin typeface="Consolas"/>
              </a:rPr>
              <a:t> </a:t>
            </a:r>
            <a:r>
              <a:rPr sz="1300">
                <a:solidFill>
                  <a:srgbClr val="000000"/>
                </a:solidFill>
                <a:latin typeface="Consolas"/>
              </a:rPr>
              <a:t>epsilon</a:t>
            </a:r>
            <a:r>
              <a:rPr sz="1300">
                <a:solidFill>
                  <a:srgbClr val="000000"/>
                </a:solidFill>
                <a:latin typeface="Consolas"/>
              </a:rPr>
              <a:t> </a:t>
            </a:r>
            <a:r>
              <a:rPr sz="1300">
                <a:solidFill>
                  <a:srgbClr val="000000"/>
                </a:solidFill>
                <a:latin typeface="Consolas"/>
              </a:rPr>
              <a:t>compares</a:t>
            </a:r>
          </a:p>
          <a:p>
            <a:pPr>
              <a:lnSpc>
                <a:spcPct val="100000"/>
              </a:lnSpc>
              <a:spcBef>
                <a:spcPts val="0"/>
              </a:spcBef>
              <a:spcAft>
                <a:spcPts val="0"/>
              </a:spcAft>
            </a:pPr>
            <a:r>
              <a:rPr sz="1300">
                <a:solidFill>
                  <a:srgbClr val="0000FF"/>
                </a:solidFill>
                <a:latin typeface="Consolas"/>
              </a:rPr>
              <a:t>*</a:t>
            </a:r>
            <a:r>
              <a:rPr sz="1300">
                <a:solidFill>
                  <a:srgbClr val="000000"/>
                </a:solidFill>
                <a:latin typeface="Consolas"/>
              </a:rPr>
              <a:t> </a:t>
            </a:r>
            <a:r>
              <a:rPr sz="1300">
                <a:solidFill>
                  <a:srgbClr val="000000"/>
                </a:solidFill>
                <a:latin typeface="Consolas"/>
              </a:rPr>
              <a:t>Integer</a:t>
            </a:r>
            <a:r>
              <a:rPr sz="1300">
                <a:solidFill>
                  <a:srgbClr val="000000"/>
                </a:solidFill>
                <a:latin typeface="Consolas"/>
              </a:rPr>
              <a:t> </a:t>
            </a:r>
            <a:r>
              <a:rPr sz="1300">
                <a:solidFill>
                  <a:srgbClr val="000000"/>
                </a:solidFill>
                <a:latin typeface="Consolas"/>
              </a:rPr>
              <a:t>minor</a:t>
            </a:r>
            <a:r>
              <a:rPr sz="1300">
                <a:solidFill>
                  <a:srgbClr val="000000"/>
                </a:solidFill>
                <a:latin typeface="Consolas"/>
              </a:rPr>
              <a:t> </a:t>
            </a:r>
            <a:r>
              <a:rPr sz="1300">
                <a:solidFill>
                  <a:srgbClr val="000000"/>
                </a:solidFill>
                <a:latin typeface="Consolas"/>
              </a:rPr>
              <a:t>units</a:t>
            </a:r>
          </a:p>
          <a:p>
            <a:pPr>
              <a:lnSpc>
                <a:spcPct val="100000"/>
              </a:lnSpc>
              <a:spcBef>
                <a:spcPts val="0"/>
              </a:spcBef>
              <a:spcAft>
                <a:spcPts val="0"/>
              </a:spcAft>
            </a:pPr>
            <a:r>
              <a:rPr sz="1300">
                <a:solidFill>
                  <a:srgbClr val="800000"/>
                </a:solidFill>
                <a:latin typeface="Consolas"/>
              </a:rPr>
              <a:t>## Decision Outcome</a:t>
            </a:r>
          </a:p>
          <a:p>
            <a:pPr>
              <a:lnSpc>
                <a:spcPct val="100000"/>
              </a:lnSpc>
              <a:spcBef>
                <a:spcPts val="0"/>
              </a:spcBef>
              <a:spcAft>
                <a:spcPts val="0"/>
              </a:spcAft>
            </a:pPr>
            <a:r>
              <a:rPr sz="1300">
                <a:solidFill>
                  <a:srgbClr val="000000"/>
                </a:solidFill>
                <a:latin typeface="Consolas"/>
              </a:rPr>
              <a:t>Chosen:</a:t>
            </a:r>
            <a:r>
              <a:rPr sz="1300">
                <a:solidFill>
                  <a:srgbClr val="000000"/>
                </a:solidFill>
                <a:latin typeface="Consolas"/>
              </a:rPr>
              <a:t> </a:t>
            </a:r>
            <a:r>
              <a:rPr sz="1300">
                <a:solidFill>
                  <a:srgbClr val="000000"/>
                </a:solidFill>
                <a:latin typeface="Consolas"/>
              </a:rPr>
              <a:t>integer</a:t>
            </a:r>
            <a:r>
              <a:rPr sz="1300">
                <a:solidFill>
                  <a:srgbClr val="000000"/>
                </a:solidFill>
                <a:latin typeface="Consolas"/>
              </a:rPr>
              <a:t> </a:t>
            </a:r>
            <a:r>
              <a:rPr sz="1300">
                <a:solidFill>
                  <a:srgbClr val="000000"/>
                </a:solidFill>
                <a:latin typeface="Consolas"/>
              </a:rPr>
              <a:t>minor</a:t>
            </a:r>
            <a:r>
              <a:rPr sz="1300">
                <a:solidFill>
                  <a:srgbClr val="000000"/>
                </a:solidFill>
                <a:latin typeface="Consolas"/>
              </a:rPr>
              <a:t> </a:t>
            </a:r>
            <a:r>
              <a:rPr sz="1300">
                <a:solidFill>
                  <a:srgbClr val="000000"/>
                </a:solidFill>
                <a:latin typeface="Consolas"/>
              </a:rPr>
              <a:t>units.</a:t>
            </a:r>
            <a:r>
              <a:rPr sz="1300">
                <a:solidFill>
                  <a:srgbClr val="000000"/>
                </a:solidFill>
                <a:latin typeface="Consolas"/>
              </a:rPr>
              <a:t> </a:t>
            </a:r>
            <a:r>
              <a:rPr sz="1300">
                <a:solidFill>
                  <a:srgbClr val="000000"/>
                </a:solidFill>
                <a:latin typeface="Consolas"/>
              </a:rPr>
              <a:t>One</a:t>
            </a:r>
            <a:r>
              <a:rPr sz="1300">
                <a:solidFill>
                  <a:srgbClr val="000000"/>
                </a:solidFill>
                <a:latin typeface="Consolas"/>
              </a:rPr>
              <a:t> </a:t>
            </a:r>
            <a:r>
              <a:rPr sz="1300">
                <a:solidFill>
                  <a:srgbClr val="000000"/>
                </a:solidFill>
                <a:latin typeface="Consolas"/>
              </a:rPr>
              <a:t>integer</a:t>
            </a:r>
          </a:p>
          <a:p>
            <a:pPr>
              <a:lnSpc>
                <a:spcPct val="100000"/>
              </a:lnSpc>
              <a:spcBef>
                <a:spcPts val="0"/>
              </a:spcBef>
              <a:spcAft>
                <a:spcPts val="0"/>
              </a:spcAft>
            </a:pPr>
            <a:r>
              <a:rPr sz="1300">
                <a:solidFill>
                  <a:srgbClr val="000000"/>
                </a:solidFill>
                <a:latin typeface="Consolas"/>
              </a:rPr>
              <a:t>type</a:t>
            </a:r>
            <a:r>
              <a:rPr sz="1300">
                <a:solidFill>
                  <a:srgbClr val="000000"/>
                </a:solidFill>
                <a:latin typeface="Consolas"/>
              </a:rPr>
              <a:t> </a:t>
            </a:r>
            <a:r>
              <a:rPr sz="1300">
                <a:solidFill>
                  <a:srgbClr val="000000"/>
                </a:solidFill>
                <a:latin typeface="Consolas"/>
              </a:rPr>
              <a:t>is</a:t>
            </a:r>
            <a:r>
              <a:rPr sz="1300">
                <a:solidFill>
                  <a:srgbClr val="000000"/>
                </a:solidFill>
                <a:latin typeface="Consolas"/>
              </a:rPr>
              <a:t> </a:t>
            </a:r>
            <a:r>
              <a:rPr sz="1300">
                <a:solidFill>
                  <a:srgbClr val="000000"/>
                </a:solidFill>
                <a:latin typeface="Consolas"/>
              </a:rPr>
              <a:t>representable</a:t>
            </a:r>
            <a:r>
              <a:rPr sz="1300">
                <a:solidFill>
                  <a:srgbClr val="000000"/>
                </a:solidFill>
                <a:latin typeface="Consolas"/>
              </a:rPr>
              <a:t> </a:t>
            </a:r>
            <a:r>
              <a:rPr sz="1300">
                <a:solidFill>
                  <a:srgbClr val="000000"/>
                </a:solidFill>
                <a:latin typeface="Consolas"/>
              </a:rPr>
              <a:t>in</a:t>
            </a:r>
            <a:r>
              <a:rPr sz="1300">
                <a:solidFill>
                  <a:srgbClr val="000000"/>
                </a:solidFill>
                <a:latin typeface="Consolas"/>
              </a:rPr>
              <a:t> </a:t>
            </a:r>
            <a:r>
              <a:rPr sz="1300">
                <a:solidFill>
                  <a:srgbClr val="000000"/>
                </a:solidFill>
                <a:latin typeface="Consolas"/>
              </a:rPr>
              <a:t>all</a:t>
            </a:r>
            <a:r>
              <a:rPr sz="1300">
                <a:solidFill>
                  <a:srgbClr val="000000"/>
                </a:solidFill>
                <a:latin typeface="Consolas"/>
              </a:rPr>
              <a:t> </a:t>
            </a:r>
            <a:r>
              <a:rPr sz="1300">
                <a:solidFill>
                  <a:srgbClr val="000000"/>
                </a:solidFill>
                <a:latin typeface="Consolas"/>
              </a:rPr>
              <a:t>three</a:t>
            </a:r>
            <a:r>
              <a:rPr sz="1300">
                <a:solidFill>
                  <a:srgbClr val="000000"/>
                </a:solidFill>
                <a:latin typeface="Consolas"/>
              </a:rPr>
              <a:t> </a:t>
            </a:r>
            <a:r>
              <a:rPr sz="1300">
                <a:solidFill>
                  <a:srgbClr val="000000"/>
                </a:solidFill>
                <a:latin typeface="Consolas"/>
              </a:rPr>
              <a:t>runtimes.</a:t>
            </a:r>
          </a:p>
          <a:p>
            <a:pPr>
              <a:lnSpc>
                <a:spcPct val="100000"/>
              </a:lnSpc>
              <a:spcBef>
                <a:spcPts val="0"/>
              </a:spcBef>
              <a:spcAft>
                <a:spcPts val="0"/>
              </a:spcAft>
            </a:pPr>
            <a:r>
              <a:rPr sz="1300">
                <a:latin typeface="Consolas"/>
              </a:rPr>
              <a:t> </a:t>
            </a:r>
          </a:p>
          <a:p>
            <a:pPr>
              <a:lnSpc>
                <a:spcPct val="100000"/>
              </a:lnSpc>
              <a:spcBef>
                <a:spcPts val="0"/>
              </a:spcBef>
              <a:spcAft>
                <a:spcPts val="0"/>
              </a:spcAft>
            </a:pPr>
            <a:r>
              <a:rPr sz="1300">
                <a:solidFill>
                  <a:srgbClr val="800000"/>
                </a:solidFill>
                <a:latin typeface="Consolas"/>
              </a:rPr>
              <a:t>## Pros and Cons of the Options</a:t>
            </a:r>
          </a:p>
          <a:p>
            <a:pPr>
              <a:lnSpc>
                <a:spcPct val="100000"/>
              </a:lnSpc>
              <a:spcBef>
                <a:spcPts val="0"/>
              </a:spcBef>
              <a:spcAft>
                <a:spcPts val="0"/>
              </a:spcAft>
            </a:pPr>
            <a:r>
              <a:rPr sz="1300">
                <a:solidFill>
                  <a:srgbClr val="800000"/>
                </a:solidFill>
                <a:latin typeface="Consolas"/>
              </a:rPr>
              <a:t>### IEEE 754 double</a:t>
            </a:r>
          </a:p>
          <a:p>
            <a:pPr>
              <a:lnSpc>
                <a:spcPct val="100000"/>
              </a:lnSpc>
              <a:spcBef>
                <a:spcPts val="0"/>
              </a:spcBef>
              <a:spcAft>
                <a:spcPts val="0"/>
              </a:spcAft>
            </a:pPr>
            <a:r>
              <a:rPr sz="1300">
                <a:solidFill>
                  <a:srgbClr val="0000FF"/>
                </a:solidFill>
                <a:latin typeface="Consolas"/>
              </a:rPr>
              <a:t>*</a:t>
            </a:r>
            <a:r>
              <a:rPr sz="1300">
                <a:solidFill>
                  <a:srgbClr val="000000"/>
                </a:solidFill>
                <a:latin typeface="Consolas"/>
              </a:rPr>
              <a:t> </a:t>
            </a:r>
            <a:r>
              <a:rPr sz="1300">
                <a:solidFill>
                  <a:srgbClr val="000000"/>
                </a:solidFill>
                <a:latin typeface="Consolas"/>
              </a:rPr>
              <a:t>Bad:</a:t>
            </a:r>
            <a:r>
              <a:rPr sz="1300">
                <a:solidFill>
                  <a:srgbClr val="000000"/>
                </a:solidFill>
                <a:latin typeface="Consolas"/>
              </a:rPr>
              <a:t> </a:t>
            </a:r>
            <a:r>
              <a:rPr sz="1300">
                <a:solidFill>
                  <a:srgbClr val="000000"/>
                </a:solidFill>
                <a:latin typeface="Consolas"/>
              </a:rPr>
              <a:t>binary</a:t>
            </a:r>
            <a:r>
              <a:rPr sz="1300">
                <a:solidFill>
                  <a:srgbClr val="000000"/>
                </a:solidFill>
                <a:latin typeface="Consolas"/>
              </a:rPr>
              <a:t> </a:t>
            </a:r>
            <a:r>
              <a:rPr sz="1300">
                <a:solidFill>
                  <a:srgbClr val="000000"/>
                </a:solidFill>
                <a:latin typeface="Consolas"/>
              </a:rPr>
              <a:t>floating</a:t>
            </a:r>
            <a:r>
              <a:rPr sz="1300">
                <a:solidFill>
                  <a:srgbClr val="000000"/>
                </a:solidFill>
                <a:latin typeface="Consolas"/>
              </a:rPr>
              <a:t> </a:t>
            </a:r>
            <a:r>
              <a:rPr sz="1300">
                <a:solidFill>
                  <a:srgbClr val="000000"/>
                </a:solidFill>
                <a:latin typeface="Consolas"/>
              </a:rPr>
              <a:t>point</a:t>
            </a:r>
            <a:r>
              <a:rPr sz="1300">
                <a:solidFill>
                  <a:srgbClr val="000000"/>
                </a:solidFill>
                <a:latin typeface="Consolas"/>
              </a:rPr>
              <a:t> </a:t>
            </a:r>
            <a:r>
              <a:rPr sz="1300">
                <a:solidFill>
                  <a:srgbClr val="000000"/>
                </a:solidFill>
                <a:latin typeface="Consolas"/>
              </a:rPr>
              <a:t>cannot</a:t>
            </a:r>
          </a:p>
          <a:p>
            <a:pPr>
              <a:lnSpc>
                <a:spcPct val="100000"/>
              </a:lnSpc>
              <a:spcBef>
                <a:spcPts val="0"/>
              </a:spcBef>
              <a:spcAft>
                <a:spcPts val="0"/>
              </a:spcAft>
            </a:pPr>
            <a:r>
              <a:rPr sz="1300">
                <a:solidFill>
                  <a:srgbClr val="000000"/>
                </a:solidFill>
                <a:latin typeface="Consolas"/>
              </a:rPr>
              <a:t> </a:t>
            </a:r>
            <a:r>
              <a:rPr sz="1300">
                <a:solidFill>
                  <a:srgbClr val="000000"/>
                </a:solidFill>
                <a:latin typeface="Consolas"/>
              </a:rPr>
              <a:t> </a:t>
            </a:r>
            <a:r>
              <a:rPr sz="1300">
                <a:solidFill>
                  <a:srgbClr val="000000"/>
                </a:solidFill>
                <a:latin typeface="Consolas"/>
              </a:rPr>
              <a:t>represent</a:t>
            </a:r>
            <a:r>
              <a:rPr sz="1300">
                <a:solidFill>
                  <a:srgbClr val="000000"/>
                </a:solidFill>
                <a:latin typeface="Consolas"/>
              </a:rPr>
              <a:t> </a:t>
            </a:r>
            <a:r>
              <a:rPr sz="1300">
                <a:solidFill>
                  <a:srgbClr val="000000"/>
                </a:solidFill>
                <a:latin typeface="Consolas"/>
              </a:rPr>
              <a:t>every</a:t>
            </a:r>
            <a:r>
              <a:rPr sz="1300">
                <a:solidFill>
                  <a:srgbClr val="000000"/>
                </a:solidFill>
                <a:latin typeface="Consolas"/>
              </a:rPr>
              <a:t> </a:t>
            </a:r>
            <a:r>
              <a:rPr sz="1300">
                <a:solidFill>
                  <a:srgbClr val="000000"/>
                </a:solidFill>
                <a:latin typeface="Consolas"/>
              </a:rPr>
              <a:t>decimal</a:t>
            </a:r>
            <a:r>
              <a:rPr sz="1300">
                <a:solidFill>
                  <a:srgbClr val="000000"/>
                </a:solidFill>
                <a:latin typeface="Consolas"/>
              </a:rPr>
              <a:t> </a:t>
            </a:r>
            <a:r>
              <a:rPr sz="1300">
                <a:solidFill>
                  <a:srgbClr val="000000"/>
                </a:solidFill>
                <a:latin typeface="Consolas"/>
              </a:rPr>
              <a:t>cent</a:t>
            </a:r>
            <a:r>
              <a:rPr sz="1300">
                <a:solidFill>
                  <a:srgbClr val="000000"/>
                </a:solidFill>
                <a:latin typeface="Consolas"/>
              </a:rPr>
              <a:t> </a:t>
            </a:r>
            <a:r>
              <a:rPr sz="1300">
                <a:solidFill>
                  <a:srgbClr val="000000"/>
                </a:solidFill>
                <a:latin typeface="Consolas"/>
              </a:rPr>
              <a:t>exactly.</a:t>
            </a:r>
          </a:p>
          <a:p>
            <a:pPr>
              <a:lnSpc>
                <a:spcPct val="100000"/>
              </a:lnSpc>
              <a:spcBef>
                <a:spcPts val="0"/>
              </a:spcBef>
              <a:spcAft>
                <a:spcPts val="0"/>
              </a:spcAft>
            </a:pPr>
            <a:r>
              <a:rPr sz="1300">
                <a:solidFill>
                  <a:srgbClr val="0000FF"/>
                </a:solidFill>
                <a:latin typeface="Consolas"/>
              </a:rPr>
              <a:t>*</a:t>
            </a:r>
            <a:r>
              <a:rPr sz="1300">
                <a:solidFill>
                  <a:srgbClr val="000000"/>
                </a:solidFill>
                <a:latin typeface="Consolas"/>
              </a:rPr>
              <a:t> </a:t>
            </a:r>
            <a:r>
              <a:rPr sz="1300">
                <a:solidFill>
                  <a:srgbClr val="000000"/>
                </a:solidFill>
                <a:latin typeface="Consolas"/>
              </a:rPr>
              <a:t>Rejected</a:t>
            </a:r>
            <a:r>
              <a:rPr sz="1300">
                <a:solidFill>
                  <a:srgbClr val="000000"/>
                </a:solidFill>
                <a:latin typeface="Consolas"/>
              </a:rPr>
              <a:t> </a:t>
            </a:r>
            <a:r>
              <a:rPr sz="1300">
                <a:solidFill>
                  <a:srgbClr val="000000"/>
                </a:solidFill>
                <a:latin typeface="Consolas"/>
              </a:rPr>
              <a:t>after</a:t>
            </a:r>
            <a:r>
              <a:rPr sz="1300">
                <a:solidFill>
                  <a:srgbClr val="000000"/>
                </a:solidFill>
                <a:latin typeface="Consolas"/>
              </a:rPr>
              <a:t> </a:t>
            </a:r>
            <a:r>
              <a:rPr sz="1300">
                <a:solidFill>
                  <a:srgbClr val="000000"/>
                </a:solidFill>
                <a:latin typeface="Consolas"/>
              </a:rPr>
              <a:t>the</a:t>
            </a:r>
            <a:r>
              <a:rPr sz="1300">
                <a:solidFill>
                  <a:srgbClr val="000000"/>
                </a:solidFill>
                <a:latin typeface="Consolas"/>
              </a:rPr>
              <a:t> </a:t>
            </a:r>
            <a:r>
              <a:rPr sz="1300">
                <a:solidFill>
                  <a:srgbClr val="000000"/>
                </a:solidFill>
                <a:latin typeface="Consolas"/>
              </a:rPr>
              <a:t>Q3</a:t>
            </a:r>
            <a:r>
              <a:rPr sz="1300">
                <a:solidFill>
                  <a:srgbClr val="000000"/>
                </a:solidFill>
                <a:latin typeface="Consolas"/>
              </a:rPr>
              <a:t> </a:t>
            </a:r>
            <a:r>
              <a:rPr sz="1300">
                <a:solidFill>
                  <a:srgbClr val="000000"/>
                </a:solidFill>
                <a:latin typeface="Consolas"/>
              </a:rPr>
              <a:t>rebate</a:t>
            </a:r>
            <a:r>
              <a:rPr sz="1300">
                <a:solidFill>
                  <a:srgbClr val="000000"/>
                </a:solidFill>
                <a:latin typeface="Consolas"/>
              </a:rPr>
              <a:t> </a:t>
            </a:r>
            <a:r>
              <a:rPr sz="1300">
                <a:solidFill>
                  <a:srgbClr val="000000"/>
                </a:solidFill>
                <a:latin typeface="Consolas"/>
              </a:rPr>
              <a:t>incident.</a:t>
            </a:r>
          </a:p>
        </p:txBody>
      </p:sp>
      <p:sp>
        <p:nvSpPr>
          <p:cNvPr id="5" name="Text Placeholder 4"/>
          <p:cNvSpPr>
            <a:spLocks noGrp="1"/>
          </p:cNvSpPr>
          <p:nvPr>
            <p:ph type="body" idx="10" sz="quarter"/>
          </p:nvPr>
        </p:nvSpPr>
        <p:spPr/>
        <p:txBody>
          <a:bodyPr wrap="square"/>
          <a:lstStyle/>
          <a:p>
            <a:pPr/>
            <a:r>
              <a:rPr sz="1400"/>
              <a:t>Nygard: context, decision, consequences</a:t>
            </a:r>
          </a:p>
          <a:p>
            <a:pPr/>
            <a:r>
              <a:rPr sz="1400"/>
              <a:t>MADR: options and option-level tradeoffs</a:t>
            </a:r>
          </a:p>
          <a:p>
            <a:pPr/>
            <a:r>
              <a:rPr sz="1400"/>
              <a:t>Rejected options stop unchanged proposals</a:t>
            </a:r>
          </a:p>
          <a:p>
            <a:pPr/>
            <a:r>
              <a:rPr sz="1400"/>
              <a:t>Link ADRs from instructions and code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Part 3: The delivery loop</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One loop, six stages, explicit owners</a:t>
            </a:r>
          </a:p>
        </p:txBody>
      </p:sp>
      <p:sp>
        <p:nvSpPr>
          <p:cNvPr id="3" name="Rounded Rectangle 2"/>
          <p:cNvSpPr/>
          <p:nvPr/>
        </p:nvSpPr>
        <p:spPr>
          <a:xfrm>
            <a:off x="585216" y="1783080"/>
            <a:ext cx="1572768" cy="749808"/>
          </a:xfrm>
          <a:prstGeom prst="roundRect">
            <a:avLst/>
          </a:prstGeom>
          <a:solidFill>
            <a:srgbClr val="1A0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900" b="1">
                <a:solidFill>
                  <a:srgbClr val="FFFFFF"/>
                </a:solidFill>
              </a:rPr>
              <a:t>1. Issue</a:t>
            </a:r>
          </a:p>
          <a:p>
            <a:pPr algn="ctr"/>
            <a:r>
              <a:rPr sz="1000" b="1">
                <a:solidFill>
                  <a:srgbClr val="FFFFFF"/>
                </a:solidFill>
              </a:rPr>
              <a:t>HUMAN</a:t>
            </a:r>
          </a:p>
        </p:txBody>
      </p:sp>
      <p:sp>
        <p:nvSpPr>
          <p:cNvPr id="4" name="TextBox 3" descr="Stage 1, Issue, owned by Human: Bounded problem,&#10;named user-visible failure."/>
          <p:cNvSpPr txBox="1"/>
          <p:nvPr/>
        </p:nvSpPr>
        <p:spPr>
          <a:xfrm>
            <a:off x="585216" y="2624328"/>
            <a:ext cx="1572768" cy="822960"/>
          </a:xfrm>
          <a:prstGeom prst="rect">
            <a:avLst/>
          </a:prstGeom>
          <a:noFill/>
        </p:spPr>
        <p:txBody>
          <a:bodyPr wrap="square">
            <a:spAutoFit/>
          </a:bodyPr>
          <a:lstStyle/>
          <a:p>
            <a:pPr algn="ctr">
              <a:spcAft>
                <a:spcPts val="0"/>
              </a:spcAft>
            </a:pPr>
            <a:r>
              <a:rPr sz="1150">
                <a:solidFill>
                  <a:srgbClr val="091F2C"/>
                </a:solidFill>
              </a:rPr>
              <a:t>Bounded problem,</a:t>
            </a:r>
          </a:p>
          <a:p>
            <a:pPr algn="ctr">
              <a:spcAft>
                <a:spcPts val="0"/>
              </a:spcAft>
            </a:pPr>
            <a:r>
              <a:rPr sz="1150">
                <a:solidFill>
                  <a:srgbClr val="091F2C"/>
                </a:solidFill>
              </a:rPr>
              <a:t>named user-visible failure</a:t>
            </a:r>
          </a:p>
        </p:txBody>
      </p:sp>
      <p:sp>
        <p:nvSpPr>
          <p:cNvPr id="5" name="Right Arrow 4">
            <a:extLst>
              <a:ext uri="{C183D7F6-B498-43B3-948B-1728B52AA6E4}">
                <ns17:decorative xmlns:ns17="http://schemas.microsoft.com/office/drawing/2017/decorative" val="1"/>
              </a:ext>
            </a:extLst>
          </p:cNvPr>
          <p:cNvSpPr/>
          <p:nvPr/>
        </p:nvSpPr>
        <p:spPr>
          <a:xfrm>
            <a:off x="2199132" y="2093976"/>
            <a:ext cx="173736" cy="128016"/>
          </a:xfrm>
          <a:prstGeom prst="rightArrow">
            <a:avLst/>
          </a:prstGeom>
          <a:solidFill>
            <a:srgbClr val="091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2414016" y="1783080"/>
            <a:ext cx="1572768" cy="749808"/>
          </a:xfrm>
          <a:prstGeom prst="roundRect">
            <a:avLst/>
          </a:prstGeom>
          <a:solidFill>
            <a:srgbClr val="1A0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900" b="1">
                <a:solidFill>
                  <a:srgbClr val="FFFFFF"/>
                </a:solidFill>
              </a:rPr>
              <a:t>2. Spec</a:t>
            </a:r>
          </a:p>
          <a:p>
            <a:pPr algn="ctr"/>
            <a:r>
              <a:rPr sz="1000" b="1">
                <a:solidFill>
                  <a:srgbClr val="FFFFFF"/>
                </a:solidFill>
              </a:rPr>
              <a:t>HUMAN</a:t>
            </a:r>
          </a:p>
        </p:txBody>
      </p:sp>
      <p:sp>
        <p:nvSpPr>
          <p:cNvPr id="7" name="TextBox 6" descr="Stage 2, Spec, owned by Human: Files, invariants, commands,&#10;thresholds, non-goals."/>
          <p:cNvSpPr txBox="1"/>
          <p:nvPr/>
        </p:nvSpPr>
        <p:spPr>
          <a:xfrm>
            <a:off x="2414016" y="2624328"/>
            <a:ext cx="1572768" cy="822960"/>
          </a:xfrm>
          <a:prstGeom prst="rect">
            <a:avLst/>
          </a:prstGeom>
          <a:noFill/>
        </p:spPr>
        <p:txBody>
          <a:bodyPr wrap="square">
            <a:spAutoFit/>
          </a:bodyPr>
          <a:lstStyle/>
          <a:p>
            <a:pPr algn="ctr">
              <a:spcAft>
                <a:spcPts val="0"/>
              </a:spcAft>
            </a:pPr>
            <a:r>
              <a:rPr sz="1150">
                <a:solidFill>
                  <a:srgbClr val="091F2C"/>
                </a:solidFill>
              </a:rPr>
              <a:t>Files, invariants, commands,</a:t>
            </a:r>
          </a:p>
          <a:p>
            <a:pPr algn="ctr">
              <a:spcAft>
                <a:spcPts val="0"/>
              </a:spcAft>
            </a:pPr>
            <a:r>
              <a:rPr sz="1150">
                <a:solidFill>
                  <a:srgbClr val="091F2C"/>
                </a:solidFill>
              </a:rPr>
              <a:t>thresholds, non-goals</a:t>
            </a:r>
          </a:p>
        </p:txBody>
      </p:sp>
      <p:sp>
        <p:nvSpPr>
          <p:cNvPr id="8" name="Right Arrow 7">
            <a:extLst>
              <a:ext uri="{C183D7F6-B498-43B3-948B-1728B52AA6E4}">
                <ns20:decorative xmlns:ns20="http://schemas.microsoft.com/office/drawing/2017/decorative" val="1"/>
              </a:ext>
            </a:extLst>
          </p:cNvPr>
          <p:cNvSpPr/>
          <p:nvPr/>
        </p:nvSpPr>
        <p:spPr>
          <a:xfrm>
            <a:off x="4027932" y="2093976"/>
            <a:ext cx="173736" cy="128016"/>
          </a:xfrm>
          <a:prstGeom prst="rightArrow">
            <a:avLst/>
          </a:prstGeom>
          <a:solidFill>
            <a:srgbClr val="091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242816" y="1783080"/>
            <a:ext cx="1572768" cy="749808"/>
          </a:xfrm>
          <a:prstGeom prst="round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900" b="1">
                <a:solidFill>
                  <a:srgbClr val="FFFFFF"/>
                </a:solidFill>
              </a:rPr>
              <a:t>3. Agent</a:t>
            </a:r>
          </a:p>
          <a:p>
            <a:pPr algn="ctr"/>
            <a:r>
              <a:rPr sz="1000" b="1">
                <a:solidFill>
                  <a:srgbClr val="FFFFFF"/>
                </a:solidFill>
              </a:rPr>
              <a:t>AGENT</a:t>
            </a:r>
          </a:p>
        </p:txBody>
      </p:sp>
      <p:sp>
        <p:nvSpPr>
          <p:cNvPr id="10" name="TextBox 9" descr="Stage 3, Agent, owned by Agent: Branch, inspect, edit,&#10;run checks, record session."/>
          <p:cNvSpPr txBox="1"/>
          <p:nvPr/>
        </p:nvSpPr>
        <p:spPr>
          <a:xfrm>
            <a:off x="4242816" y="2624328"/>
            <a:ext cx="1572768" cy="822960"/>
          </a:xfrm>
          <a:prstGeom prst="rect">
            <a:avLst/>
          </a:prstGeom>
          <a:noFill/>
        </p:spPr>
        <p:txBody>
          <a:bodyPr wrap="square">
            <a:spAutoFit/>
          </a:bodyPr>
          <a:lstStyle/>
          <a:p>
            <a:pPr algn="ctr">
              <a:spcAft>
                <a:spcPts val="0"/>
              </a:spcAft>
            </a:pPr>
            <a:r>
              <a:rPr sz="1150">
                <a:solidFill>
                  <a:srgbClr val="091F2C"/>
                </a:solidFill>
              </a:rPr>
              <a:t>Branch, inspect, edit,</a:t>
            </a:r>
          </a:p>
          <a:p>
            <a:pPr algn="ctr">
              <a:spcAft>
                <a:spcPts val="0"/>
              </a:spcAft>
            </a:pPr>
            <a:r>
              <a:rPr sz="1150">
                <a:solidFill>
                  <a:srgbClr val="091F2C"/>
                </a:solidFill>
              </a:rPr>
              <a:t>run checks, record session</a:t>
            </a:r>
          </a:p>
        </p:txBody>
      </p:sp>
      <p:sp>
        <p:nvSpPr>
          <p:cNvPr id="11" name="Right Arrow 10">
            <a:extLst>
              <a:ext uri="{C183D7F6-B498-43B3-948B-1728B52AA6E4}">
                <ns23:decorative xmlns:ns23="http://schemas.microsoft.com/office/drawing/2017/decorative" val="1"/>
              </a:ext>
            </a:extLst>
          </p:cNvPr>
          <p:cNvSpPr/>
          <p:nvPr/>
        </p:nvSpPr>
        <p:spPr>
          <a:xfrm>
            <a:off x="5856732" y="2093976"/>
            <a:ext cx="173736" cy="128016"/>
          </a:xfrm>
          <a:prstGeom prst="rightArrow">
            <a:avLst/>
          </a:prstGeom>
          <a:solidFill>
            <a:srgbClr val="091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071616" y="1783080"/>
            <a:ext cx="1572768" cy="749808"/>
          </a:xfrm>
          <a:prstGeom prst="round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900" b="1">
                <a:solidFill>
                  <a:srgbClr val="FFFFFF"/>
                </a:solidFill>
              </a:rPr>
              <a:t>4. PR</a:t>
            </a:r>
          </a:p>
          <a:p>
            <a:pPr algn="ctr"/>
            <a:r>
              <a:rPr sz="1000" b="1">
                <a:solidFill>
                  <a:srgbClr val="FFFFFF"/>
                </a:solidFill>
              </a:rPr>
              <a:t>AGENT</a:t>
            </a:r>
          </a:p>
        </p:txBody>
      </p:sp>
      <p:sp>
        <p:nvSpPr>
          <p:cNvPr id="13" name="TextBox 12" descr="Stage 4, PR, owned by Agent: Commits, diff, evidence,&#10;unresolved limits."/>
          <p:cNvSpPr txBox="1"/>
          <p:nvPr/>
        </p:nvSpPr>
        <p:spPr>
          <a:xfrm>
            <a:off x="6071616" y="2624328"/>
            <a:ext cx="1572768" cy="822960"/>
          </a:xfrm>
          <a:prstGeom prst="rect">
            <a:avLst/>
          </a:prstGeom>
          <a:noFill/>
        </p:spPr>
        <p:txBody>
          <a:bodyPr wrap="square">
            <a:spAutoFit/>
          </a:bodyPr>
          <a:lstStyle/>
          <a:p>
            <a:pPr algn="ctr">
              <a:spcAft>
                <a:spcPts val="0"/>
              </a:spcAft>
            </a:pPr>
            <a:r>
              <a:rPr sz="1150">
                <a:solidFill>
                  <a:srgbClr val="091F2C"/>
                </a:solidFill>
              </a:rPr>
              <a:t>Commits, diff, evidence,</a:t>
            </a:r>
          </a:p>
          <a:p>
            <a:pPr algn="ctr">
              <a:spcAft>
                <a:spcPts val="0"/>
              </a:spcAft>
            </a:pPr>
            <a:r>
              <a:rPr sz="1150">
                <a:solidFill>
                  <a:srgbClr val="091F2C"/>
                </a:solidFill>
              </a:rPr>
              <a:t>unresolved limits</a:t>
            </a:r>
          </a:p>
        </p:txBody>
      </p:sp>
      <p:sp>
        <p:nvSpPr>
          <p:cNvPr id="14" name="Right Arrow 13">
            <a:extLst>
              <a:ext uri="{C183D7F6-B498-43B3-948B-1728B52AA6E4}">
                <ns26:decorative xmlns:ns26="http://schemas.microsoft.com/office/drawing/2017/decorative" val="1"/>
              </a:ext>
            </a:extLst>
          </p:cNvPr>
          <p:cNvSpPr/>
          <p:nvPr/>
        </p:nvSpPr>
        <p:spPr>
          <a:xfrm>
            <a:off x="7685532" y="2093976"/>
            <a:ext cx="173736" cy="128016"/>
          </a:xfrm>
          <a:prstGeom prst="rightArrow">
            <a:avLst/>
          </a:prstGeom>
          <a:solidFill>
            <a:srgbClr val="091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900416" y="1783080"/>
            <a:ext cx="1572768" cy="749808"/>
          </a:xfrm>
          <a:prstGeom prst="roundRect">
            <a:avLst/>
          </a:prstGeom>
          <a:solidFill>
            <a:srgbClr val="1A0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900" b="1">
                <a:solidFill>
                  <a:srgbClr val="FFFFFF"/>
                </a:solidFill>
              </a:rPr>
              <a:t>5. Review</a:t>
            </a:r>
          </a:p>
          <a:p>
            <a:pPr algn="ctr"/>
            <a:r>
              <a:rPr sz="1000" b="1">
                <a:solidFill>
                  <a:srgbClr val="FFFFFF"/>
                </a:solidFill>
              </a:rPr>
              <a:t>HUMAN</a:t>
            </a:r>
          </a:p>
        </p:txBody>
      </p:sp>
      <p:sp>
        <p:nvSpPr>
          <p:cNvPr id="16" name="TextBox 15" descr="Stage 5, Review, owned by Human: Test intent, inspect risk,&#10;request corrections."/>
          <p:cNvSpPr txBox="1"/>
          <p:nvPr/>
        </p:nvSpPr>
        <p:spPr>
          <a:xfrm>
            <a:off x="7900416" y="2624328"/>
            <a:ext cx="1572768" cy="822960"/>
          </a:xfrm>
          <a:prstGeom prst="rect">
            <a:avLst/>
          </a:prstGeom>
          <a:noFill/>
        </p:spPr>
        <p:txBody>
          <a:bodyPr wrap="square">
            <a:spAutoFit/>
          </a:bodyPr>
          <a:lstStyle/>
          <a:p>
            <a:pPr algn="ctr">
              <a:spcAft>
                <a:spcPts val="0"/>
              </a:spcAft>
            </a:pPr>
            <a:r>
              <a:rPr sz="1150">
                <a:solidFill>
                  <a:srgbClr val="091F2C"/>
                </a:solidFill>
              </a:rPr>
              <a:t>Test intent, inspect risk,</a:t>
            </a:r>
          </a:p>
          <a:p>
            <a:pPr algn="ctr">
              <a:spcAft>
                <a:spcPts val="0"/>
              </a:spcAft>
            </a:pPr>
            <a:r>
              <a:rPr sz="1150">
                <a:solidFill>
                  <a:srgbClr val="091F2C"/>
                </a:solidFill>
              </a:rPr>
              <a:t>request corrections</a:t>
            </a:r>
          </a:p>
        </p:txBody>
      </p:sp>
      <p:sp>
        <p:nvSpPr>
          <p:cNvPr id="17" name="Right Arrow 16">
            <a:extLst>
              <a:ext uri="{C183D7F6-B498-43B3-948B-1728B52AA6E4}">
                <ns29:decorative xmlns:ns29="http://schemas.microsoft.com/office/drawing/2017/decorative" val="1"/>
              </a:ext>
            </a:extLst>
          </p:cNvPr>
          <p:cNvSpPr/>
          <p:nvPr/>
        </p:nvSpPr>
        <p:spPr>
          <a:xfrm>
            <a:off x="9514332" y="2093976"/>
            <a:ext cx="173736" cy="128016"/>
          </a:xfrm>
          <a:prstGeom prst="rightArrow">
            <a:avLst/>
          </a:prstGeom>
          <a:solidFill>
            <a:srgbClr val="091F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729216" y="1783080"/>
            <a:ext cx="1572768" cy="749808"/>
          </a:xfrm>
          <a:prstGeom prst="roundRect">
            <a:avLst/>
          </a:prstGeom>
          <a:solidFill>
            <a:srgbClr val="1A0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900" b="1">
                <a:solidFill>
                  <a:srgbClr val="FFFFFF"/>
                </a:solidFill>
              </a:rPr>
              <a:t>6. Merge</a:t>
            </a:r>
          </a:p>
          <a:p>
            <a:pPr algn="ctr"/>
            <a:r>
              <a:rPr sz="1000" b="1">
                <a:solidFill>
                  <a:srgbClr val="FFFFFF"/>
                </a:solidFill>
              </a:rPr>
              <a:t>HUMAN</a:t>
            </a:r>
          </a:p>
        </p:txBody>
      </p:sp>
      <p:sp>
        <p:nvSpPr>
          <p:cNvPr id="19" name="TextBox 18" descr="Stage 6, Merge, owned by Human: Policy gates, then accept&#10;or reject residual risk."/>
          <p:cNvSpPr txBox="1"/>
          <p:nvPr/>
        </p:nvSpPr>
        <p:spPr>
          <a:xfrm>
            <a:off x="9729216" y="2624328"/>
            <a:ext cx="1572768" cy="822960"/>
          </a:xfrm>
          <a:prstGeom prst="rect">
            <a:avLst/>
          </a:prstGeom>
          <a:noFill/>
        </p:spPr>
        <p:txBody>
          <a:bodyPr wrap="square">
            <a:spAutoFit/>
          </a:bodyPr>
          <a:lstStyle/>
          <a:p>
            <a:pPr algn="ctr">
              <a:spcAft>
                <a:spcPts val="0"/>
              </a:spcAft>
            </a:pPr>
            <a:r>
              <a:rPr sz="1150">
                <a:solidFill>
                  <a:srgbClr val="091F2C"/>
                </a:solidFill>
              </a:rPr>
              <a:t>Policy gates, then accept</a:t>
            </a:r>
          </a:p>
          <a:p>
            <a:pPr algn="ctr">
              <a:spcAft>
                <a:spcPts val="0"/>
              </a:spcAft>
            </a:pPr>
            <a:r>
              <a:rPr sz="1150">
                <a:solidFill>
                  <a:srgbClr val="091F2C"/>
                </a:solidFill>
              </a:rPr>
              <a:t>or reject residual risk</a:t>
            </a:r>
          </a:p>
        </p:txBody>
      </p:sp>
      <p:sp>
        <p:nvSpPr>
          <p:cNvPr id="20" name="Left Arrow 19"/>
          <p:cNvSpPr/>
          <p:nvPr/>
        </p:nvSpPr>
        <p:spPr>
          <a:xfrm>
            <a:off x="585216" y="3703320"/>
            <a:ext cx="10716768" cy="566928"/>
          </a:xfrm>
          <a:prstGeom prst="leftArrow">
            <a:avLst/>
          </a:prstGeom>
          <a:solidFill>
            <a:srgbClr val="1A0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rPr>
              <a:t>Merge feeds back: corrections from review become rules in AGENTS.md</a:t>
            </a:r>
          </a:p>
        </p:txBody>
      </p:sp>
      <p:sp>
        <p:nvSpPr>
          <p:cNvPr id="21" name="TextBox 20" descr="What each handoff carries, and what it must not carry: Issue to spec: a user-visible problem.   Spec to agent: executable acceptance criteria. Agent to PR: commits and session logs.   PR to review: diff plus check results. Review to merge: approvals and resolved threads.   Merge to next issue: learned rules. If review finds the criteria were wrong, route back to stage 2, not stage 3."/>
          <p:cNvSpPr txBox="1"/>
          <p:nvPr/>
        </p:nvSpPr>
        <p:spPr>
          <a:xfrm>
            <a:off x="585216" y="4498848"/>
            <a:ext cx="11018520" cy="1371600"/>
          </a:xfrm>
          <a:prstGeom prst="rect">
            <a:avLst/>
          </a:prstGeom>
          <a:noFill/>
        </p:spPr>
        <p:txBody>
          <a:bodyPr wrap="square">
            <a:spAutoFit/>
          </a:bodyPr>
          <a:lstStyle/>
          <a:p>
            <a:pPr>
              <a:spcAft>
                <a:spcPts val="0"/>
              </a:spcAft>
            </a:pPr>
            <a:r>
              <a:rPr sz="1250" b="1" i="0">
                <a:solidFill>
                  <a:srgbClr val="1A00E2"/>
                </a:solidFill>
              </a:rPr>
              <a:t>What each handoff carries, and what it must not carry:</a:t>
            </a:r>
          </a:p>
          <a:p>
            <a:pPr>
              <a:spcAft>
                <a:spcPts val="0"/>
              </a:spcAft>
            </a:pPr>
            <a:r>
              <a:rPr sz="1250" b="0" i="0">
                <a:solidFill>
                  <a:srgbClr val="444450"/>
                </a:solidFill>
              </a:rPr>
              <a:t>Issue to spec: a user-visible problem.   Spec to agent: executable acceptance criteria.</a:t>
            </a:r>
          </a:p>
          <a:p>
            <a:pPr>
              <a:spcAft>
                <a:spcPts val="0"/>
              </a:spcAft>
            </a:pPr>
            <a:r>
              <a:rPr sz="1250" b="0" i="0">
                <a:solidFill>
                  <a:srgbClr val="444450"/>
                </a:solidFill>
              </a:rPr>
              <a:t>Agent to PR: commits and session logs.   PR to review: diff plus check results.</a:t>
            </a:r>
          </a:p>
          <a:p>
            <a:pPr>
              <a:spcAft>
                <a:spcPts val="0"/>
              </a:spcAft>
            </a:pPr>
            <a:r>
              <a:rPr sz="1250" b="0" i="0">
                <a:solidFill>
                  <a:srgbClr val="444450"/>
                </a:solidFill>
              </a:rPr>
              <a:t>Review to merge: approvals and resolved threads.   Merge to next issue: learned rules.</a:t>
            </a:r>
          </a:p>
          <a:p>
            <a:pPr>
              <a:spcAft>
                <a:spcPts val="0"/>
              </a:spcAft>
            </a:pPr>
            <a:r>
              <a:rPr sz="1250" b="0" i="1">
                <a:solidFill>
                  <a:srgbClr val="1A00E2"/>
                </a:solidFill>
              </a:rPr>
              <a:t>If review finds the criteria were wrong, route back to stage 2, not stage 3.</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Rewrite intent as executable acceptance</a:t>
            </a:r>
          </a:p>
        </p:txBody>
      </p:sp>
      <p:sp>
        <p:nvSpPr>
          <p:cNvPr id="3" name="Text Placeholder 2"/>
          <p:cNvSpPr>
            <a:spLocks noGrp="1"/>
          </p:cNvSpPr>
          <p:nvPr>
            <p:ph type="body" idx="13" sz="quarter"/>
          </p:nvPr>
        </p:nvSpPr>
        <p:spPr/>
        <p:txBody>
          <a:bodyPr wrap="none"/>
          <a:lstStyle/>
          <a:p>
            <a:pPr>
              <a:buNone/>
            </a:pPr>
            <a:r>
              <a:rPr sz="1300"/>
              <a:t>issue.md</a:t>
            </a:r>
          </a:p>
        </p:txBody>
      </p:sp>
      <p:sp>
        <p:nvSpPr>
          <p:cNvPr id="4" name="Text Placeholder 3"/>
          <p:cNvSpPr>
            <a:spLocks noGrp="1"/>
          </p:cNvSpPr>
          <p:nvPr>
            <p:ph type="body" idx="10" sz="quarter"/>
          </p:nvPr>
        </p:nvSpPr>
        <p:spPr/>
        <p:txBody>
          <a:bodyPr wrap="none"/>
          <a:lstStyle/>
          <a:p>
            <a:pPr>
              <a:lnSpc>
                <a:spcPct val="100000"/>
              </a:lnSpc>
              <a:spcBef>
                <a:spcPts val="0"/>
              </a:spcBef>
              <a:spcAft>
                <a:spcPts val="0"/>
              </a:spcAft>
            </a:pPr>
            <a:r>
              <a:rPr sz="1400">
                <a:solidFill>
                  <a:srgbClr val="800000"/>
                </a:solidFill>
                <a:latin typeface="Consolas"/>
              </a:rPr>
              <a:t># Before: make login faster</a:t>
            </a:r>
          </a:p>
          <a:p>
            <a:pPr>
              <a:lnSpc>
                <a:spcPct val="100000"/>
              </a:lnSpc>
              <a:spcBef>
                <a:spcPts val="0"/>
              </a:spcBef>
              <a:spcAft>
                <a:spcPts val="0"/>
              </a:spcAft>
            </a:pPr>
            <a:r>
              <a:rPr sz="1400">
                <a:solidFill>
                  <a:srgbClr val="000000"/>
                </a:solidFill>
                <a:latin typeface="Consolas"/>
              </a:rPr>
              <a:t>Login</a:t>
            </a:r>
            <a:r>
              <a:rPr sz="1400">
                <a:solidFill>
                  <a:srgbClr val="000000"/>
                </a:solidFill>
                <a:latin typeface="Consolas"/>
              </a:rPr>
              <a:t> </a:t>
            </a:r>
            <a:r>
              <a:rPr sz="1400">
                <a:solidFill>
                  <a:srgbClr val="000000"/>
                </a:solidFill>
                <a:latin typeface="Consolas"/>
              </a:rPr>
              <a:t>feels</a:t>
            </a:r>
            <a:r>
              <a:rPr sz="1400">
                <a:solidFill>
                  <a:srgbClr val="000000"/>
                </a:solidFill>
                <a:latin typeface="Consolas"/>
              </a:rPr>
              <a:t> </a:t>
            </a:r>
            <a:r>
              <a:rPr sz="1400">
                <a:solidFill>
                  <a:srgbClr val="000000"/>
                </a:solidFill>
                <a:latin typeface="Consolas"/>
              </a:rPr>
              <a:t>slow.</a:t>
            </a:r>
            <a:r>
              <a:rPr sz="1400">
                <a:solidFill>
                  <a:srgbClr val="000000"/>
                </a:solidFill>
                <a:latin typeface="Consolas"/>
              </a:rPr>
              <a:t> </a:t>
            </a:r>
            <a:r>
              <a:rPr sz="1400">
                <a:solidFill>
                  <a:srgbClr val="000000"/>
                </a:solidFill>
                <a:latin typeface="Consolas"/>
              </a:rPr>
              <a:t>Improve</a:t>
            </a:r>
            <a:r>
              <a:rPr sz="1400">
                <a:solidFill>
                  <a:srgbClr val="000000"/>
                </a:solidFill>
                <a:latin typeface="Consolas"/>
              </a:rPr>
              <a:t> </a:t>
            </a:r>
            <a:r>
              <a:rPr sz="1400">
                <a:solidFill>
                  <a:srgbClr val="000000"/>
                </a:solidFill>
                <a:latin typeface="Consolas"/>
              </a:rPr>
              <a:t>it</a:t>
            </a:r>
            <a:r>
              <a:rPr sz="1400">
                <a:solidFill>
                  <a:srgbClr val="000000"/>
                </a:solidFill>
                <a:latin typeface="Consolas"/>
              </a:rPr>
              <a:t> </a:t>
            </a:r>
            <a:r>
              <a:rPr sz="1400">
                <a:solidFill>
                  <a:srgbClr val="000000"/>
                </a:solidFill>
                <a:latin typeface="Consolas"/>
              </a:rPr>
              <a:t>without</a:t>
            </a:r>
            <a:r>
              <a:rPr sz="1400">
                <a:solidFill>
                  <a:srgbClr val="000000"/>
                </a:solidFill>
                <a:latin typeface="Consolas"/>
              </a:rPr>
              <a:t> </a:t>
            </a:r>
            <a:r>
              <a:rPr sz="1400">
                <a:solidFill>
                  <a:srgbClr val="000000"/>
                </a:solidFill>
                <a:latin typeface="Consolas"/>
              </a:rPr>
              <a:t>breaking</a:t>
            </a:r>
            <a:r>
              <a:rPr sz="1400">
                <a:solidFill>
                  <a:srgbClr val="000000"/>
                </a:solidFill>
                <a:latin typeface="Consolas"/>
              </a:rPr>
              <a:t> </a:t>
            </a:r>
            <a:r>
              <a:rPr sz="1400">
                <a:solidFill>
                  <a:srgbClr val="000000"/>
                </a:solidFill>
                <a:latin typeface="Consolas"/>
              </a:rPr>
              <a:t>anything.</a:t>
            </a:r>
          </a:p>
          <a:p>
            <a:pPr>
              <a:lnSpc>
                <a:spcPct val="100000"/>
              </a:lnSpc>
              <a:spcBef>
                <a:spcPts val="0"/>
              </a:spcBef>
              <a:spcAft>
                <a:spcPts val="0"/>
              </a:spcAft>
            </a:pPr>
            <a:r>
              <a:rPr sz="1400">
                <a:latin typeface="Consolas"/>
              </a:rPr>
              <a:t> </a:t>
            </a:r>
          </a:p>
          <a:p>
            <a:pPr>
              <a:lnSpc>
                <a:spcPct val="100000"/>
              </a:lnSpc>
              <a:spcBef>
                <a:spcPts val="0"/>
              </a:spcBef>
              <a:spcAft>
                <a:spcPts val="0"/>
              </a:spcAft>
            </a:pPr>
            <a:r>
              <a:rPr sz="1400">
                <a:solidFill>
                  <a:srgbClr val="800000"/>
                </a:solidFill>
                <a:latin typeface="Consolas"/>
              </a:rPr>
              <a:t># After: bound session-token verification cost</a:t>
            </a:r>
          </a:p>
          <a:p>
            <a:pPr>
              <a:lnSpc>
                <a:spcPct val="100000"/>
              </a:lnSpc>
              <a:spcBef>
                <a:spcPts val="0"/>
              </a:spcBef>
              <a:spcAft>
                <a:spcPts val="0"/>
              </a:spcAft>
            </a:pPr>
            <a:r>
              <a:rPr sz="1400">
                <a:solidFill>
                  <a:srgbClr val="000000"/>
                </a:solidFill>
                <a:latin typeface="Consolas"/>
              </a:rPr>
              <a:t>Problem:</a:t>
            </a:r>
            <a:r>
              <a:rPr sz="1400">
                <a:solidFill>
                  <a:srgbClr val="000000"/>
                </a:solidFill>
                <a:latin typeface="Consolas"/>
              </a:rPr>
              <a:t> </a:t>
            </a:r>
            <a:r>
              <a:rPr sz="1400">
                <a:solidFill>
                  <a:srgbClr val="000000"/>
                </a:solidFill>
                <a:latin typeface="Consolas"/>
              </a:rPr>
              <a:t>valid</a:t>
            </a:r>
            <a:r>
              <a:rPr sz="1400">
                <a:solidFill>
                  <a:srgbClr val="000000"/>
                </a:solidFill>
                <a:latin typeface="Consolas"/>
              </a:rPr>
              <a:t> </a:t>
            </a:r>
            <a:r>
              <a:rPr sz="1400">
                <a:solidFill>
                  <a:srgbClr val="000000"/>
                </a:solidFill>
                <a:latin typeface="Consolas"/>
              </a:rPr>
              <a:t>session</a:t>
            </a:r>
            <a:r>
              <a:rPr sz="1400">
                <a:solidFill>
                  <a:srgbClr val="000000"/>
                </a:solidFill>
                <a:latin typeface="Consolas"/>
              </a:rPr>
              <a:t> </a:t>
            </a:r>
            <a:r>
              <a:rPr sz="1400">
                <a:solidFill>
                  <a:srgbClr val="000000"/>
                </a:solidFill>
                <a:latin typeface="Consolas"/>
              </a:rPr>
              <a:t>tokens</a:t>
            </a:r>
            <a:r>
              <a:rPr sz="1400">
                <a:solidFill>
                  <a:srgbClr val="000000"/>
                </a:solidFill>
                <a:latin typeface="Consolas"/>
              </a:rPr>
              <a:t> </a:t>
            </a:r>
            <a:r>
              <a:rPr sz="1400">
                <a:solidFill>
                  <a:srgbClr val="000000"/>
                </a:solidFill>
                <a:latin typeface="Consolas"/>
              </a:rPr>
              <a:t>exceed</a:t>
            </a:r>
            <a:r>
              <a:rPr sz="1400">
                <a:solidFill>
                  <a:srgbClr val="000000"/>
                </a:solidFill>
                <a:latin typeface="Consolas"/>
              </a:rPr>
              <a:t> </a:t>
            </a:r>
            <a:r>
              <a:rPr sz="1400">
                <a:solidFill>
                  <a:srgbClr val="000000"/>
                </a:solidFill>
                <a:latin typeface="Consolas"/>
              </a:rPr>
              <a:t>the</a:t>
            </a:r>
            <a:r>
              <a:rPr sz="1400">
                <a:solidFill>
                  <a:srgbClr val="000000"/>
                </a:solidFill>
                <a:latin typeface="Consolas"/>
              </a:rPr>
              <a:t> </a:t>
            </a:r>
            <a:r>
              <a:rPr sz="1400">
                <a:solidFill>
                  <a:srgbClr val="000000"/>
                </a:solidFill>
                <a:latin typeface="Consolas"/>
              </a:rPr>
              <a:t>API</a:t>
            </a:r>
            <a:r>
              <a:rPr sz="1400">
                <a:solidFill>
                  <a:srgbClr val="000000"/>
                </a:solidFill>
                <a:latin typeface="Consolas"/>
              </a:rPr>
              <a:t> </a:t>
            </a:r>
            <a:r>
              <a:rPr sz="1400">
                <a:solidFill>
                  <a:srgbClr val="000000"/>
                </a:solidFill>
                <a:latin typeface="Consolas"/>
              </a:rPr>
              <a:t>latency</a:t>
            </a:r>
            <a:r>
              <a:rPr sz="1400">
                <a:solidFill>
                  <a:srgbClr val="000000"/>
                </a:solidFill>
                <a:latin typeface="Consolas"/>
              </a:rPr>
              <a:t> </a:t>
            </a:r>
            <a:r>
              <a:rPr sz="1400">
                <a:solidFill>
                  <a:srgbClr val="000000"/>
                </a:solidFill>
                <a:latin typeface="Consolas"/>
              </a:rPr>
              <a:t>budget.</a:t>
            </a:r>
          </a:p>
          <a:p>
            <a:pPr>
              <a:lnSpc>
                <a:spcPct val="100000"/>
              </a:lnSpc>
              <a:spcBef>
                <a:spcPts val="0"/>
              </a:spcBef>
              <a:spcAft>
                <a:spcPts val="0"/>
              </a:spcAft>
            </a:pPr>
            <a:r>
              <a:rPr sz="1400">
                <a:solidFill>
                  <a:srgbClr val="000000"/>
                </a:solidFill>
                <a:latin typeface="Consolas"/>
              </a:rPr>
              <a:t>Target:</a:t>
            </a:r>
            <a:r>
              <a:rPr sz="1400">
                <a:solidFill>
                  <a:srgbClr val="000000"/>
                </a:solidFill>
                <a:latin typeface="Consolas"/>
              </a:rPr>
              <a:t> </a:t>
            </a:r>
            <a:r>
              <a:rPr sz="1400">
                <a:solidFill>
                  <a:srgbClr val="A31515"/>
                </a:solidFill>
                <a:latin typeface="Consolas"/>
              </a:rPr>
              <a:t>`src/auth/session.ts`</a:t>
            </a:r>
          </a:p>
          <a:p>
            <a:pPr>
              <a:lnSpc>
                <a:spcPct val="100000"/>
              </a:lnSpc>
              <a:spcBef>
                <a:spcPts val="0"/>
              </a:spcBef>
              <a:spcAft>
                <a:spcPts val="0"/>
              </a:spcAft>
            </a:pPr>
            <a:r>
              <a:rPr sz="1400">
                <a:latin typeface="Consolas"/>
              </a:rPr>
              <a:t> </a:t>
            </a:r>
          </a:p>
          <a:p>
            <a:pPr>
              <a:lnSpc>
                <a:spcPct val="100000"/>
              </a:lnSpc>
              <a:spcBef>
                <a:spcPts val="0"/>
              </a:spcBef>
              <a:spcAft>
                <a:spcPts val="0"/>
              </a:spcAft>
            </a:pPr>
            <a:r>
              <a:rPr sz="1400">
                <a:solidFill>
                  <a:srgbClr val="800000"/>
                </a:solidFill>
                <a:latin typeface="Consolas"/>
              </a:rPr>
              <a:t>## Acceptance criteria</a:t>
            </a:r>
          </a:p>
          <a:p>
            <a:pPr>
              <a:lnSpc>
                <a:spcPct val="100000"/>
              </a:lnSpc>
              <a:spcBef>
                <a:spcPts val="0"/>
              </a:spcBef>
              <a:spcAft>
                <a:spcPts val="0"/>
              </a:spcAft>
            </a:pPr>
            <a:r>
              <a:rPr sz="1400">
                <a:solidFill>
                  <a:srgbClr val="0000FF"/>
                </a:solidFill>
                <a:latin typeface="Consolas"/>
              </a:rPr>
              <a:t>-</a:t>
            </a:r>
            <a:r>
              <a:rPr sz="1400">
                <a:solidFill>
                  <a:srgbClr val="000000"/>
                </a:solidFill>
                <a:latin typeface="Consolas"/>
              </a:rPr>
              <a:t> </a:t>
            </a:r>
            <a:r>
              <a:rPr sz="1400">
                <a:solidFill>
                  <a:srgbClr val="000000"/>
                </a:solidFill>
                <a:latin typeface="Consolas"/>
              </a:rPr>
              <a:t>Existing</a:t>
            </a:r>
            <a:r>
              <a:rPr sz="1400">
                <a:solidFill>
                  <a:srgbClr val="000000"/>
                </a:solidFill>
                <a:latin typeface="Consolas"/>
              </a:rPr>
              <a:t> </a:t>
            </a:r>
            <a:r>
              <a:rPr sz="1400">
                <a:solidFill>
                  <a:srgbClr val="A31515"/>
                </a:solidFill>
                <a:latin typeface="Consolas"/>
              </a:rPr>
              <a:t>`tests/auth/session-expiry.test.ts`</a:t>
            </a:r>
            <a:r>
              <a:rPr sz="1400">
                <a:solidFill>
                  <a:srgbClr val="000000"/>
                </a:solidFill>
                <a:latin typeface="Consolas"/>
              </a:rPr>
              <a:t> </a:t>
            </a:r>
            <a:r>
              <a:rPr sz="1400">
                <a:solidFill>
                  <a:srgbClr val="000000"/>
                </a:solidFill>
                <a:latin typeface="Consolas"/>
              </a:rPr>
              <a:t>fails</a:t>
            </a:r>
            <a:r>
              <a:rPr sz="1400">
                <a:solidFill>
                  <a:srgbClr val="000000"/>
                </a:solidFill>
                <a:latin typeface="Consolas"/>
              </a:rPr>
              <a:t> </a:t>
            </a:r>
            <a:r>
              <a:rPr sz="1400">
                <a:solidFill>
                  <a:srgbClr val="000000"/>
                </a:solidFill>
                <a:latin typeface="Consolas"/>
              </a:rPr>
              <a:t>before</a:t>
            </a:r>
            <a:r>
              <a:rPr sz="1400">
                <a:solidFill>
                  <a:srgbClr val="000000"/>
                </a:solidFill>
                <a:latin typeface="Consolas"/>
              </a:rPr>
              <a:t> </a:t>
            </a:r>
            <a:r>
              <a:rPr sz="1400">
                <a:solidFill>
                  <a:srgbClr val="000000"/>
                </a:solidFill>
                <a:latin typeface="Consolas"/>
              </a:rPr>
              <a:t>the</a:t>
            </a:r>
            <a:r>
              <a:rPr sz="1400">
                <a:solidFill>
                  <a:srgbClr val="000000"/>
                </a:solidFill>
                <a:latin typeface="Consolas"/>
              </a:rPr>
              <a:t> </a:t>
            </a:r>
            <a:r>
              <a:rPr sz="1400">
                <a:solidFill>
                  <a:srgbClr val="000000"/>
                </a:solidFill>
                <a:latin typeface="Consolas"/>
              </a:rPr>
              <a:t>fix.</a:t>
            </a:r>
          </a:p>
          <a:p>
            <a:pPr>
              <a:lnSpc>
                <a:spcPct val="100000"/>
              </a:lnSpc>
              <a:spcBef>
                <a:spcPts val="0"/>
              </a:spcBef>
              <a:spcAft>
                <a:spcPts val="0"/>
              </a:spcAft>
            </a:pPr>
            <a:r>
              <a:rPr sz="1400">
                <a:solidFill>
                  <a:srgbClr val="0000FF"/>
                </a:solidFill>
                <a:latin typeface="Consolas"/>
              </a:rPr>
              <a:t>-</a:t>
            </a:r>
            <a:r>
              <a:rPr sz="1400">
                <a:solidFill>
                  <a:srgbClr val="000000"/>
                </a:solidFill>
                <a:latin typeface="Consolas"/>
              </a:rPr>
              <a:t> </a:t>
            </a:r>
            <a:r>
              <a:rPr sz="1400">
                <a:solidFill>
                  <a:srgbClr val="A31515"/>
                </a:solidFill>
                <a:latin typeface="Consolas"/>
              </a:rPr>
              <a:t>`npm test -- session-expiry`</a:t>
            </a:r>
            <a:r>
              <a:rPr sz="1400">
                <a:solidFill>
                  <a:srgbClr val="000000"/>
                </a:solidFill>
                <a:latin typeface="Consolas"/>
              </a:rPr>
              <a:t> </a:t>
            </a:r>
            <a:r>
              <a:rPr sz="1400">
                <a:solidFill>
                  <a:srgbClr val="000000"/>
                </a:solidFill>
                <a:latin typeface="Consolas"/>
              </a:rPr>
              <a:t>passes</a:t>
            </a:r>
            <a:r>
              <a:rPr sz="1400">
                <a:solidFill>
                  <a:srgbClr val="000000"/>
                </a:solidFill>
                <a:latin typeface="Consolas"/>
              </a:rPr>
              <a:t> </a:t>
            </a:r>
            <a:r>
              <a:rPr sz="1400">
                <a:solidFill>
                  <a:srgbClr val="000000"/>
                </a:solidFill>
                <a:latin typeface="Consolas"/>
              </a:rPr>
              <a:t>after</a:t>
            </a:r>
            <a:r>
              <a:rPr sz="1400">
                <a:solidFill>
                  <a:srgbClr val="000000"/>
                </a:solidFill>
                <a:latin typeface="Consolas"/>
              </a:rPr>
              <a:t> </a:t>
            </a:r>
            <a:r>
              <a:rPr sz="1400">
                <a:solidFill>
                  <a:srgbClr val="000000"/>
                </a:solidFill>
                <a:latin typeface="Consolas"/>
              </a:rPr>
              <a:t>the</a:t>
            </a:r>
            <a:r>
              <a:rPr sz="1400">
                <a:solidFill>
                  <a:srgbClr val="000000"/>
                </a:solidFill>
                <a:latin typeface="Consolas"/>
              </a:rPr>
              <a:t> </a:t>
            </a:r>
            <a:r>
              <a:rPr sz="1400">
                <a:solidFill>
                  <a:srgbClr val="000000"/>
                </a:solidFill>
                <a:latin typeface="Consolas"/>
              </a:rPr>
              <a:t>fix.</a:t>
            </a:r>
          </a:p>
          <a:p>
            <a:pPr>
              <a:lnSpc>
                <a:spcPct val="100000"/>
              </a:lnSpc>
              <a:spcBef>
                <a:spcPts val="0"/>
              </a:spcBef>
              <a:spcAft>
                <a:spcPts val="0"/>
              </a:spcAft>
            </a:pPr>
            <a:r>
              <a:rPr sz="1400">
                <a:solidFill>
                  <a:srgbClr val="0000FF"/>
                </a:solidFill>
                <a:latin typeface="Consolas"/>
              </a:rPr>
              <a:t>-</a:t>
            </a:r>
            <a:r>
              <a:rPr sz="1400">
                <a:solidFill>
                  <a:srgbClr val="000000"/>
                </a:solidFill>
                <a:latin typeface="Consolas"/>
              </a:rPr>
              <a:t> </a:t>
            </a:r>
            <a:r>
              <a:rPr sz="1400">
                <a:solidFill>
                  <a:srgbClr val="000000"/>
                </a:solidFill>
                <a:latin typeface="Consolas"/>
              </a:rPr>
              <a:t>Expired</a:t>
            </a:r>
            <a:r>
              <a:rPr sz="1400">
                <a:solidFill>
                  <a:srgbClr val="000000"/>
                </a:solidFill>
                <a:latin typeface="Consolas"/>
              </a:rPr>
              <a:t> </a:t>
            </a:r>
            <a:r>
              <a:rPr sz="1400">
                <a:solidFill>
                  <a:srgbClr val="000000"/>
                </a:solidFill>
                <a:latin typeface="Consolas"/>
              </a:rPr>
              <a:t>tokens</a:t>
            </a:r>
            <a:r>
              <a:rPr sz="1400">
                <a:solidFill>
                  <a:srgbClr val="000000"/>
                </a:solidFill>
                <a:latin typeface="Consolas"/>
              </a:rPr>
              <a:t> </a:t>
            </a:r>
            <a:r>
              <a:rPr sz="1400">
                <a:solidFill>
                  <a:srgbClr val="000000"/>
                </a:solidFill>
                <a:latin typeface="Consolas"/>
              </a:rPr>
              <a:t>still</a:t>
            </a:r>
            <a:r>
              <a:rPr sz="1400">
                <a:solidFill>
                  <a:srgbClr val="000000"/>
                </a:solidFill>
                <a:latin typeface="Consolas"/>
              </a:rPr>
              <a:t> </a:t>
            </a:r>
            <a:r>
              <a:rPr sz="1400">
                <a:solidFill>
                  <a:srgbClr val="000000"/>
                </a:solidFill>
                <a:latin typeface="Consolas"/>
              </a:rPr>
              <a:t>return</a:t>
            </a:r>
            <a:r>
              <a:rPr sz="1400">
                <a:solidFill>
                  <a:srgbClr val="000000"/>
                </a:solidFill>
                <a:latin typeface="Consolas"/>
              </a:rPr>
              <a:t> </a:t>
            </a:r>
            <a:r>
              <a:rPr sz="1400">
                <a:solidFill>
                  <a:srgbClr val="A31515"/>
                </a:solidFill>
                <a:latin typeface="Consolas"/>
              </a:rPr>
              <a:t>`401 token_expired`</a:t>
            </a:r>
            <a:r>
              <a:rPr sz="1400">
                <a:solidFill>
                  <a:srgbClr val="000000"/>
                </a:solidFill>
                <a:latin typeface="Consolas"/>
              </a:rPr>
              <a:t>.</a:t>
            </a:r>
          </a:p>
          <a:p>
            <a:pPr>
              <a:lnSpc>
                <a:spcPct val="100000"/>
              </a:lnSpc>
              <a:spcBef>
                <a:spcPts val="0"/>
              </a:spcBef>
              <a:spcAft>
                <a:spcPts val="0"/>
              </a:spcAft>
            </a:pPr>
            <a:r>
              <a:rPr sz="1400">
                <a:solidFill>
                  <a:srgbClr val="0000FF"/>
                </a:solidFill>
                <a:latin typeface="Consolas"/>
              </a:rPr>
              <a:t>-</a:t>
            </a:r>
            <a:r>
              <a:rPr sz="1400">
                <a:solidFill>
                  <a:srgbClr val="000000"/>
                </a:solidFill>
                <a:latin typeface="Consolas"/>
              </a:rPr>
              <a:t> </a:t>
            </a:r>
            <a:r>
              <a:rPr sz="1400">
                <a:solidFill>
                  <a:srgbClr val="A31515"/>
                </a:solidFill>
                <a:latin typeface="Consolas"/>
              </a:rPr>
              <a:t>`npm run bench:session -- --n 10000 --assert-p95-ms 8`</a:t>
            </a:r>
            <a:r>
              <a:rPr sz="1400">
                <a:solidFill>
                  <a:srgbClr val="000000"/>
                </a:solidFill>
                <a:latin typeface="Consolas"/>
              </a:rPr>
              <a:t> </a:t>
            </a:r>
            <a:r>
              <a:rPr sz="1400">
                <a:solidFill>
                  <a:srgbClr val="000000"/>
                </a:solidFill>
                <a:latin typeface="Consolas"/>
              </a:rPr>
              <a:t>exits</a:t>
            </a:r>
            <a:r>
              <a:rPr sz="1400">
                <a:solidFill>
                  <a:srgbClr val="000000"/>
                </a:solidFill>
                <a:latin typeface="Consolas"/>
              </a:rPr>
              <a:t> </a:t>
            </a:r>
            <a:r>
              <a:rPr sz="1400">
                <a:solidFill>
                  <a:srgbClr val="000000"/>
                </a:solidFill>
                <a:latin typeface="Consolas"/>
              </a:rPr>
              <a:t>0.</a:t>
            </a:r>
          </a:p>
          <a:p>
            <a:pPr>
              <a:lnSpc>
                <a:spcPct val="100000"/>
              </a:lnSpc>
              <a:spcBef>
                <a:spcPts val="0"/>
              </a:spcBef>
              <a:spcAft>
                <a:spcPts val="0"/>
              </a:spcAft>
            </a:pPr>
            <a:r>
              <a:rPr sz="1400">
                <a:latin typeface="Consolas"/>
              </a:rPr>
              <a:t> </a:t>
            </a:r>
          </a:p>
          <a:p>
            <a:pPr>
              <a:lnSpc>
                <a:spcPct val="100000"/>
              </a:lnSpc>
              <a:spcBef>
                <a:spcPts val="0"/>
              </a:spcBef>
              <a:spcAft>
                <a:spcPts val="0"/>
              </a:spcAft>
            </a:pPr>
            <a:r>
              <a:rPr sz="1400">
                <a:solidFill>
                  <a:srgbClr val="800000"/>
                </a:solidFill>
                <a:latin typeface="Consolas"/>
              </a:rPr>
              <a:t>## Non-goals</a:t>
            </a:r>
          </a:p>
          <a:p>
            <a:pPr>
              <a:lnSpc>
                <a:spcPct val="100000"/>
              </a:lnSpc>
              <a:spcBef>
                <a:spcPts val="0"/>
              </a:spcBef>
              <a:spcAft>
                <a:spcPts val="0"/>
              </a:spcAft>
            </a:pPr>
            <a:r>
              <a:rPr sz="1400">
                <a:solidFill>
                  <a:srgbClr val="0000FF"/>
                </a:solidFill>
                <a:latin typeface="Consolas"/>
              </a:rPr>
              <a:t>-</a:t>
            </a:r>
            <a:r>
              <a:rPr sz="1400">
                <a:solidFill>
                  <a:srgbClr val="000000"/>
                </a:solidFill>
                <a:latin typeface="Consolas"/>
              </a:rPr>
              <a:t> </a:t>
            </a:r>
            <a:r>
              <a:rPr sz="1400">
                <a:solidFill>
                  <a:srgbClr val="000000"/>
                </a:solidFill>
                <a:latin typeface="Consolas"/>
              </a:rPr>
              <a:t>No</a:t>
            </a:r>
            <a:r>
              <a:rPr sz="1400">
                <a:solidFill>
                  <a:srgbClr val="000000"/>
                </a:solidFill>
                <a:latin typeface="Consolas"/>
              </a:rPr>
              <a:t> </a:t>
            </a:r>
            <a:r>
              <a:rPr sz="1400">
                <a:solidFill>
                  <a:srgbClr val="000000"/>
                </a:solidFill>
                <a:latin typeface="Consolas"/>
              </a:rPr>
              <a:t>dependency</a:t>
            </a:r>
            <a:r>
              <a:rPr sz="1400">
                <a:solidFill>
                  <a:srgbClr val="000000"/>
                </a:solidFill>
                <a:latin typeface="Consolas"/>
              </a:rPr>
              <a:t> </a:t>
            </a:r>
            <a:r>
              <a:rPr sz="1400">
                <a:solidFill>
                  <a:srgbClr val="000000"/>
                </a:solidFill>
                <a:latin typeface="Consolas"/>
              </a:rPr>
              <a:t>or</a:t>
            </a:r>
            <a:r>
              <a:rPr sz="1400">
                <a:solidFill>
                  <a:srgbClr val="000000"/>
                </a:solidFill>
                <a:latin typeface="Consolas"/>
              </a:rPr>
              <a:t> </a:t>
            </a:r>
            <a:r>
              <a:rPr sz="1400">
                <a:solidFill>
                  <a:srgbClr val="000000"/>
                </a:solidFill>
                <a:latin typeface="Consolas"/>
              </a:rPr>
              <a:t>token-format</a:t>
            </a:r>
            <a:r>
              <a:rPr sz="1400">
                <a:solidFill>
                  <a:srgbClr val="000000"/>
                </a:solidFill>
                <a:latin typeface="Consolas"/>
              </a:rPr>
              <a:t> </a:t>
            </a:r>
            <a:r>
              <a:rPr sz="1400">
                <a:solidFill>
                  <a:srgbClr val="000000"/>
                </a:solidFill>
                <a:latin typeface="Consolas"/>
              </a:rPr>
              <a:t>changes.</a:t>
            </a:r>
          </a:p>
          <a:p>
            <a:pPr>
              <a:lnSpc>
                <a:spcPct val="100000"/>
              </a:lnSpc>
              <a:spcBef>
                <a:spcPts val="0"/>
              </a:spcBef>
              <a:spcAft>
                <a:spcPts val="0"/>
              </a:spcAft>
            </a:pPr>
            <a:r>
              <a:rPr sz="1400">
                <a:solidFill>
                  <a:srgbClr val="0000FF"/>
                </a:solidFill>
                <a:latin typeface="Consolas"/>
              </a:rPr>
              <a:t>-</a:t>
            </a:r>
            <a:r>
              <a:rPr sz="1400">
                <a:solidFill>
                  <a:srgbClr val="000000"/>
                </a:solidFill>
                <a:latin typeface="Consolas"/>
              </a:rPr>
              <a:t> </a:t>
            </a:r>
            <a:r>
              <a:rPr sz="1400">
                <a:solidFill>
                  <a:srgbClr val="000000"/>
                </a:solidFill>
                <a:latin typeface="Consolas"/>
              </a:rPr>
              <a:t>Do</a:t>
            </a:r>
            <a:r>
              <a:rPr sz="1400">
                <a:solidFill>
                  <a:srgbClr val="000000"/>
                </a:solidFill>
                <a:latin typeface="Consolas"/>
              </a:rPr>
              <a:t> </a:t>
            </a:r>
            <a:r>
              <a:rPr sz="1400">
                <a:solidFill>
                  <a:srgbClr val="000000"/>
                </a:solidFill>
                <a:latin typeface="Consolas"/>
              </a:rPr>
              <a:t>not</a:t>
            </a:r>
            <a:r>
              <a:rPr sz="1400">
                <a:solidFill>
                  <a:srgbClr val="000000"/>
                </a:solidFill>
                <a:latin typeface="Consolas"/>
              </a:rPr>
              <a:t> </a:t>
            </a:r>
            <a:r>
              <a:rPr sz="1400">
                <a:solidFill>
                  <a:srgbClr val="000000"/>
                </a:solidFill>
                <a:latin typeface="Consolas"/>
              </a:rPr>
              <a:t>edit</a:t>
            </a:r>
            <a:r>
              <a:rPr sz="1400">
                <a:solidFill>
                  <a:srgbClr val="000000"/>
                </a:solidFill>
                <a:latin typeface="Consolas"/>
              </a:rPr>
              <a:t> </a:t>
            </a:r>
            <a:r>
              <a:rPr sz="1400">
                <a:solidFill>
                  <a:srgbClr val="A31515"/>
                </a:solidFill>
                <a:latin typeface="Consolas"/>
              </a:rPr>
              <a:t>`.github/workflows/**`</a:t>
            </a:r>
            <a:r>
              <a:rPr sz="1400">
                <a:solidFill>
                  <a:srgbClr val="000000"/>
                </a:solidFill>
                <a:latin typeface="Consolas"/>
              </a:rPr>
              <a: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What the cloud agent actually does</a:t>
            </a:r>
          </a:p>
        </p:txBody>
      </p:sp>
      <p:sp>
        <p:nvSpPr>
          <p:cNvPr id="3" name="Content Placeholder 2"/>
          <p:cNvSpPr>
            <a:spLocks noGrp="1"/>
          </p:cNvSpPr>
          <p:nvPr>
            <p:ph idx="10" sz="quarter"/>
          </p:nvPr>
        </p:nvSpPr>
        <p:spPr/>
        <p:txBody>
          <a:bodyPr wrap="square"/>
          <a:lstStyle/>
          <a:p>
            <a:pPr/>
            <a:r>
              <a:rPr sz="1700"/>
              <a:t>Starts from an issue, agent prompt, Chat task, IDE, CLI, API, or integration.</a:t>
            </a:r>
          </a:p>
          <a:p>
            <a:pPr/>
            <a:r>
              <a:rPr sz="1700"/>
              <a:t>Runs in an ephemeral GitHub Actions-powered development environment.</a:t>
            </a:r>
          </a:p>
          <a:p>
            <a:pPr/>
            <a:r>
              <a:rPr sz="1700"/>
              <a:t>Pushes signed commits to a new `copilot/` branch, or to a PR's branch when mentioned.</a:t>
            </a:r>
          </a:p>
          <a:p>
            <a:pPr/>
            <a:r>
              <a:rPr sz="1700"/>
              <a:t>A PR Copilot creates is a draft; only a human marks it ready, approves, or merges.</a:t>
            </a:r>
          </a:p>
          <a:p>
            <a:pPr/>
            <a:r>
              <a:rPr sz="1700"/>
              <a:t>Session logs expose tools, validation, token use, and links from each agent commit.</a:t>
            </a:r>
          </a:p>
          <a:p>
            <a:pPr/>
            <a:r>
              <a:rPr sz="1700"/>
              <a:t>Hard boundary: one branch, one PR per task, and at most 59 minutes per session.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1800"/>
              <a:t>Firewall the network; allowlist MCP tools</a:t>
            </a:r>
          </a:p>
        </p:txBody>
      </p:sp>
      <p:sp>
        <p:nvSpPr>
          <p:cNvPr id="3" name="Text Placeholder 2"/>
          <p:cNvSpPr>
            <a:spLocks noGrp="1"/>
          </p:cNvSpPr>
          <p:nvPr>
            <p:ph type="body" idx="10" sz="quarter"/>
          </p:nvPr>
        </p:nvSpPr>
        <p:spPr/>
        <p:txBody>
          <a:bodyPr wrap="square"/>
          <a:lstStyle/>
          <a:p>
            <a:pPr/>
            <a:r>
              <a:rPr sz="1400"/>
              <a:t>Set firewall rules under Internet access.</a:t>
            </a:r>
          </a:p>
          <a:p>
            <a:pPr/>
            <a:r>
              <a:rPr sz="1400"/>
              <a:t>Allow domains or exact URL paths.</a:t>
            </a:r>
          </a:p>
          <a:p>
            <a:pPr/>
            <a:r>
              <a:rPr sz="1400"/>
              <a:t>Firewall omits setup steps and MCP.</a:t>
            </a:r>
          </a:p>
          <a:p>
            <a:pPr/>
            <a:r>
              <a:rPr sz="1400"/>
              <a:t>MCP is autonomous: allowlist read tools.</a:t>
            </a:r>
          </a:p>
        </p:txBody>
      </p:sp>
      <p:sp>
        <p:nvSpPr>
          <p:cNvPr id="4" name="Text Placeholder 3"/>
          <p:cNvSpPr>
            <a:spLocks noGrp="1"/>
          </p:cNvSpPr>
          <p:nvPr>
            <p:ph type="body" idx="13" sz="quarter"/>
          </p:nvPr>
        </p:nvSpPr>
        <p:spPr/>
        <p:txBody>
          <a:bodyPr wrap="none"/>
          <a:lstStyle/>
          <a:p>
            <a:pPr>
              <a:buNone/>
            </a:pPr>
            <a:r>
              <a:rPr sz="1300"/>
              <a:t>Repository MCP settings</a:t>
            </a:r>
          </a:p>
        </p:txBody>
      </p:sp>
      <p:sp>
        <p:nvSpPr>
          <p:cNvPr id="5" name="Text Placeholder 4"/>
          <p:cNvSpPr>
            <a:spLocks noGrp="1"/>
          </p:cNvSpPr>
          <p:nvPr>
            <p:ph type="body" idx="11" sz="quarter"/>
          </p:nvPr>
        </p:nvSpPr>
        <p:spPr/>
        <p:txBody>
          <a:bodyPr wrap="none"/>
          <a:lstStyle/>
          <a:p>
            <a:pPr>
              <a:lnSpc>
                <a:spcPct val="100000"/>
              </a:lnSpc>
              <a:spcBef>
                <a:spcPts val="0"/>
              </a:spcBef>
              <a:spcAft>
                <a:spcPts val="0"/>
              </a:spcAft>
            </a:pPr>
            <a:r>
              <a:rPr sz="1300">
                <a:solidFill>
                  <a:srgbClr val="000000"/>
                </a:solidFill>
                <a:latin typeface="Consolas"/>
              </a:rPr>
              <a:t>{</a:t>
            </a:r>
          </a:p>
          <a:p>
            <a:pPr>
              <a:lnSpc>
                <a:spcPct val="100000"/>
              </a:lnSpc>
              <a:spcBef>
                <a:spcPts val="0"/>
              </a:spcBef>
              <a:spcAft>
                <a:spcPts val="0"/>
              </a:spcAft>
            </a:pPr>
            <a:r>
              <a:rPr sz="1300">
                <a:solidFill>
                  <a:srgbClr val="000000"/>
                </a:solidFill>
                <a:latin typeface="Consolas"/>
              </a:rPr>
              <a:t>  </a:t>
            </a:r>
            <a:r>
              <a:rPr sz="1300">
                <a:solidFill>
                  <a:srgbClr val="0451A5"/>
                </a:solidFill>
                <a:latin typeface="Consolas"/>
              </a:rPr>
              <a:t>"mcpServers"</a:t>
            </a:r>
            <a:r>
              <a:rPr sz="1300">
                <a:solidFill>
                  <a:srgbClr val="000000"/>
                </a:solidFill>
                <a:latin typeface="Consolas"/>
              </a:rPr>
              <a:t>:</a:t>
            </a:r>
            <a:r>
              <a:rPr sz="1300">
                <a:solidFill>
                  <a:srgbClr val="000000"/>
                </a:solidFill>
                <a:latin typeface="Consolas"/>
              </a:rPr>
              <a:t> </a:t>
            </a:r>
            <a:r>
              <a:rPr sz="1300">
                <a:solidFill>
                  <a:srgbClr val="000000"/>
                </a:solidFill>
                <a:latin typeface="Consolas"/>
              </a:rPr>
              <a:t>{</a:t>
            </a:r>
          </a:p>
          <a:p>
            <a:pPr>
              <a:lnSpc>
                <a:spcPct val="100000"/>
              </a:lnSpc>
              <a:spcBef>
                <a:spcPts val="0"/>
              </a:spcBef>
              <a:spcAft>
                <a:spcPts val="0"/>
              </a:spcAft>
            </a:pPr>
            <a:r>
              <a:rPr sz="1300">
                <a:solidFill>
                  <a:srgbClr val="000000"/>
                </a:solidFill>
                <a:latin typeface="Consolas"/>
              </a:rPr>
              <a:t>    </a:t>
            </a:r>
            <a:r>
              <a:rPr sz="1300">
                <a:solidFill>
                  <a:srgbClr val="0451A5"/>
                </a:solidFill>
                <a:latin typeface="Consolas"/>
              </a:rPr>
              <a:t>"catalog"</a:t>
            </a:r>
            <a:r>
              <a:rPr sz="1300">
                <a:solidFill>
                  <a:srgbClr val="000000"/>
                </a:solidFill>
                <a:latin typeface="Consolas"/>
              </a:rPr>
              <a:t>:</a:t>
            </a:r>
            <a:r>
              <a:rPr sz="1300">
                <a:solidFill>
                  <a:srgbClr val="000000"/>
                </a:solidFill>
                <a:latin typeface="Consolas"/>
              </a:rPr>
              <a:t> </a:t>
            </a:r>
            <a:r>
              <a:rPr sz="1300">
                <a:solidFill>
                  <a:srgbClr val="000000"/>
                </a:solidFill>
                <a:latin typeface="Consolas"/>
              </a:rPr>
              <a:t>{</a:t>
            </a:r>
          </a:p>
          <a:p>
            <a:pPr>
              <a:lnSpc>
                <a:spcPct val="100000"/>
              </a:lnSpc>
              <a:spcBef>
                <a:spcPts val="0"/>
              </a:spcBef>
              <a:spcAft>
                <a:spcPts val="0"/>
              </a:spcAft>
            </a:pPr>
            <a:r>
              <a:rPr sz="1300">
                <a:solidFill>
                  <a:srgbClr val="000000"/>
                </a:solidFill>
                <a:latin typeface="Consolas"/>
              </a:rPr>
              <a:t>      </a:t>
            </a:r>
            <a:r>
              <a:rPr sz="1300">
                <a:solidFill>
                  <a:srgbClr val="0451A5"/>
                </a:solidFill>
                <a:latin typeface="Consolas"/>
              </a:rPr>
              <a:t>"type"</a:t>
            </a:r>
            <a:r>
              <a:rPr sz="1300">
                <a:solidFill>
                  <a:srgbClr val="000000"/>
                </a:solidFill>
                <a:latin typeface="Consolas"/>
              </a:rPr>
              <a:t>:</a:t>
            </a:r>
            <a:r>
              <a:rPr sz="1300">
                <a:solidFill>
                  <a:srgbClr val="000000"/>
                </a:solidFill>
                <a:latin typeface="Consolas"/>
              </a:rPr>
              <a:t> </a:t>
            </a:r>
            <a:r>
              <a:rPr sz="1300">
                <a:solidFill>
                  <a:srgbClr val="A31515"/>
                </a:solidFill>
                <a:latin typeface="Consolas"/>
              </a:rPr>
              <a:t>"http"</a:t>
            </a:r>
            <a:r>
              <a:rPr sz="1300">
                <a:solidFill>
                  <a:srgbClr val="000000"/>
                </a:solidFill>
                <a:latin typeface="Consolas"/>
              </a:rPr>
              <a:t>,</a:t>
            </a:r>
          </a:p>
          <a:p>
            <a:pPr>
              <a:lnSpc>
                <a:spcPct val="100000"/>
              </a:lnSpc>
              <a:spcBef>
                <a:spcPts val="0"/>
              </a:spcBef>
              <a:spcAft>
                <a:spcPts val="0"/>
              </a:spcAft>
            </a:pPr>
            <a:r>
              <a:rPr sz="1300">
                <a:solidFill>
                  <a:srgbClr val="000000"/>
                </a:solidFill>
                <a:latin typeface="Consolas"/>
              </a:rPr>
              <a:t>      </a:t>
            </a:r>
            <a:r>
              <a:rPr sz="1300">
                <a:solidFill>
                  <a:srgbClr val="0451A5"/>
                </a:solidFill>
                <a:latin typeface="Consolas"/>
              </a:rPr>
              <a:t>"url"</a:t>
            </a:r>
            <a:r>
              <a:rPr sz="1300">
                <a:solidFill>
                  <a:srgbClr val="000000"/>
                </a:solidFill>
                <a:latin typeface="Consolas"/>
              </a:rPr>
              <a:t>:</a:t>
            </a:r>
            <a:r>
              <a:rPr sz="1300">
                <a:solidFill>
                  <a:srgbClr val="000000"/>
                </a:solidFill>
                <a:latin typeface="Consolas"/>
              </a:rPr>
              <a:t> </a:t>
            </a:r>
            <a:r>
              <a:rPr sz="1300">
                <a:solidFill>
                  <a:srgbClr val="A31515"/>
                </a:solidFill>
                <a:latin typeface="Consolas"/>
              </a:rPr>
              <a:t>"https://mcp.contoso.corp/mcp"</a:t>
            </a:r>
            <a:r>
              <a:rPr sz="1300">
                <a:solidFill>
                  <a:srgbClr val="000000"/>
                </a:solidFill>
                <a:latin typeface="Consolas"/>
              </a:rPr>
              <a:t>,</a:t>
            </a:r>
          </a:p>
          <a:p>
            <a:pPr>
              <a:lnSpc>
                <a:spcPct val="100000"/>
              </a:lnSpc>
              <a:spcBef>
                <a:spcPts val="0"/>
              </a:spcBef>
              <a:spcAft>
                <a:spcPts val="0"/>
              </a:spcAft>
            </a:pPr>
            <a:r>
              <a:rPr sz="1300">
                <a:solidFill>
                  <a:srgbClr val="000000"/>
                </a:solidFill>
                <a:latin typeface="Consolas"/>
              </a:rPr>
              <a:t>      </a:t>
            </a:r>
            <a:r>
              <a:rPr sz="1300">
                <a:solidFill>
                  <a:srgbClr val="0451A5"/>
                </a:solidFill>
                <a:latin typeface="Consolas"/>
              </a:rPr>
              <a:t>"headers"</a:t>
            </a:r>
            <a:r>
              <a:rPr sz="1300">
                <a:solidFill>
                  <a:srgbClr val="000000"/>
                </a:solidFill>
                <a:latin typeface="Consolas"/>
              </a:rPr>
              <a:t>:</a:t>
            </a:r>
            <a:r>
              <a:rPr sz="1300">
                <a:solidFill>
                  <a:srgbClr val="000000"/>
                </a:solidFill>
                <a:latin typeface="Consolas"/>
              </a:rPr>
              <a:t> </a:t>
            </a:r>
            <a:r>
              <a:rPr sz="1300">
                <a:solidFill>
                  <a:srgbClr val="000000"/>
                </a:solidFill>
                <a:latin typeface="Consolas"/>
              </a:rPr>
              <a:t>{</a:t>
            </a:r>
          </a:p>
          <a:p>
            <a:pPr>
              <a:lnSpc>
                <a:spcPct val="100000"/>
              </a:lnSpc>
              <a:spcBef>
                <a:spcPts val="0"/>
              </a:spcBef>
              <a:spcAft>
                <a:spcPts val="0"/>
              </a:spcAft>
            </a:pPr>
            <a:r>
              <a:rPr sz="1300">
                <a:solidFill>
                  <a:srgbClr val="000000"/>
                </a:solidFill>
                <a:latin typeface="Consolas"/>
              </a:rPr>
              <a:t>        </a:t>
            </a:r>
            <a:r>
              <a:rPr sz="1300">
                <a:solidFill>
                  <a:srgbClr val="0451A5"/>
                </a:solidFill>
                <a:latin typeface="Consolas"/>
              </a:rPr>
              <a:t>"Authorization"</a:t>
            </a:r>
            <a:r>
              <a:rPr sz="1300">
                <a:solidFill>
                  <a:srgbClr val="000000"/>
                </a:solidFill>
                <a:latin typeface="Consolas"/>
              </a:rPr>
              <a:t>:</a:t>
            </a:r>
          </a:p>
          <a:p>
            <a:pPr>
              <a:lnSpc>
                <a:spcPct val="100000"/>
              </a:lnSpc>
              <a:spcBef>
                <a:spcPts val="0"/>
              </a:spcBef>
              <a:spcAft>
                <a:spcPts val="0"/>
              </a:spcAft>
            </a:pPr>
            <a:r>
              <a:rPr sz="1300">
                <a:solidFill>
                  <a:srgbClr val="000000"/>
                </a:solidFill>
                <a:latin typeface="Consolas"/>
              </a:rPr>
              <a:t>          </a:t>
            </a:r>
            <a:r>
              <a:rPr sz="1300">
                <a:solidFill>
                  <a:srgbClr val="A31515"/>
                </a:solidFill>
                <a:latin typeface="Consolas"/>
              </a:rPr>
              <a:t>"Bearer $COPILOT_MCP_CATALOG_TOKEN"</a:t>
            </a:r>
          </a:p>
          <a:p>
            <a:pPr>
              <a:lnSpc>
                <a:spcPct val="100000"/>
              </a:lnSpc>
              <a:spcBef>
                <a:spcPts val="0"/>
              </a:spcBef>
              <a:spcAft>
                <a:spcPts val="0"/>
              </a:spcAft>
            </a:pPr>
            <a:r>
              <a:rPr sz="1300">
                <a:solidFill>
                  <a:srgbClr val="000000"/>
                </a:solidFill>
                <a:latin typeface="Consolas"/>
              </a:rPr>
              <a:t>      </a:t>
            </a:r>
            <a:r>
              <a:rPr sz="1300">
                <a:solidFill>
                  <a:srgbClr val="000000"/>
                </a:solidFill>
                <a:latin typeface="Consolas"/>
              </a:rPr>
              <a:t>},</a:t>
            </a:r>
          </a:p>
          <a:p>
            <a:pPr>
              <a:lnSpc>
                <a:spcPct val="100000"/>
              </a:lnSpc>
              <a:spcBef>
                <a:spcPts val="0"/>
              </a:spcBef>
              <a:spcAft>
                <a:spcPts val="0"/>
              </a:spcAft>
            </a:pPr>
            <a:r>
              <a:rPr sz="1300">
                <a:solidFill>
                  <a:srgbClr val="000000"/>
                </a:solidFill>
                <a:latin typeface="Consolas"/>
              </a:rPr>
              <a:t>      </a:t>
            </a:r>
            <a:r>
              <a:rPr sz="1300">
                <a:solidFill>
                  <a:srgbClr val="0451A5"/>
                </a:solidFill>
                <a:latin typeface="Consolas"/>
              </a:rPr>
              <a:t>"tools"</a:t>
            </a:r>
            <a:r>
              <a:rPr sz="1300">
                <a:solidFill>
                  <a:srgbClr val="000000"/>
                </a:solidFill>
                <a:latin typeface="Consolas"/>
              </a:rPr>
              <a:t>:</a:t>
            </a:r>
            <a:r>
              <a:rPr sz="1300">
                <a:solidFill>
                  <a:srgbClr val="000000"/>
                </a:solidFill>
                <a:latin typeface="Consolas"/>
              </a:rPr>
              <a:t> </a:t>
            </a:r>
            <a:r>
              <a:rPr sz="1300">
                <a:solidFill>
                  <a:srgbClr val="000000"/>
                </a:solidFill>
                <a:latin typeface="Consolas"/>
              </a:rPr>
              <a:t>[</a:t>
            </a:r>
            <a:r>
              <a:rPr sz="1300">
                <a:solidFill>
                  <a:srgbClr val="A31515"/>
                </a:solidFill>
                <a:latin typeface="Consolas"/>
              </a:rPr>
              <a:t>"search_docs"</a:t>
            </a:r>
            <a:r>
              <a:rPr sz="1300">
                <a:solidFill>
                  <a:srgbClr val="000000"/>
                </a:solidFill>
                <a:latin typeface="Consolas"/>
              </a:rPr>
              <a:t>,</a:t>
            </a:r>
            <a:r>
              <a:rPr sz="1300">
                <a:solidFill>
                  <a:srgbClr val="000000"/>
                </a:solidFill>
                <a:latin typeface="Consolas"/>
              </a:rPr>
              <a:t> </a:t>
            </a:r>
            <a:r>
              <a:rPr sz="1300">
                <a:solidFill>
                  <a:srgbClr val="A31515"/>
                </a:solidFill>
                <a:latin typeface="Consolas"/>
              </a:rPr>
              <a:t>"get_api"</a:t>
            </a:r>
            <a:r>
              <a:rPr sz="1300">
                <a:solidFill>
                  <a:srgbClr val="000000"/>
                </a:solidFill>
                <a:latin typeface="Consolas"/>
              </a:rPr>
              <a:t>]</a:t>
            </a:r>
          </a:p>
          <a:p>
            <a:pPr>
              <a:lnSpc>
                <a:spcPct val="100000"/>
              </a:lnSpc>
              <a:spcBef>
                <a:spcPts val="0"/>
              </a:spcBef>
              <a:spcAft>
                <a:spcPts val="0"/>
              </a:spcAft>
            </a:pPr>
            <a:r>
              <a:rPr sz="1300">
                <a:solidFill>
                  <a:srgbClr val="000000"/>
                </a:solidFill>
                <a:latin typeface="Consolas"/>
              </a:rPr>
              <a:t>    </a:t>
            </a:r>
            <a:r>
              <a:rPr sz="1300">
                <a:solidFill>
                  <a:srgbClr val="000000"/>
                </a:solidFill>
                <a:latin typeface="Consolas"/>
              </a:rPr>
              <a:t>}</a:t>
            </a:r>
          </a:p>
          <a:p>
            <a:pPr>
              <a:lnSpc>
                <a:spcPct val="100000"/>
              </a:lnSpc>
              <a:spcBef>
                <a:spcPts val="0"/>
              </a:spcBef>
              <a:spcAft>
                <a:spcPts val="0"/>
              </a:spcAft>
            </a:pPr>
            <a:r>
              <a:rPr sz="1300">
                <a:solidFill>
                  <a:srgbClr val="000000"/>
                </a:solidFill>
                <a:latin typeface="Consolas"/>
              </a:rPr>
              <a:t>  </a:t>
            </a:r>
            <a:r>
              <a:rPr sz="1300">
                <a:solidFill>
                  <a:srgbClr val="000000"/>
                </a:solidFill>
                <a:latin typeface="Consolas"/>
              </a:rPr>
              <a:t>}</a:t>
            </a:r>
          </a:p>
          <a:p>
            <a:pPr>
              <a:lnSpc>
                <a:spcPct val="100000"/>
              </a:lnSpc>
              <a:spcBef>
                <a:spcPts val="0"/>
              </a:spcBef>
              <a:spcAft>
                <a:spcPts val="0"/>
              </a:spcAft>
            </a:pPr>
            <a:r>
              <a:rPr sz="1300">
                <a:solidFill>
                  <a:srgbClr val="000000"/>
                </a:solidFill>
                <a:latin typeface="Consolas"/>
              </a:rPr>
              <a: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Review agent PRs by failure surface</a:t>
            </a:r>
          </a:p>
        </p:txBody>
      </p:sp>
      <p:sp>
        <p:nvSpPr>
          <p:cNvPr id="3" name="Content Placeholder 2"/>
          <p:cNvSpPr>
            <a:spLocks noGrp="1"/>
          </p:cNvSpPr>
          <p:nvPr>
            <p:ph idx="10" sz="quarter"/>
          </p:nvPr>
        </p:nvSpPr>
        <p:spPr/>
        <p:txBody>
          <a:bodyPr wrap="square"/>
          <a:lstStyle/>
          <a:p>
            <a:pPr/>
            <a:r>
              <a:rPr sz="1700"/>
              <a:t>1. Scope: map every changed file to an acceptance criterion; reject or explain extras.</a:t>
            </a:r>
          </a:p>
          <a:p>
            <a:pPr/>
            <a:r>
              <a:rPr sz="1700"/>
              <a:t>2. Tests: force each new assertion to fail when the intended behavior is removed.</a:t>
            </a:r>
          </a:p>
          <a:p>
            <a:pPr/>
            <a:r>
              <a:rPr sz="1700"/>
              <a:t>3. Dependencies: inspect lockfiles, install scripts, licenses, and new transitive code.</a:t>
            </a:r>
          </a:p>
          <a:p>
            <a:pPr/>
            <a:r>
              <a:rPr sz="1700"/>
              <a:t>4. Privilege: inspect workflows, setup steps, permissions, secrets, and generated files.</a:t>
            </a:r>
          </a:p>
          <a:p>
            <a:pPr/>
            <a:r>
              <a:rPr sz="1700"/>
              <a:t>5. Semantics: test boundaries and failure paths, not only the agent's happy-path demo.</a:t>
            </a:r>
          </a:p>
          <a:p>
            <a:pPr/>
            <a:r>
              <a:rPr sz="1700"/>
              <a:t>Evidence warning: passing benchmark tests can still admit incorrect patches.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Enforced, default, or opt-in: know which is which</a:t>
            </a:r>
          </a:p>
        </p:txBody>
      </p:sp>
      <p:sp>
        <p:nvSpPr>
          <p:cNvPr id="3" name="Content Placeholder 2"/>
          <p:cNvSpPr>
            <a:spLocks noGrp="1"/>
          </p:cNvSpPr>
          <p:nvPr>
            <p:ph idx="10" sz="quarter"/>
          </p:nvPr>
        </p:nvSpPr>
        <p:spPr/>
        <p:txBody>
          <a:bodyPr wrap="square"/>
          <a:lstStyle/>
          <a:p>
            <a:pPr/>
            <a:r>
              <a:rPr sz="1700"/>
              <a:t>Enforced: agent obeys branch protections; neither it nor the task starter can approve.</a:t>
            </a:r>
          </a:p>
          <a:p>
            <a:pPr/>
            <a:r>
              <a:rPr sz="1700"/>
              <a:t>Default on: workflows wait for a write-access user to click Approve and run workflows.</a:t>
            </a:r>
          </a:p>
          <a:p>
            <a:pPr/>
            <a:r>
              <a:rPr sz="1700"/>
              <a:t>Disabling that gate can expose Actions secrets or repository write to unreviewed code.</a:t>
            </a:r>
          </a:p>
          <a:p>
            <a:pPr/>
            <a:r>
              <a:rPr sz="1700"/>
              <a:t>Opt-in: required checks and required reviews block merge only after you configure them.</a:t>
            </a:r>
          </a:p>
          <a:p>
            <a:pPr/>
            <a:r>
              <a:rPr sz="1700"/>
              <a:t>Opt-in: code owners are not requested on Copilot's draft PR; only a human clears it.</a:t>
            </a:r>
          </a:p>
          <a:p>
            <a:pPr/>
            <a:r>
              <a:rPr sz="1700"/>
              <a:t>Opt-in: dismiss stale approvals, and set Do not allow bypassing so admins are covered.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Turn review corrections into repository memory</a:t>
            </a:r>
          </a:p>
        </p:txBody>
      </p:sp>
      <p:sp>
        <p:nvSpPr>
          <p:cNvPr id="3" name="Text Placeholder 2"/>
          <p:cNvSpPr>
            <a:spLocks noGrp="1"/>
          </p:cNvSpPr>
          <p:nvPr>
            <p:ph type="body" idx="10" sz="quarter"/>
          </p:nvPr>
        </p:nvSpPr>
        <p:spPr/>
        <p:txBody>
          <a:bodyPr wrap="square"/>
          <a:lstStyle/>
          <a:p>
            <a:pPr/>
            <a:r>
              <a:rPr sz="1500"/>
              <a:t>A PR comment fixes one branch; a scoped instruction changes later agent context.</a:t>
            </a:r>
          </a:p>
          <a:p>
            <a:pPr/>
            <a:r>
              <a:rPr sz="1500"/>
              <a:t>Promote only stable, repeated rules, not task-specific preferences.</a:t>
            </a:r>
          </a:p>
          <a:p>
            <a:pPr/>
            <a:r>
              <a:rPr sz="1500"/>
              <a:t>Pair the rule with a regression test so prose and execution agree.</a:t>
            </a:r>
          </a:p>
        </p:txBody>
      </p:sp>
      <p:sp>
        <p:nvSpPr>
          <p:cNvPr id="4" name="Text Placeholder 3"/>
          <p:cNvSpPr>
            <a:spLocks noGrp="1"/>
          </p:cNvSpPr>
          <p:nvPr>
            <p:ph type="body" idx="13" sz="quarter"/>
          </p:nvPr>
        </p:nvSpPr>
        <p:spPr/>
        <p:txBody>
          <a:bodyPr wrap="none"/>
          <a:lstStyle/>
          <a:p>
            <a:pPr>
              <a:buNone/>
            </a:pPr>
            <a:r>
              <a:rPr sz="1300"/>
              <a:t>.github/instructions/http.instructions.md</a:t>
            </a:r>
          </a:p>
        </p:txBody>
      </p:sp>
      <p:sp>
        <p:nvSpPr>
          <p:cNvPr id="5" name="Text Placeholder 4"/>
          <p:cNvSpPr>
            <a:spLocks noGrp="1"/>
          </p:cNvSpPr>
          <p:nvPr>
            <p:ph type="body" idx="11" sz="quarter"/>
          </p:nvPr>
        </p:nvSpPr>
        <p:spPr/>
        <p:txBody>
          <a:bodyPr wrap="none"/>
          <a:lstStyle/>
          <a:p>
            <a:pPr>
              <a:lnSpc>
                <a:spcPct val="100000"/>
              </a:lnSpc>
              <a:spcBef>
                <a:spcPts val="0"/>
              </a:spcBef>
              <a:spcAft>
                <a:spcPts val="0"/>
              </a:spcAft>
            </a:pPr>
            <a:r>
              <a:rPr sz="1400">
                <a:solidFill>
                  <a:srgbClr val="800000"/>
                </a:solidFill>
                <a:latin typeface="Consolas"/>
              </a:rPr>
              <a:t># PR review comment (one task)</a:t>
            </a:r>
          </a:p>
          <a:p>
            <a:pPr>
              <a:lnSpc>
                <a:spcPct val="100000"/>
              </a:lnSpc>
              <a:spcBef>
                <a:spcPts val="0"/>
              </a:spcBef>
              <a:spcAft>
                <a:spcPts val="0"/>
              </a:spcAft>
            </a:pPr>
            <a:r>
              <a:rPr sz="1400">
                <a:solidFill>
                  <a:srgbClr val="0000FF"/>
                </a:solidFill>
                <a:latin typeface="Consolas"/>
              </a:rPr>
              <a:t>&gt; </a:t>
            </a:r>
            <a:r>
              <a:rPr sz="1400">
                <a:solidFill>
                  <a:srgbClr val="008000"/>
                </a:solidFill>
                <a:latin typeface="Consolas"/>
              </a:rPr>
              <a:t>This retries every 5xx. POST may duplicate an order.</a:t>
            </a:r>
          </a:p>
          <a:p>
            <a:pPr>
              <a:lnSpc>
                <a:spcPct val="100000"/>
              </a:lnSpc>
              <a:spcBef>
                <a:spcPts val="0"/>
              </a:spcBef>
              <a:spcAft>
                <a:spcPts val="0"/>
              </a:spcAft>
            </a:pPr>
            <a:r>
              <a:rPr sz="1400">
                <a:solidFill>
                  <a:srgbClr val="0000FF"/>
                </a:solidFill>
                <a:latin typeface="Consolas"/>
              </a:rPr>
              <a:t>&gt; </a:t>
            </a:r>
            <a:r>
              <a:rPr sz="1400">
                <a:solidFill>
                  <a:srgbClr val="008000"/>
                </a:solidFill>
                <a:latin typeface="Consolas"/>
              </a:rPr>
              <a:t>Retry GET/HEAD only; add a POST regression test.</a:t>
            </a:r>
          </a:p>
          <a:p>
            <a:pPr>
              <a:lnSpc>
                <a:spcPct val="100000"/>
              </a:lnSpc>
              <a:spcBef>
                <a:spcPts val="0"/>
              </a:spcBef>
              <a:spcAft>
                <a:spcPts val="0"/>
              </a:spcAft>
            </a:pPr>
            <a:r>
              <a:rPr sz="1400">
                <a:latin typeface="Consolas"/>
              </a:rPr>
              <a:t> </a:t>
            </a:r>
          </a:p>
          <a:p>
            <a:pPr>
              <a:lnSpc>
                <a:spcPct val="100000"/>
              </a:lnSpc>
              <a:spcBef>
                <a:spcPts val="0"/>
              </a:spcBef>
              <a:spcAft>
                <a:spcPts val="0"/>
              </a:spcAft>
            </a:pPr>
            <a:r>
              <a:rPr sz="1400">
                <a:solidFill>
                  <a:srgbClr val="800000"/>
                </a:solidFill>
                <a:latin typeface="Consolas"/>
              </a:rPr>
              <a:t># .github/instructions/http-retry.instructions.md</a:t>
            </a:r>
          </a:p>
          <a:p>
            <a:pPr>
              <a:lnSpc>
                <a:spcPct val="100000"/>
              </a:lnSpc>
              <a:spcBef>
                <a:spcPts val="0"/>
              </a:spcBef>
              <a:spcAft>
                <a:spcPts val="0"/>
              </a:spcAft>
            </a:pPr>
            <a:r>
              <a:rPr sz="1400">
                <a:solidFill>
                  <a:srgbClr val="000000"/>
                </a:solidFill>
                <a:latin typeface="Consolas"/>
              </a:rPr>
              <a:t>---</a:t>
            </a:r>
          </a:p>
          <a:p>
            <a:pPr>
              <a:lnSpc>
                <a:spcPct val="100000"/>
              </a:lnSpc>
              <a:spcBef>
                <a:spcPts val="0"/>
              </a:spcBef>
              <a:spcAft>
                <a:spcPts val="0"/>
              </a:spcAft>
            </a:pPr>
            <a:r>
              <a:rPr sz="1400">
                <a:solidFill>
                  <a:srgbClr val="800000"/>
                </a:solidFill>
                <a:latin typeface="Consolas"/>
              </a:rPr>
              <a:t>applyTo: "src/http/**"</a:t>
            </a:r>
          </a:p>
          <a:p>
            <a:pPr>
              <a:lnSpc>
                <a:spcPct val="100000"/>
              </a:lnSpc>
              <a:spcBef>
                <a:spcPts val="0"/>
              </a:spcBef>
              <a:spcAft>
                <a:spcPts val="0"/>
              </a:spcAft>
            </a:pPr>
            <a:r>
              <a:rPr sz="1400">
                <a:solidFill>
                  <a:srgbClr val="800000"/>
                </a:solidFill>
                <a:latin typeface="Consolas"/>
              </a:rPr>
              <a:t>---</a:t>
            </a:r>
          </a:p>
          <a:p>
            <a:pPr>
              <a:lnSpc>
                <a:spcPct val="100000"/>
              </a:lnSpc>
              <a:spcBef>
                <a:spcPts val="0"/>
              </a:spcBef>
              <a:spcAft>
                <a:spcPts val="0"/>
              </a:spcAft>
            </a:pPr>
            <a:r>
              <a:rPr sz="1400">
                <a:solidFill>
                  <a:srgbClr val="800000"/>
                </a:solidFill>
                <a:latin typeface="Consolas"/>
              </a:rPr>
              <a:t># Retry policy</a:t>
            </a:r>
          </a:p>
          <a:p>
            <a:pPr>
              <a:lnSpc>
                <a:spcPct val="100000"/>
              </a:lnSpc>
              <a:spcBef>
                <a:spcPts val="0"/>
              </a:spcBef>
              <a:spcAft>
                <a:spcPts val="0"/>
              </a:spcAft>
            </a:pPr>
            <a:r>
              <a:rPr sz="1400">
                <a:solidFill>
                  <a:srgbClr val="0000FF"/>
                </a:solidFill>
                <a:latin typeface="Consolas"/>
              </a:rPr>
              <a:t>-</a:t>
            </a:r>
            <a:r>
              <a:rPr sz="1400">
                <a:solidFill>
                  <a:srgbClr val="000000"/>
                </a:solidFill>
                <a:latin typeface="Consolas"/>
              </a:rPr>
              <a:t> </a:t>
            </a:r>
            <a:r>
              <a:rPr sz="1400">
                <a:solidFill>
                  <a:srgbClr val="000000"/>
                </a:solidFill>
                <a:latin typeface="Consolas"/>
              </a:rPr>
              <a:t>Retry</a:t>
            </a:r>
            <a:r>
              <a:rPr sz="1400">
                <a:solidFill>
                  <a:srgbClr val="000000"/>
                </a:solidFill>
                <a:latin typeface="Consolas"/>
              </a:rPr>
              <a:t> </a:t>
            </a:r>
            <a:r>
              <a:rPr sz="1400">
                <a:solidFill>
                  <a:srgbClr val="000000"/>
                </a:solidFill>
                <a:latin typeface="Consolas"/>
              </a:rPr>
              <a:t>only</a:t>
            </a:r>
            <a:r>
              <a:rPr sz="1400">
                <a:solidFill>
                  <a:srgbClr val="000000"/>
                </a:solidFill>
                <a:latin typeface="Consolas"/>
              </a:rPr>
              <a:t> </a:t>
            </a:r>
            <a:r>
              <a:rPr sz="1400">
                <a:solidFill>
                  <a:srgbClr val="000000"/>
                </a:solidFill>
                <a:latin typeface="Consolas"/>
              </a:rPr>
              <a:t>GET</a:t>
            </a:r>
            <a:r>
              <a:rPr sz="1400">
                <a:solidFill>
                  <a:srgbClr val="000000"/>
                </a:solidFill>
                <a:latin typeface="Consolas"/>
              </a:rPr>
              <a:t> </a:t>
            </a:r>
            <a:r>
              <a:rPr sz="1400">
                <a:solidFill>
                  <a:srgbClr val="000000"/>
                </a:solidFill>
                <a:latin typeface="Consolas"/>
              </a:rPr>
              <a:t>and</a:t>
            </a:r>
            <a:r>
              <a:rPr sz="1400">
                <a:solidFill>
                  <a:srgbClr val="000000"/>
                </a:solidFill>
                <a:latin typeface="Consolas"/>
              </a:rPr>
              <a:t> </a:t>
            </a:r>
            <a:r>
              <a:rPr sz="1400">
                <a:solidFill>
                  <a:srgbClr val="000000"/>
                </a:solidFill>
                <a:latin typeface="Consolas"/>
              </a:rPr>
              <a:t>HEAD.</a:t>
            </a:r>
          </a:p>
          <a:p>
            <a:pPr>
              <a:lnSpc>
                <a:spcPct val="100000"/>
              </a:lnSpc>
              <a:spcBef>
                <a:spcPts val="0"/>
              </a:spcBef>
              <a:spcAft>
                <a:spcPts val="0"/>
              </a:spcAft>
            </a:pPr>
            <a:r>
              <a:rPr sz="1400">
                <a:solidFill>
                  <a:srgbClr val="0000FF"/>
                </a:solidFill>
                <a:latin typeface="Consolas"/>
              </a:rPr>
              <a:t>-</a:t>
            </a:r>
            <a:r>
              <a:rPr sz="1400">
                <a:solidFill>
                  <a:srgbClr val="000000"/>
                </a:solidFill>
                <a:latin typeface="Consolas"/>
              </a:rPr>
              <a:t> </a:t>
            </a:r>
            <a:r>
              <a:rPr sz="1400">
                <a:solidFill>
                  <a:srgbClr val="000000"/>
                </a:solidFill>
                <a:latin typeface="Consolas"/>
              </a:rPr>
              <a:t>Never</a:t>
            </a:r>
            <a:r>
              <a:rPr sz="1400">
                <a:solidFill>
                  <a:srgbClr val="000000"/>
                </a:solidFill>
                <a:latin typeface="Consolas"/>
              </a:rPr>
              <a:t> </a:t>
            </a:r>
            <a:r>
              <a:rPr sz="1400">
                <a:solidFill>
                  <a:srgbClr val="000000"/>
                </a:solidFill>
                <a:latin typeface="Consolas"/>
              </a:rPr>
              <a:t>retry</a:t>
            </a:r>
            <a:r>
              <a:rPr sz="1400">
                <a:solidFill>
                  <a:srgbClr val="000000"/>
                </a:solidFill>
                <a:latin typeface="Consolas"/>
              </a:rPr>
              <a:t> </a:t>
            </a:r>
            <a:r>
              <a:rPr sz="1400">
                <a:solidFill>
                  <a:srgbClr val="000000"/>
                </a:solidFill>
                <a:latin typeface="Consolas"/>
              </a:rPr>
              <a:t>POST</a:t>
            </a:r>
            <a:r>
              <a:rPr sz="1400">
                <a:solidFill>
                  <a:srgbClr val="000000"/>
                </a:solidFill>
                <a:latin typeface="Consolas"/>
              </a:rPr>
              <a:t> </a:t>
            </a:r>
            <a:r>
              <a:rPr sz="1400">
                <a:solidFill>
                  <a:srgbClr val="000000"/>
                </a:solidFill>
                <a:latin typeface="Consolas"/>
              </a:rPr>
              <a:t>without</a:t>
            </a:r>
            <a:r>
              <a:rPr sz="1400">
                <a:solidFill>
                  <a:srgbClr val="000000"/>
                </a:solidFill>
                <a:latin typeface="Consolas"/>
              </a:rPr>
              <a:t> </a:t>
            </a:r>
            <a:r>
              <a:rPr sz="1400">
                <a:solidFill>
                  <a:srgbClr val="000000"/>
                </a:solidFill>
                <a:latin typeface="Consolas"/>
              </a:rPr>
              <a:t>an</a:t>
            </a:r>
            <a:r>
              <a:rPr sz="1400">
                <a:solidFill>
                  <a:srgbClr val="000000"/>
                </a:solidFill>
                <a:latin typeface="Consolas"/>
              </a:rPr>
              <a:t> </a:t>
            </a:r>
            <a:r>
              <a:rPr sz="1400">
                <a:solidFill>
                  <a:srgbClr val="000000"/>
                </a:solidFill>
                <a:latin typeface="Consolas"/>
              </a:rPr>
              <a:t>idempotency</a:t>
            </a:r>
            <a:r>
              <a:rPr sz="1400">
                <a:solidFill>
                  <a:srgbClr val="000000"/>
                </a:solidFill>
                <a:latin typeface="Consolas"/>
              </a:rPr>
              <a:t> </a:t>
            </a:r>
            <a:r>
              <a:rPr sz="1400">
                <a:solidFill>
                  <a:srgbClr val="000000"/>
                </a:solidFill>
                <a:latin typeface="Consolas"/>
              </a:rPr>
              <a:t>key.</a:t>
            </a:r>
          </a:p>
          <a:p>
            <a:pPr>
              <a:lnSpc>
                <a:spcPct val="100000"/>
              </a:lnSpc>
              <a:spcBef>
                <a:spcPts val="0"/>
              </a:spcBef>
              <a:spcAft>
                <a:spcPts val="0"/>
              </a:spcAft>
            </a:pPr>
            <a:r>
              <a:rPr sz="1400">
                <a:solidFill>
                  <a:srgbClr val="0000FF"/>
                </a:solidFill>
                <a:latin typeface="Consolas"/>
              </a:rPr>
              <a:t>-</a:t>
            </a:r>
            <a:r>
              <a:rPr sz="1400">
                <a:solidFill>
                  <a:srgbClr val="000000"/>
                </a:solidFill>
                <a:latin typeface="Consolas"/>
              </a:rPr>
              <a:t> </a:t>
            </a:r>
            <a:r>
              <a:rPr sz="1400">
                <a:solidFill>
                  <a:srgbClr val="000000"/>
                </a:solidFill>
                <a:latin typeface="Consolas"/>
              </a:rPr>
              <a:t>Test</a:t>
            </a:r>
            <a:r>
              <a:rPr sz="1400">
                <a:solidFill>
                  <a:srgbClr val="000000"/>
                </a:solidFill>
                <a:latin typeface="Consolas"/>
              </a:rPr>
              <a:t> </a:t>
            </a:r>
            <a:r>
              <a:rPr sz="1400">
                <a:solidFill>
                  <a:srgbClr val="000000"/>
                </a:solidFill>
                <a:latin typeface="Consolas"/>
              </a:rPr>
              <a:t>POST</a:t>
            </a:r>
            <a:r>
              <a:rPr sz="1400">
                <a:solidFill>
                  <a:srgbClr val="000000"/>
                </a:solidFill>
                <a:latin typeface="Consolas"/>
              </a:rPr>
              <a:t> </a:t>
            </a:r>
            <a:r>
              <a:rPr sz="1400">
                <a:solidFill>
                  <a:srgbClr val="000000"/>
                </a:solidFill>
                <a:latin typeface="Consolas"/>
              </a:rPr>
              <a:t>5xx</a:t>
            </a:r>
            <a:r>
              <a:rPr sz="1400">
                <a:solidFill>
                  <a:srgbClr val="000000"/>
                </a:solidFill>
                <a:latin typeface="Consolas"/>
              </a:rPr>
              <a:t> </a:t>
            </a:r>
            <a:r>
              <a:rPr sz="1400">
                <a:solidFill>
                  <a:srgbClr val="000000"/>
                </a:solidFill>
                <a:latin typeface="Consolas"/>
              </a:rPr>
              <a:t>with</a:t>
            </a:r>
            <a:r>
              <a:rPr sz="1400">
                <a:solidFill>
                  <a:srgbClr val="000000"/>
                </a:solidFill>
                <a:latin typeface="Consolas"/>
              </a:rPr>
              <a:t> </a:t>
            </a:r>
            <a:r>
              <a:rPr sz="1400">
                <a:solidFill>
                  <a:srgbClr val="000000"/>
                </a:solidFill>
                <a:latin typeface="Consolas"/>
              </a:rPr>
              <a:t>exactly</a:t>
            </a:r>
            <a:r>
              <a:rPr sz="1400">
                <a:solidFill>
                  <a:srgbClr val="000000"/>
                </a:solidFill>
                <a:latin typeface="Consolas"/>
              </a:rPr>
              <a:t> </a:t>
            </a:r>
            <a:r>
              <a:rPr sz="1400">
                <a:solidFill>
                  <a:srgbClr val="000000"/>
                </a:solidFill>
                <a:latin typeface="Consolas"/>
              </a:rPr>
              <a:t>one</a:t>
            </a:r>
            <a:r>
              <a:rPr sz="1400">
                <a:solidFill>
                  <a:srgbClr val="000000"/>
                </a:solidFill>
                <a:latin typeface="Consolas"/>
              </a:rPr>
              <a:t> </a:t>
            </a:r>
            <a:r>
              <a:rPr sz="1400">
                <a:solidFill>
                  <a:srgbClr val="000000"/>
                </a:solidFill>
                <a:latin typeface="Consolas"/>
              </a:rPr>
              <a:t>upstream</a:t>
            </a:r>
            <a:r>
              <a:rPr sz="1400">
                <a:solidFill>
                  <a:srgbClr val="000000"/>
                </a:solidFill>
                <a:latin typeface="Consolas"/>
              </a:rPr>
              <a:t> </a:t>
            </a:r>
            <a:r>
              <a:rPr sz="1400">
                <a:solidFill>
                  <a:srgbClr val="000000"/>
                </a:solidFill>
                <a:latin typeface="Consolas"/>
              </a:rPr>
              <a:t>call.</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Evidence is positive, negative, and narrow</a:t>
            </a:r>
          </a:p>
        </p:txBody>
      </p:sp>
      <p:sp>
        <p:nvSpPr>
          <p:cNvPr id="3" name="Content Placeholder 2"/>
          <p:cNvSpPr>
            <a:spLocks noGrp="1"/>
          </p:cNvSpPr>
          <p:nvPr>
            <p:ph idx="10" sz="quarter"/>
          </p:nvPr>
        </p:nvSpPr>
        <p:spPr/>
        <p:txBody>
          <a:bodyPr wrap="square"/>
          <a:lstStyle/>
          <a:p>
            <a:pPr/>
            <a:r>
              <a:rPr sz="1700"/>
              <a:t>Benchmark: 2,294 Python issues; Verified filters 500, but the same critique reaches it.</a:t>
            </a:r>
          </a:p>
          <a:p>
            <a:pPr/>
            <a:r>
              <a:rPr sz="1700"/>
              <a:t>Validity: filtering leaked and weak-test instances cut one system's 12.47% to 3.97%.</a:t>
            </a:r>
          </a:p>
          <a:p>
            <a:pPr/>
            <a:r>
              <a:rPr sz="1700"/>
              <a:t>Field RCTs, code completion: 4,867 devs, 3 firms, +26.08% tasks, 95% CI 6% to 46%.</a:t>
            </a:r>
          </a:p>
          <a:p>
            <a:pPr/>
            <a:r>
              <a:rPr sz="1700"/>
              <a:t>Lab RCT, code completion: 95 freelancers, one greenfield HTTP server, 55.8% faster.</a:t>
            </a:r>
          </a:p>
          <a:p>
            <a:pPr/>
            <a:r>
              <a:rPr sz="1700"/>
              <a:t>METR: 19% slower in early 2025 for 16 familiar-repo devs; current effect uncertain.</a:t>
            </a:r>
          </a:p>
          <a:p>
            <a:pPr/>
            <a:r>
              <a:rPr sz="1700"/>
              <a:t>No cited RCT measures a coding agent raising delivery throughput in your codebase.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Start here this week</a:t>
            </a:r>
          </a:p>
        </p:txBody>
      </p:sp>
      <p:sp>
        <p:nvSpPr>
          <p:cNvPr id="3" name="Content Placeholder 2"/>
          <p:cNvSpPr>
            <a:spLocks noGrp="1"/>
          </p:cNvSpPr>
          <p:nvPr>
            <p:ph idx="10" sz="quarter"/>
          </p:nvPr>
        </p:nvSpPr>
        <p:spPr/>
        <p:txBody>
          <a:bodyPr wrap="square"/>
          <a:lstStyle/>
          <a:p>
            <a:pPr/>
            <a:r>
              <a:rPr sz="1700"/>
              <a:t>1. Pick one bounded issue. Done: one failing test, command, threshold, file, and non-goals.</a:t>
            </a:r>
          </a:p>
          <a:p>
            <a:pPr/>
            <a:r>
              <a:rPr sz="1700"/>
              <a:t>2. Run setup from clean state. Done: agent can build and run the focused test unattended.</a:t>
            </a:r>
          </a:p>
          <a:p>
            <a:pPr/>
            <a:r>
              <a:rPr sz="1700"/>
              <a:t>3. Set control gates. Done: approval on, plus checks, reviews, owners, and no admin bypass.</a:t>
            </a:r>
          </a:p>
          <a:p>
            <a:pPr/>
            <a:r>
              <a:rPr sz="1700"/>
              <a:t>4. Close one review loop. Done: a repeated correction becomes scoped prose plus a test.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References (1 of 6)</a:t>
            </a:r>
          </a:p>
        </p:txBody>
      </p:sp>
      <p:sp>
        <p:nvSpPr>
          <p:cNvPr id="3" name="Text Placeholder 2"/>
          <p:cNvSpPr>
            <a:spLocks noGrp="1"/>
          </p:cNvSpPr>
          <p:nvPr>
            <p:ph type="body" idx="13" sz="quarter"/>
          </p:nvPr>
        </p:nvSpPr>
        <p:spPr/>
        <p:txBody>
          <a:bodyPr wrap="square"/>
          <a:lstStyle/>
          <a:p>
            <a:pPr>
              <a:buNone/>
            </a:pPr>
            <a:r>
              <a:rPr sz="1300"/>
              <a:t>REFERENCES.md</a:t>
            </a:r>
          </a:p>
        </p:txBody>
      </p:sp>
      <p:sp>
        <p:nvSpPr>
          <p:cNvPr id="4" name="Text Placeholder 3"/>
          <p:cNvSpPr>
            <a:spLocks noGrp="1"/>
          </p:cNvSpPr>
          <p:nvPr>
            <p:ph type="body" idx="10" sz="quarter"/>
          </p:nvPr>
        </p:nvSpPr>
        <p:spPr/>
        <p:txBody>
          <a:bodyPr wrap="none"/>
          <a:lstStyle/>
          <a:p>
            <a:pPr>
              <a:lnSpc>
                <a:spcPct val="100000"/>
              </a:lnSpc>
              <a:spcBef>
                <a:spcPts val="0"/>
              </a:spcBef>
              <a:spcAft>
                <a:spcPts val="0"/>
              </a:spcAft>
            </a:pPr>
            <a:r>
              <a:rPr sz="1100">
                <a:solidFill>
                  <a:srgbClr val="0000FF"/>
                </a:solidFill>
                <a:latin typeface="Consolas"/>
              </a:rPr>
              <a:t>-</a:t>
            </a:r>
            <a:r>
              <a:rPr sz="1100">
                <a:solidFill>
                  <a:srgbClr val="000000"/>
                </a:solidFill>
                <a:latin typeface="Consolas"/>
              </a:rPr>
              <a:t> </a:t>
            </a:r>
            <a:r>
              <a:rPr sz="1100">
                <a:solidFill>
                  <a:srgbClr val="000000"/>
                </a:solidFill>
                <a:latin typeface="Consolas"/>
              </a:rPr>
              <a:t>[abap-class-options]</a:t>
            </a:r>
            <a:r>
              <a:rPr sz="1100">
                <a:solidFill>
                  <a:srgbClr val="000000"/>
                </a:solidFill>
                <a:latin typeface="Consolas"/>
              </a:rPr>
              <a:t> </a:t>
            </a:r>
            <a:r>
              <a:rPr sz="1100">
                <a:solidFill>
                  <a:srgbClr val="000000"/>
                </a:solidFill>
                <a:latin typeface="Consolas"/>
              </a:rPr>
              <a:t>CLASS,</a:t>
            </a:r>
            <a:r>
              <a:rPr sz="1100">
                <a:solidFill>
                  <a:srgbClr val="000000"/>
                </a:solidFill>
                <a:latin typeface="Consolas"/>
              </a:rPr>
              <a:t> </a:t>
            </a:r>
            <a:r>
              <a:rPr sz="1100">
                <a:solidFill>
                  <a:srgbClr val="000000"/>
                </a:solidFill>
                <a:latin typeface="Consolas"/>
              </a:rPr>
              <a:t>Options</a:t>
            </a:r>
            <a:r>
              <a:rPr sz="1100">
                <a:solidFill>
                  <a:srgbClr val="000000"/>
                </a:solidFill>
                <a:latin typeface="Consolas"/>
              </a:rPr>
              <a:t> </a:t>
            </a:r>
            <a:r>
              <a:rPr sz="1100">
                <a:solidFill>
                  <a:srgbClr val="000000"/>
                </a:solidFill>
                <a:latin typeface="Consolas"/>
              </a:rPr>
              <a:t>(FOR</a:t>
            </a:r>
            <a:r>
              <a:rPr sz="1100">
                <a:solidFill>
                  <a:srgbClr val="000000"/>
                </a:solidFill>
                <a:latin typeface="Consolas"/>
              </a:rPr>
              <a:t> </a:t>
            </a:r>
            <a:r>
              <a:rPr sz="1100">
                <a:solidFill>
                  <a:srgbClr val="000000"/>
                </a:solidFill>
                <a:latin typeface="Consolas"/>
              </a:rPr>
              <a:t>TESTING,</a:t>
            </a:r>
            <a:r>
              <a:rPr sz="1100">
                <a:solidFill>
                  <a:srgbClr val="000000"/>
                </a:solidFill>
                <a:latin typeface="Consolas"/>
              </a:rPr>
              <a:t> </a:t>
            </a:r>
            <a:r>
              <a:rPr sz="1100">
                <a:solidFill>
                  <a:srgbClr val="000000"/>
                </a:solidFill>
                <a:latin typeface="Consolas"/>
              </a:rPr>
              <a:t>RISK</a:t>
            </a:r>
            <a:r>
              <a:rPr sz="1100">
                <a:solidFill>
                  <a:srgbClr val="000000"/>
                </a:solidFill>
                <a:latin typeface="Consolas"/>
              </a:rPr>
              <a:t> </a:t>
            </a:r>
            <a:r>
              <a:rPr sz="1100">
                <a:solidFill>
                  <a:srgbClr val="000000"/>
                </a:solidFill>
                <a:latin typeface="Consolas"/>
              </a:rPr>
              <a:t>LEVEL,</a:t>
            </a:r>
            <a:r>
              <a:rPr sz="1100">
                <a:solidFill>
                  <a:srgbClr val="000000"/>
                </a:solidFill>
                <a:latin typeface="Consolas"/>
              </a:rPr>
              <a:t> </a:t>
            </a:r>
            <a:r>
              <a:rPr sz="1100">
                <a:solidFill>
                  <a:srgbClr val="000000"/>
                </a:solidFill>
                <a:latin typeface="Consolas"/>
              </a:rPr>
              <a:t>DURATION)</a:t>
            </a:r>
          </a:p>
          <a:p>
            <a:pPr>
              <a:lnSpc>
                <a:spcPct val="100000"/>
              </a:lnSpc>
              <a:spcBef>
                <a:spcPts val="0"/>
              </a:spcBef>
              <a:spcAft>
                <a:spcPts val="0"/>
              </a:spcAft>
            </a:pPr>
            <a:r>
              <a:rPr sz="1100">
                <a:solidFill>
                  <a:srgbClr val="000000"/>
                </a:solidFill>
                <a:latin typeface="Consolas"/>
              </a:rPr>
              <a:t> </a:t>
            </a:r>
            <a:r>
              <a:rPr sz="1100">
                <a:solidFill>
                  <a:srgbClr val="000000"/>
                </a:solidFill>
                <a:latin typeface="Consolas"/>
              </a:rPr>
              <a:t> </a:t>
            </a:r>
            <a:r>
              <a:rPr sz="1100">
                <a:solidFill>
                  <a:srgbClr val="000000"/>
                </a:solidFill>
                <a:latin typeface="Consolas"/>
              </a:rPr>
              <a:t>SAP</a:t>
            </a:r>
            <a:r>
              <a:rPr sz="1100">
                <a:solidFill>
                  <a:srgbClr val="000000"/>
                </a:solidFill>
                <a:latin typeface="Consolas"/>
              </a:rPr>
              <a:t> </a:t>
            </a:r>
            <a:r>
              <a:rPr sz="1100">
                <a:solidFill>
                  <a:srgbClr val="000000"/>
                </a:solidFill>
                <a:latin typeface="Consolas"/>
              </a:rPr>
              <a:t>ABAP</a:t>
            </a:r>
            <a:r>
              <a:rPr sz="1100">
                <a:solidFill>
                  <a:srgbClr val="000000"/>
                </a:solidFill>
                <a:latin typeface="Consolas"/>
              </a:rPr>
              <a:t> </a:t>
            </a:r>
            <a:r>
              <a:rPr sz="1100">
                <a:solidFill>
                  <a:srgbClr val="000000"/>
                </a:solidFill>
                <a:latin typeface="Consolas"/>
              </a:rPr>
              <a:t>Keyword</a:t>
            </a:r>
            <a:r>
              <a:rPr sz="1100">
                <a:solidFill>
                  <a:srgbClr val="000000"/>
                </a:solidFill>
                <a:latin typeface="Consolas"/>
              </a:rPr>
              <a:t> </a:t>
            </a:r>
            <a:r>
              <a:rPr sz="1100">
                <a:solidFill>
                  <a:srgbClr val="000000"/>
                </a:solidFill>
                <a:latin typeface="Consolas"/>
              </a:rPr>
              <a:t>Documentation</a:t>
            </a:r>
            <a:r>
              <a:rPr sz="1100">
                <a:solidFill>
                  <a:srgbClr val="000000"/>
                </a:solidFill>
                <a:latin typeface="Consolas"/>
              </a:rPr>
              <a:t> </a:t>
            </a:r>
            <a:r>
              <a:rPr sz="1100">
                <a:solidFill>
                  <a:srgbClr val="000000"/>
                </a:solidFill>
                <a:latin typeface="Consolas"/>
              </a:rPr>
              <a:t>|</a:t>
            </a:r>
            <a:r>
              <a:rPr sz="1100">
                <a:solidFill>
                  <a:srgbClr val="000000"/>
                </a:solidFill>
                <a:latin typeface="Consolas"/>
              </a:rPr>
              <a:t> </a:t>
            </a:r>
            <a:r>
              <a:rPr sz="1100">
                <a:solidFill>
                  <a:srgbClr val="000000"/>
                </a:solidFill>
                <a:latin typeface="Consolas"/>
              </a:rPr>
              <a:t>help.sap.com/doc/abapdocu_latest_index_htm/latest/en-US/abapclass_options.htm</a:t>
            </a:r>
          </a:p>
          <a:p>
            <a:pPr>
              <a:lnSpc>
                <a:spcPct val="100000"/>
              </a:lnSpc>
              <a:spcBef>
                <a:spcPts val="0"/>
              </a:spcBef>
              <a:spcAft>
                <a:spcPts val="0"/>
              </a:spcAft>
            </a:pPr>
            <a:r>
              <a:rPr sz="1100">
                <a:solidFill>
                  <a:srgbClr val="0000FF"/>
                </a:solidFill>
                <a:latin typeface="Consolas"/>
              </a:rPr>
              <a:t>-</a:t>
            </a:r>
            <a:r>
              <a:rPr sz="1100">
                <a:solidFill>
                  <a:srgbClr val="000000"/>
                </a:solidFill>
                <a:latin typeface="Consolas"/>
              </a:rPr>
              <a:t> </a:t>
            </a:r>
            <a:r>
              <a:rPr sz="1100">
                <a:solidFill>
                  <a:srgbClr val="000000"/>
                </a:solidFill>
                <a:latin typeface="Consolas"/>
              </a:rPr>
              <a:t>[abap-unit]</a:t>
            </a:r>
            <a:r>
              <a:rPr sz="1100">
                <a:solidFill>
                  <a:srgbClr val="000000"/>
                </a:solidFill>
                <a:latin typeface="Consolas"/>
              </a:rPr>
              <a:t> </a:t>
            </a:r>
            <a:r>
              <a:rPr sz="1100">
                <a:solidFill>
                  <a:srgbClr val="000000"/>
                </a:solidFill>
                <a:latin typeface="Consolas"/>
              </a:rPr>
              <a:t>ABAP</a:t>
            </a:r>
            <a:r>
              <a:rPr sz="1100">
                <a:solidFill>
                  <a:srgbClr val="000000"/>
                </a:solidFill>
                <a:latin typeface="Consolas"/>
              </a:rPr>
              <a:t> </a:t>
            </a:r>
            <a:r>
              <a:rPr sz="1100">
                <a:solidFill>
                  <a:srgbClr val="000000"/>
                </a:solidFill>
                <a:latin typeface="Consolas"/>
              </a:rPr>
              <a:t>Unit</a:t>
            </a:r>
            <a:r>
              <a:rPr sz="1100">
                <a:solidFill>
                  <a:srgbClr val="000000"/>
                </a:solidFill>
                <a:latin typeface="Consolas"/>
              </a:rPr>
              <a:t> </a:t>
            </a:r>
            <a:r>
              <a:rPr sz="1100">
                <a:solidFill>
                  <a:srgbClr val="000000"/>
                </a:solidFill>
                <a:latin typeface="Consolas"/>
              </a:rPr>
              <a:t>Tests</a:t>
            </a:r>
            <a:r>
              <a:rPr sz="1100">
                <a:solidFill>
                  <a:srgbClr val="000000"/>
                </a:solidFill>
                <a:latin typeface="Consolas"/>
              </a:rPr>
              <a:t> </a:t>
            </a:r>
            <a:r>
              <a:rPr sz="1100">
                <a:solidFill>
                  <a:srgbClr val="000000"/>
                </a:solidFill>
                <a:latin typeface="Consolas"/>
              </a:rPr>
              <a:t>cheat</a:t>
            </a:r>
            <a:r>
              <a:rPr sz="1100">
                <a:solidFill>
                  <a:srgbClr val="000000"/>
                </a:solidFill>
                <a:latin typeface="Consolas"/>
              </a:rPr>
              <a:t> </a:t>
            </a:r>
            <a:r>
              <a:rPr sz="1100">
                <a:solidFill>
                  <a:srgbClr val="000000"/>
                </a:solidFill>
                <a:latin typeface="Consolas"/>
              </a:rPr>
              <a:t>sheet</a:t>
            </a:r>
          </a:p>
          <a:p>
            <a:pPr>
              <a:lnSpc>
                <a:spcPct val="100000"/>
              </a:lnSpc>
              <a:spcBef>
                <a:spcPts val="0"/>
              </a:spcBef>
              <a:spcAft>
                <a:spcPts val="0"/>
              </a:spcAft>
            </a:pPr>
            <a:r>
              <a:rPr sz="1100">
                <a:solidFill>
                  <a:srgbClr val="000000"/>
                </a:solidFill>
                <a:latin typeface="Consolas"/>
              </a:rPr>
              <a:t> </a:t>
            </a:r>
            <a:r>
              <a:rPr sz="1100">
                <a:solidFill>
                  <a:srgbClr val="000000"/>
                </a:solidFill>
                <a:latin typeface="Consolas"/>
              </a:rPr>
              <a:t> </a:t>
            </a:r>
            <a:r>
              <a:rPr sz="1100">
                <a:solidFill>
                  <a:srgbClr val="000000"/>
                </a:solidFill>
                <a:latin typeface="Consolas"/>
              </a:rPr>
              <a:t>SAP-samples/abap-cheat-sheets</a:t>
            </a:r>
            <a:r>
              <a:rPr sz="1100">
                <a:solidFill>
                  <a:srgbClr val="000000"/>
                </a:solidFill>
                <a:latin typeface="Consolas"/>
              </a:rPr>
              <a:t> </a:t>
            </a:r>
            <a:r>
              <a:rPr sz="1100">
                <a:solidFill>
                  <a:srgbClr val="000000"/>
                </a:solidFill>
                <a:latin typeface="Consolas"/>
              </a:rPr>
              <a:t>(SAP</a:t>
            </a:r>
            <a:r>
              <a:rPr sz="1100">
                <a:solidFill>
                  <a:srgbClr val="000000"/>
                </a:solidFill>
                <a:latin typeface="Consolas"/>
              </a:rPr>
              <a:t> </a:t>
            </a:r>
            <a:r>
              <a:rPr sz="1100">
                <a:solidFill>
                  <a:srgbClr val="000000"/>
                </a:solidFill>
                <a:latin typeface="Consolas"/>
              </a:rPr>
              <a:t>SE)</a:t>
            </a:r>
            <a:r>
              <a:rPr sz="1100">
                <a:solidFill>
                  <a:srgbClr val="000000"/>
                </a:solidFill>
                <a:latin typeface="Consolas"/>
              </a:rPr>
              <a:t> </a:t>
            </a:r>
            <a:r>
              <a:rPr sz="1100">
                <a:solidFill>
                  <a:srgbClr val="000000"/>
                </a:solidFill>
                <a:latin typeface="Consolas"/>
              </a:rPr>
              <a:t>|</a:t>
            </a:r>
            <a:r>
              <a:rPr sz="1100">
                <a:solidFill>
                  <a:srgbClr val="000000"/>
                </a:solidFill>
                <a:latin typeface="Consolas"/>
              </a:rPr>
              <a:t> </a:t>
            </a:r>
            <a:r>
              <a:rPr sz="1100">
                <a:solidFill>
                  <a:srgbClr val="000000"/>
                </a:solidFill>
                <a:latin typeface="Consolas"/>
              </a:rPr>
              <a:t>github.com/SAP-samples/abap-cheat-sheets/blob/main/14_ABAP_Unit_Tests.md</a:t>
            </a:r>
          </a:p>
          <a:p>
            <a:pPr>
              <a:lnSpc>
                <a:spcPct val="100000"/>
              </a:lnSpc>
              <a:spcBef>
                <a:spcPts val="0"/>
              </a:spcBef>
              <a:spcAft>
                <a:spcPts val="0"/>
              </a:spcAft>
            </a:pPr>
            <a:r>
              <a:rPr sz="1100">
                <a:solidFill>
                  <a:srgbClr val="0000FF"/>
                </a:solidFill>
                <a:latin typeface="Consolas"/>
              </a:rPr>
              <a:t>-</a:t>
            </a:r>
            <a:r>
              <a:rPr sz="1100">
                <a:solidFill>
                  <a:srgbClr val="000000"/>
                </a:solidFill>
                <a:latin typeface="Consolas"/>
              </a:rPr>
              <a:t> </a:t>
            </a:r>
            <a:r>
              <a:rPr sz="1100">
                <a:solidFill>
                  <a:srgbClr val="000000"/>
                </a:solidFill>
                <a:latin typeface="Consolas"/>
              </a:rPr>
              <a:t>[cap-cds-test]</a:t>
            </a:r>
            <a:r>
              <a:rPr sz="1100">
                <a:solidFill>
                  <a:srgbClr val="000000"/>
                </a:solidFill>
                <a:latin typeface="Consolas"/>
              </a:rPr>
              <a:t> </a:t>
            </a:r>
            <a:r>
              <a:rPr sz="1100">
                <a:solidFill>
                  <a:srgbClr val="000000"/>
                </a:solidFill>
                <a:latin typeface="Consolas"/>
              </a:rPr>
              <a:t>Testing</a:t>
            </a:r>
            <a:r>
              <a:rPr sz="1100">
                <a:solidFill>
                  <a:srgbClr val="000000"/>
                </a:solidFill>
                <a:latin typeface="Consolas"/>
              </a:rPr>
              <a:t> </a:t>
            </a:r>
            <a:r>
              <a:rPr sz="1100">
                <a:solidFill>
                  <a:srgbClr val="000000"/>
                </a:solidFill>
                <a:latin typeface="Consolas"/>
              </a:rPr>
              <a:t>with</a:t>
            </a:r>
            <a:r>
              <a:rPr sz="1100">
                <a:solidFill>
                  <a:srgbClr val="000000"/>
                </a:solidFill>
                <a:latin typeface="Consolas"/>
              </a:rPr>
              <a:t> </a:t>
            </a:r>
            <a:r>
              <a:rPr sz="1100">
                <a:solidFill>
                  <a:srgbClr val="000000"/>
                </a:solidFill>
                <a:latin typeface="Consolas"/>
              </a:rPr>
              <a:t>cds.test</a:t>
            </a:r>
          </a:p>
          <a:p>
            <a:pPr>
              <a:lnSpc>
                <a:spcPct val="100000"/>
              </a:lnSpc>
              <a:spcBef>
                <a:spcPts val="0"/>
              </a:spcBef>
              <a:spcAft>
                <a:spcPts val="0"/>
              </a:spcAft>
            </a:pPr>
            <a:r>
              <a:rPr sz="1100">
                <a:solidFill>
                  <a:srgbClr val="000000"/>
                </a:solidFill>
                <a:latin typeface="Consolas"/>
              </a:rPr>
              <a:t> </a:t>
            </a:r>
            <a:r>
              <a:rPr sz="1100">
                <a:solidFill>
                  <a:srgbClr val="000000"/>
                </a:solidFill>
                <a:latin typeface="Consolas"/>
              </a:rPr>
              <a:t> </a:t>
            </a:r>
            <a:r>
              <a:rPr sz="1100">
                <a:solidFill>
                  <a:srgbClr val="000000"/>
                </a:solidFill>
                <a:latin typeface="Consolas"/>
              </a:rPr>
              <a:t>SAP</a:t>
            </a:r>
            <a:r>
              <a:rPr sz="1100">
                <a:solidFill>
                  <a:srgbClr val="000000"/>
                </a:solidFill>
                <a:latin typeface="Consolas"/>
              </a:rPr>
              <a:t> </a:t>
            </a:r>
            <a:r>
              <a:rPr sz="1100">
                <a:solidFill>
                  <a:srgbClr val="000000"/>
                </a:solidFill>
                <a:latin typeface="Consolas"/>
              </a:rPr>
              <a:t>Cloud</a:t>
            </a:r>
            <a:r>
              <a:rPr sz="1100">
                <a:solidFill>
                  <a:srgbClr val="000000"/>
                </a:solidFill>
                <a:latin typeface="Consolas"/>
              </a:rPr>
              <a:t> </a:t>
            </a:r>
            <a:r>
              <a:rPr sz="1100">
                <a:solidFill>
                  <a:srgbClr val="000000"/>
                </a:solidFill>
                <a:latin typeface="Consolas"/>
              </a:rPr>
              <a:t>Application</a:t>
            </a:r>
            <a:r>
              <a:rPr sz="1100">
                <a:solidFill>
                  <a:srgbClr val="000000"/>
                </a:solidFill>
                <a:latin typeface="Consolas"/>
              </a:rPr>
              <a:t> </a:t>
            </a:r>
            <a:r>
              <a:rPr sz="1100">
                <a:solidFill>
                  <a:srgbClr val="000000"/>
                </a:solidFill>
                <a:latin typeface="Consolas"/>
              </a:rPr>
              <a:t>Programming</a:t>
            </a:r>
            <a:r>
              <a:rPr sz="1100">
                <a:solidFill>
                  <a:srgbClr val="000000"/>
                </a:solidFill>
                <a:latin typeface="Consolas"/>
              </a:rPr>
              <a:t> </a:t>
            </a:r>
            <a:r>
              <a:rPr sz="1100">
                <a:solidFill>
                  <a:srgbClr val="000000"/>
                </a:solidFill>
                <a:latin typeface="Consolas"/>
              </a:rPr>
              <a:t>Model</a:t>
            </a:r>
            <a:r>
              <a:rPr sz="1100">
                <a:solidFill>
                  <a:srgbClr val="000000"/>
                </a:solidFill>
                <a:latin typeface="Consolas"/>
              </a:rPr>
              <a:t> </a:t>
            </a:r>
            <a:r>
              <a:rPr sz="1100">
                <a:solidFill>
                  <a:srgbClr val="000000"/>
                </a:solidFill>
                <a:latin typeface="Consolas"/>
              </a:rPr>
              <a:t>docs</a:t>
            </a:r>
            <a:r>
              <a:rPr sz="1100">
                <a:solidFill>
                  <a:srgbClr val="000000"/>
                </a:solidFill>
                <a:latin typeface="Consolas"/>
              </a:rPr>
              <a:t> </a:t>
            </a:r>
            <a:r>
              <a:rPr sz="1100">
                <a:solidFill>
                  <a:srgbClr val="000000"/>
                </a:solidFill>
                <a:latin typeface="Consolas"/>
              </a:rPr>
              <a:t>|</a:t>
            </a:r>
            <a:r>
              <a:rPr sz="1100">
                <a:solidFill>
                  <a:srgbClr val="000000"/>
                </a:solidFill>
                <a:latin typeface="Consolas"/>
              </a:rPr>
              <a:t> </a:t>
            </a:r>
            <a:r>
              <a:rPr sz="1100">
                <a:solidFill>
                  <a:srgbClr val="000000"/>
                </a:solidFill>
                <a:latin typeface="Consolas"/>
              </a:rPr>
              <a:t>cap.cloud.sap/docs/node.js/cds-test</a:t>
            </a:r>
          </a:p>
          <a:p>
            <a:pPr>
              <a:lnSpc>
                <a:spcPct val="100000"/>
              </a:lnSpc>
              <a:spcBef>
                <a:spcPts val="0"/>
              </a:spcBef>
              <a:spcAft>
                <a:spcPts val="0"/>
              </a:spcAft>
            </a:pPr>
            <a:r>
              <a:rPr sz="1100">
                <a:solidFill>
                  <a:srgbClr val="0000FF"/>
                </a:solidFill>
                <a:latin typeface="Consolas"/>
              </a:rPr>
              <a:t>-</a:t>
            </a:r>
            <a:r>
              <a:rPr sz="1100">
                <a:solidFill>
                  <a:srgbClr val="000000"/>
                </a:solidFill>
                <a:latin typeface="Consolas"/>
              </a:rPr>
              <a:t> </a:t>
            </a:r>
            <a:r>
              <a:rPr sz="1100">
                <a:solidFill>
                  <a:srgbClr val="000000"/>
                </a:solidFill>
                <a:latin typeface="Consolas"/>
              </a:rPr>
              <a:t>[cap-versions]</a:t>
            </a:r>
            <a:r>
              <a:rPr sz="1100">
                <a:solidFill>
                  <a:srgbClr val="000000"/>
                </a:solidFill>
                <a:latin typeface="Consolas"/>
              </a:rPr>
              <a:t> </a:t>
            </a:r>
            <a:r>
              <a:rPr sz="1100">
                <a:solidFill>
                  <a:srgbClr val="000000"/>
                </a:solidFill>
                <a:latin typeface="Consolas"/>
              </a:rPr>
              <a:t>Getting</a:t>
            </a:r>
            <a:r>
              <a:rPr sz="1100">
                <a:solidFill>
                  <a:srgbClr val="000000"/>
                </a:solidFill>
                <a:latin typeface="Consolas"/>
              </a:rPr>
              <a:t> </a:t>
            </a:r>
            <a:r>
              <a:rPr sz="1100">
                <a:solidFill>
                  <a:srgbClr val="000000"/>
                </a:solidFill>
                <a:latin typeface="Consolas"/>
              </a:rPr>
              <a:t>Started:</a:t>
            </a:r>
            <a:r>
              <a:rPr sz="1100">
                <a:solidFill>
                  <a:srgbClr val="000000"/>
                </a:solidFill>
                <a:latin typeface="Consolas"/>
              </a:rPr>
              <a:t> </a:t>
            </a:r>
            <a:r>
              <a:rPr sz="1100">
                <a:solidFill>
                  <a:srgbClr val="000000"/>
                </a:solidFill>
                <a:latin typeface="Consolas"/>
              </a:rPr>
              <a:t>keep</a:t>
            </a:r>
            <a:r>
              <a:rPr sz="1100">
                <a:solidFill>
                  <a:srgbClr val="000000"/>
                </a:solidFill>
                <a:latin typeface="Consolas"/>
              </a:rPr>
              <a:t> </a:t>
            </a:r>
            <a:r>
              <a:rPr sz="1100">
                <a:solidFill>
                  <a:srgbClr val="000000"/>
                </a:solidFill>
                <a:latin typeface="Consolas"/>
              </a:rPr>
              <a:t>dependencies</a:t>
            </a:r>
            <a:r>
              <a:rPr sz="1100">
                <a:solidFill>
                  <a:srgbClr val="000000"/>
                </a:solidFill>
                <a:latin typeface="Consolas"/>
              </a:rPr>
              <a:t> </a:t>
            </a:r>
            <a:r>
              <a:rPr sz="1100">
                <a:solidFill>
                  <a:srgbClr val="000000"/>
                </a:solidFill>
                <a:latin typeface="Consolas"/>
              </a:rPr>
              <a:t>up</a:t>
            </a:r>
            <a:r>
              <a:rPr sz="1100">
                <a:solidFill>
                  <a:srgbClr val="000000"/>
                </a:solidFill>
                <a:latin typeface="Consolas"/>
              </a:rPr>
              <a:t> </a:t>
            </a:r>
            <a:r>
              <a:rPr sz="1100">
                <a:solidFill>
                  <a:srgbClr val="000000"/>
                </a:solidFill>
                <a:latin typeface="Consolas"/>
              </a:rPr>
              <a:t>to</a:t>
            </a:r>
            <a:r>
              <a:rPr sz="1100">
                <a:solidFill>
                  <a:srgbClr val="000000"/>
                </a:solidFill>
                <a:latin typeface="Consolas"/>
              </a:rPr>
              <a:t> </a:t>
            </a:r>
            <a:r>
              <a:rPr sz="1100">
                <a:solidFill>
                  <a:srgbClr val="000000"/>
                </a:solidFill>
                <a:latin typeface="Consolas"/>
              </a:rPr>
              <a:t>date</a:t>
            </a:r>
          </a:p>
          <a:p>
            <a:pPr>
              <a:lnSpc>
                <a:spcPct val="100000"/>
              </a:lnSpc>
              <a:spcBef>
                <a:spcPts val="0"/>
              </a:spcBef>
              <a:spcAft>
                <a:spcPts val="0"/>
              </a:spcAft>
            </a:pPr>
            <a:r>
              <a:rPr sz="1100">
                <a:solidFill>
                  <a:srgbClr val="000000"/>
                </a:solidFill>
                <a:latin typeface="Consolas"/>
              </a:rPr>
              <a:t> </a:t>
            </a:r>
            <a:r>
              <a:rPr sz="1100">
                <a:solidFill>
                  <a:srgbClr val="000000"/>
                </a:solidFill>
                <a:latin typeface="Consolas"/>
              </a:rPr>
              <a:t> </a:t>
            </a:r>
            <a:r>
              <a:rPr sz="1100">
                <a:solidFill>
                  <a:srgbClr val="000000"/>
                </a:solidFill>
                <a:latin typeface="Consolas"/>
              </a:rPr>
              <a:t>SAP</a:t>
            </a:r>
            <a:r>
              <a:rPr sz="1100">
                <a:solidFill>
                  <a:srgbClr val="000000"/>
                </a:solidFill>
                <a:latin typeface="Consolas"/>
              </a:rPr>
              <a:t> </a:t>
            </a:r>
            <a:r>
              <a:rPr sz="1100">
                <a:solidFill>
                  <a:srgbClr val="000000"/>
                </a:solidFill>
                <a:latin typeface="Consolas"/>
              </a:rPr>
              <a:t>Cloud</a:t>
            </a:r>
            <a:r>
              <a:rPr sz="1100">
                <a:solidFill>
                  <a:srgbClr val="000000"/>
                </a:solidFill>
                <a:latin typeface="Consolas"/>
              </a:rPr>
              <a:t> </a:t>
            </a:r>
            <a:r>
              <a:rPr sz="1100">
                <a:solidFill>
                  <a:srgbClr val="000000"/>
                </a:solidFill>
                <a:latin typeface="Consolas"/>
              </a:rPr>
              <a:t>Application</a:t>
            </a:r>
            <a:r>
              <a:rPr sz="1100">
                <a:solidFill>
                  <a:srgbClr val="000000"/>
                </a:solidFill>
                <a:latin typeface="Consolas"/>
              </a:rPr>
              <a:t> </a:t>
            </a:r>
            <a:r>
              <a:rPr sz="1100">
                <a:solidFill>
                  <a:srgbClr val="000000"/>
                </a:solidFill>
                <a:latin typeface="Consolas"/>
              </a:rPr>
              <a:t>Programming</a:t>
            </a:r>
            <a:r>
              <a:rPr sz="1100">
                <a:solidFill>
                  <a:srgbClr val="000000"/>
                </a:solidFill>
                <a:latin typeface="Consolas"/>
              </a:rPr>
              <a:t> </a:t>
            </a:r>
            <a:r>
              <a:rPr sz="1100">
                <a:solidFill>
                  <a:srgbClr val="000000"/>
                </a:solidFill>
                <a:latin typeface="Consolas"/>
              </a:rPr>
              <a:t>Model</a:t>
            </a:r>
            <a:r>
              <a:rPr sz="1100">
                <a:solidFill>
                  <a:srgbClr val="000000"/>
                </a:solidFill>
                <a:latin typeface="Consolas"/>
              </a:rPr>
              <a:t> </a:t>
            </a:r>
            <a:r>
              <a:rPr sz="1100">
                <a:solidFill>
                  <a:srgbClr val="000000"/>
                </a:solidFill>
                <a:latin typeface="Consolas"/>
              </a:rPr>
              <a:t>docs</a:t>
            </a:r>
            <a:r>
              <a:rPr sz="1100">
                <a:solidFill>
                  <a:srgbClr val="000000"/>
                </a:solidFill>
                <a:latin typeface="Consolas"/>
              </a:rPr>
              <a:t> </a:t>
            </a:r>
            <a:r>
              <a:rPr sz="1100">
                <a:solidFill>
                  <a:srgbClr val="000000"/>
                </a:solidFill>
                <a:latin typeface="Consolas"/>
              </a:rPr>
              <a:t>|</a:t>
            </a:r>
            <a:r>
              <a:rPr sz="1100">
                <a:solidFill>
                  <a:srgbClr val="000000"/>
                </a:solidFill>
                <a:latin typeface="Consolas"/>
              </a:rPr>
              <a:t> </a:t>
            </a:r>
            <a:r>
              <a:rPr sz="1100">
                <a:solidFill>
                  <a:srgbClr val="000000"/>
                </a:solidFill>
                <a:latin typeface="Consolas"/>
              </a:rPr>
              <a:t>cap.cloud.sap/docs/get-started/</a:t>
            </a:r>
          </a:p>
          <a:p>
            <a:pPr>
              <a:lnSpc>
                <a:spcPct val="100000"/>
              </a:lnSpc>
              <a:spcBef>
                <a:spcPts val="0"/>
              </a:spcBef>
              <a:spcAft>
                <a:spcPts val="0"/>
              </a:spcAft>
            </a:pPr>
            <a:r>
              <a:rPr sz="1100">
                <a:solidFill>
                  <a:srgbClr val="0000FF"/>
                </a:solidFill>
                <a:latin typeface="Consolas"/>
              </a:rPr>
              <a:t>-</a:t>
            </a:r>
            <a:r>
              <a:rPr sz="1100">
                <a:solidFill>
                  <a:srgbClr val="000000"/>
                </a:solidFill>
                <a:latin typeface="Consolas"/>
              </a:rPr>
              <a:t> </a:t>
            </a:r>
            <a:r>
              <a:rPr sz="1100">
                <a:solidFill>
                  <a:srgbClr val="000000"/>
                </a:solidFill>
                <a:latin typeface="Consolas"/>
              </a:rPr>
              <a:t>[corepack]</a:t>
            </a:r>
            <a:r>
              <a:rPr sz="1100">
                <a:solidFill>
                  <a:srgbClr val="000000"/>
                </a:solidFill>
                <a:latin typeface="Consolas"/>
              </a:rPr>
              <a:t> </a:t>
            </a:r>
            <a:r>
              <a:rPr sz="1100">
                <a:solidFill>
                  <a:srgbClr val="000000"/>
                </a:solidFill>
                <a:latin typeface="Consolas"/>
              </a:rPr>
              <a:t>Corepack</a:t>
            </a:r>
            <a:r>
              <a:rPr sz="1100">
                <a:solidFill>
                  <a:srgbClr val="000000"/>
                </a:solidFill>
                <a:latin typeface="Consolas"/>
              </a:rPr>
              <a:t> </a:t>
            </a:r>
            <a:r>
              <a:rPr sz="1100">
                <a:solidFill>
                  <a:srgbClr val="000000"/>
                </a:solidFill>
                <a:latin typeface="Consolas"/>
              </a:rPr>
              <a:t>README:</a:t>
            </a:r>
            <a:r>
              <a:rPr sz="1100">
                <a:solidFill>
                  <a:srgbClr val="000000"/>
                </a:solidFill>
                <a:latin typeface="Consolas"/>
              </a:rPr>
              <a:t> </a:t>
            </a:r>
            <a:r>
              <a:rPr sz="1100">
                <a:solidFill>
                  <a:srgbClr val="000000"/>
                </a:solidFill>
                <a:latin typeface="Consolas"/>
              </a:rPr>
              <a:t>installation</a:t>
            </a:r>
            <a:r>
              <a:rPr sz="1100">
                <a:solidFill>
                  <a:srgbClr val="000000"/>
                </a:solidFill>
                <a:latin typeface="Consolas"/>
              </a:rPr>
              <a:t> </a:t>
            </a:r>
            <a:r>
              <a:rPr sz="1100">
                <a:solidFill>
                  <a:srgbClr val="000000"/>
                </a:solidFill>
                <a:latin typeface="Consolas"/>
              </a:rPr>
              <a:t>and</a:t>
            </a:r>
            <a:r>
              <a:rPr sz="1100">
                <a:solidFill>
                  <a:srgbClr val="000000"/>
                </a:solidFill>
                <a:latin typeface="Consolas"/>
              </a:rPr>
              <a:t> </a:t>
            </a:r>
            <a:r>
              <a:rPr sz="1100">
                <a:solidFill>
                  <a:srgbClr val="000000"/>
                </a:solidFill>
                <a:latin typeface="Consolas"/>
              </a:rPr>
              <a:t>packageManager</a:t>
            </a:r>
          </a:p>
          <a:p>
            <a:pPr>
              <a:lnSpc>
                <a:spcPct val="100000"/>
              </a:lnSpc>
              <a:spcBef>
                <a:spcPts val="0"/>
              </a:spcBef>
              <a:spcAft>
                <a:spcPts val="0"/>
              </a:spcAft>
            </a:pPr>
            <a:r>
              <a:rPr sz="1100">
                <a:solidFill>
                  <a:srgbClr val="000000"/>
                </a:solidFill>
                <a:latin typeface="Consolas"/>
              </a:rPr>
              <a:t> </a:t>
            </a:r>
            <a:r>
              <a:rPr sz="1100">
                <a:solidFill>
                  <a:srgbClr val="000000"/>
                </a:solidFill>
                <a:latin typeface="Consolas"/>
              </a:rPr>
              <a:t> </a:t>
            </a:r>
            <a:r>
              <a:rPr sz="1100">
                <a:solidFill>
                  <a:srgbClr val="000000"/>
                </a:solidFill>
                <a:latin typeface="Consolas"/>
              </a:rPr>
              <a:t>nodejs/corepack</a:t>
            </a:r>
            <a:r>
              <a:rPr sz="1100">
                <a:solidFill>
                  <a:srgbClr val="000000"/>
                </a:solidFill>
                <a:latin typeface="Consolas"/>
              </a:rPr>
              <a:t> </a:t>
            </a:r>
            <a:r>
              <a:rPr sz="1100">
                <a:solidFill>
                  <a:srgbClr val="000000"/>
                </a:solidFill>
                <a:latin typeface="Consolas"/>
              </a:rPr>
              <a:t>|</a:t>
            </a:r>
            <a:r>
              <a:rPr sz="1100">
                <a:solidFill>
                  <a:srgbClr val="000000"/>
                </a:solidFill>
                <a:latin typeface="Consolas"/>
              </a:rPr>
              <a:t> </a:t>
            </a:r>
            <a:r>
              <a:rPr sz="1100">
                <a:solidFill>
                  <a:srgbClr val="000000"/>
                </a:solidFill>
                <a:latin typeface="Consolas"/>
              </a:rPr>
              <a:t>github.com/nodejs/corepack#readme</a:t>
            </a:r>
          </a:p>
          <a:p>
            <a:pPr>
              <a:lnSpc>
                <a:spcPct val="100000"/>
              </a:lnSpc>
              <a:spcBef>
                <a:spcPts val="0"/>
              </a:spcBef>
              <a:spcAft>
                <a:spcPts val="0"/>
              </a:spcAft>
            </a:pPr>
            <a:r>
              <a:rPr sz="1100">
                <a:solidFill>
                  <a:srgbClr val="0000FF"/>
                </a:solidFill>
                <a:latin typeface="Consolas"/>
              </a:rPr>
              <a:t>-</a:t>
            </a:r>
            <a:r>
              <a:rPr sz="1100">
                <a:solidFill>
                  <a:srgbClr val="000000"/>
                </a:solidFill>
                <a:latin typeface="Consolas"/>
              </a:rPr>
              <a:t> </a:t>
            </a:r>
            <a:r>
              <a:rPr sz="1100">
                <a:solidFill>
                  <a:srgbClr val="000000"/>
                </a:solidFill>
                <a:latin typeface="Consolas"/>
              </a:rPr>
              <a:t>[dbt-unit-tests]</a:t>
            </a:r>
            <a:r>
              <a:rPr sz="1100">
                <a:solidFill>
                  <a:srgbClr val="000000"/>
                </a:solidFill>
                <a:latin typeface="Consolas"/>
              </a:rPr>
              <a:t> </a:t>
            </a:r>
            <a:r>
              <a:rPr sz="1100">
                <a:solidFill>
                  <a:srgbClr val="000000"/>
                </a:solidFill>
                <a:latin typeface="Consolas"/>
              </a:rPr>
              <a:t>Unit</a:t>
            </a:r>
            <a:r>
              <a:rPr sz="1100">
                <a:solidFill>
                  <a:srgbClr val="000000"/>
                </a:solidFill>
                <a:latin typeface="Consolas"/>
              </a:rPr>
              <a:t> </a:t>
            </a:r>
            <a:r>
              <a:rPr sz="1100">
                <a:solidFill>
                  <a:srgbClr val="000000"/>
                </a:solidFill>
                <a:latin typeface="Consolas"/>
              </a:rPr>
              <a:t>tests</a:t>
            </a:r>
          </a:p>
          <a:p>
            <a:pPr>
              <a:lnSpc>
                <a:spcPct val="100000"/>
              </a:lnSpc>
              <a:spcBef>
                <a:spcPts val="0"/>
              </a:spcBef>
              <a:spcAft>
                <a:spcPts val="0"/>
              </a:spcAft>
            </a:pPr>
            <a:r>
              <a:rPr sz="1100">
                <a:solidFill>
                  <a:srgbClr val="000000"/>
                </a:solidFill>
                <a:latin typeface="Consolas"/>
              </a:rPr>
              <a:t> </a:t>
            </a:r>
            <a:r>
              <a:rPr sz="1100">
                <a:solidFill>
                  <a:srgbClr val="000000"/>
                </a:solidFill>
                <a:latin typeface="Consolas"/>
              </a:rPr>
              <a:t> </a:t>
            </a:r>
            <a:r>
              <a:rPr sz="1100">
                <a:solidFill>
                  <a:srgbClr val="000000"/>
                </a:solidFill>
                <a:latin typeface="Consolas"/>
              </a:rPr>
              <a:t>dbt</a:t>
            </a:r>
            <a:r>
              <a:rPr sz="1100">
                <a:solidFill>
                  <a:srgbClr val="000000"/>
                </a:solidFill>
                <a:latin typeface="Consolas"/>
              </a:rPr>
              <a:t> </a:t>
            </a:r>
            <a:r>
              <a:rPr sz="1100">
                <a:solidFill>
                  <a:srgbClr val="000000"/>
                </a:solidFill>
                <a:latin typeface="Consolas"/>
              </a:rPr>
              <a:t>Labs</a:t>
            </a:r>
            <a:r>
              <a:rPr sz="1100">
                <a:solidFill>
                  <a:srgbClr val="000000"/>
                </a:solidFill>
                <a:latin typeface="Consolas"/>
              </a:rPr>
              <a:t> </a:t>
            </a:r>
            <a:r>
              <a:rPr sz="1100">
                <a:solidFill>
                  <a:srgbClr val="000000"/>
                </a:solidFill>
                <a:latin typeface="Consolas"/>
              </a:rPr>
              <a:t>docs</a:t>
            </a:r>
            <a:r>
              <a:rPr sz="1100">
                <a:solidFill>
                  <a:srgbClr val="000000"/>
                </a:solidFill>
                <a:latin typeface="Consolas"/>
              </a:rPr>
              <a:t> </a:t>
            </a:r>
            <a:r>
              <a:rPr sz="1100">
                <a:solidFill>
                  <a:srgbClr val="000000"/>
                </a:solidFill>
                <a:latin typeface="Consolas"/>
              </a:rPr>
              <a:t>|</a:t>
            </a:r>
            <a:r>
              <a:rPr sz="1100">
                <a:solidFill>
                  <a:srgbClr val="000000"/>
                </a:solidFill>
                <a:latin typeface="Consolas"/>
              </a:rPr>
              <a:t> </a:t>
            </a:r>
            <a:r>
              <a:rPr sz="1100">
                <a:solidFill>
                  <a:srgbClr val="000000"/>
                </a:solidFill>
                <a:latin typeface="Consolas"/>
              </a:rPr>
              <a:t>docs.getdbt.com/docs/build/unit-tests</a:t>
            </a:r>
          </a:p>
          <a:p>
            <a:pPr>
              <a:lnSpc>
                <a:spcPct val="100000"/>
              </a:lnSpc>
              <a:spcBef>
                <a:spcPts val="0"/>
              </a:spcBef>
              <a:spcAft>
                <a:spcPts val="0"/>
              </a:spcAft>
            </a:pPr>
            <a:r>
              <a:rPr sz="1100">
                <a:solidFill>
                  <a:srgbClr val="0000FF"/>
                </a:solidFill>
                <a:latin typeface="Consolas"/>
              </a:rPr>
              <a:t>-</a:t>
            </a:r>
            <a:r>
              <a:rPr sz="1100">
                <a:solidFill>
                  <a:srgbClr val="000000"/>
                </a:solidFill>
                <a:latin typeface="Consolas"/>
              </a:rPr>
              <a:t> </a:t>
            </a:r>
            <a:r>
              <a:rPr sz="1100">
                <a:solidFill>
                  <a:srgbClr val="000000"/>
                </a:solidFill>
                <a:latin typeface="Consolas"/>
              </a:rPr>
              <a:t>[devcontainer-spec]</a:t>
            </a:r>
            <a:r>
              <a:rPr sz="1100">
                <a:solidFill>
                  <a:srgbClr val="000000"/>
                </a:solidFill>
                <a:latin typeface="Consolas"/>
              </a:rPr>
              <a:t> </a:t>
            </a:r>
            <a:r>
              <a:rPr sz="1100">
                <a:solidFill>
                  <a:srgbClr val="000000"/>
                </a:solidFill>
                <a:latin typeface="Consolas"/>
              </a:rPr>
              <a:t>devcontainer.json</a:t>
            </a:r>
            <a:r>
              <a:rPr sz="1100">
                <a:solidFill>
                  <a:srgbClr val="000000"/>
                </a:solidFill>
                <a:latin typeface="Consolas"/>
              </a:rPr>
              <a:t> </a:t>
            </a:r>
            <a:r>
              <a:rPr sz="1100">
                <a:solidFill>
                  <a:srgbClr val="000000"/>
                </a:solidFill>
                <a:latin typeface="Consolas"/>
              </a:rPr>
              <a:t>reference</a:t>
            </a:r>
          </a:p>
          <a:p>
            <a:pPr>
              <a:lnSpc>
                <a:spcPct val="100000"/>
              </a:lnSpc>
              <a:spcBef>
                <a:spcPts val="0"/>
              </a:spcBef>
              <a:spcAft>
                <a:spcPts val="0"/>
              </a:spcAft>
            </a:pPr>
            <a:r>
              <a:rPr sz="1100">
                <a:solidFill>
                  <a:srgbClr val="000000"/>
                </a:solidFill>
                <a:latin typeface="Consolas"/>
              </a:rPr>
              <a:t> </a:t>
            </a:r>
            <a:r>
              <a:rPr sz="1100">
                <a:solidFill>
                  <a:srgbClr val="000000"/>
                </a:solidFill>
                <a:latin typeface="Consolas"/>
              </a:rPr>
              <a:t> </a:t>
            </a:r>
            <a:r>
              <a:rPr sz="1100">
                <a:solidFill>
                  <a:srgbClr val="000000"/>
                </a:solidFill>
                <a:latin typeface="Consolas"/>
              </a:rPr>
              <a:t>Development</a:t>
            </a:r>
            <a:r>
              <a:rPr sz="1100">
                <a:solidFill>
                  <a:srgbClr val="000000"/>
                </a:solidFill>
                <a:latin typeface="Consolas"/>
              </a:rPr>
              <a:t> </a:t>
            </a:r>
            <a:r>
              <a:rPr sz="1100">
                <a:solidFill>
                  <a:srgbClr val="000000"/>
                </a:solidFill>
                <a:latin typeface="Consolas"/>
              </a:rPr>
              <a:t>Containers</a:t>
            </a:r>
            <a:r>
              <a:rPr sz="1100">
                <a:solidFill>
                  <a:srgbClr val="000000"/>
                </a:solidFill>
                <a:latin typeface="Consolas"/>
              </a:rPr>
              <a:t> </a:t>
            </a:r>
            <a:r>
              <a:rPr sz="1100">
                <a:solidFill>
                  <a:srgbClr val="000000"/>
                </a:solidFill>
                <a:latin typeface="Consolas"/>
              </a:rPr>
              <a:t>specification</a:t>
            </a:r>
            <a:r>
              <a:rPr sz="1100">
                <a:solidFill>
                  <a:srgbClr val="000000"/>
                </a:solidFill>
                <a:latin typeface="Consolas"/>
              </a:rPr>
              <a:t> </a:t>
            </a:r>
            <a:r>
              <a:rPr sz="1100">
                <a:solidFill>
                  <a:srgbClr val="000000"/>
                </a:solidFill>
                <a:latin typeface="Consolas"/>
              </a:rPr>
              <a:t>|</a:t>
            </a:r>
            <a:r>
              <a:rPr sz="1100">
                <a:solidFill>
                  <a:srgbClr val="000000"/>
                </a:solidFill>
                <a:latin typeface="Consolas"/>
              </a:rPr>
              <a:t> </a:t>
            </a:r>
            <a:r>
              <a:rPr sz="1100">
                <a:solidFill>
                  <a:srgbClr val="000000"/>
                </a:solidFill>
                <a:latin typeface="Consolas"/>
              </a:rPr>
              <a:t>containers.dev/implementors/json_reference/</a:t>
            </a:r>
          </a:p>
          <a:p>
            <a:pPr>
              <a:lnSpc>
                <a:spcPct val="100000"/>
              </a:lnSpc>
              <a:spcBef>
                <a:spcPts val="0"/>
              </a:spcBef>
              <a:spcAft>
                <a:spcPts val="0"/>
              </a:spcAft>
            </a:pPr>
            <a:r>
              <a:rPr sz="1100">
                <a:solidFill>
                  <a:srgbClr val="0000FF"/>
                </a:solidFill>
                <a:latin typeface="Consolas"/>
              </a:rPr>
              <a:t>-</a:t>
            </a:r>
            <a:r>
              <a:rPr sz="1100">
                <a:solidFill>
                  <a:srgbClr val="000000"/>
                </a:solidFill>
                <a:latin typeface="Consolas"/>
              </a:rPr>
              <a:t> </a:t>
            </a:r>
            <a:r>
              <a:rPr sz="1100">
                <a:solidFill>
                  <a:srgbClr val="000000"/>
                </a:solidFill>
                <a:latin typeface="Consolas"/>
              </a:rPr>
              <a:t>[dora-2025]</a:t>
            </a:r>
            <a:r>
              <a:rPr sz="1100">
                <a:solidFill>
                  <a:srgbClr val="000000"/>
                </a:solidFill>
                <a:latin typeface="Consolas"/>
              </a:rPr>
              <a:t> </a:t>
            </a:r>
            <a:r>
              <a:rPr sz="1100">
                <a:solidFill>
                  <a:srgbClr val="000000"/>
                </a:solidFill>
                <a:latin typeface="Consolas"/>
              </a:rPr>
              <a:t>Announcing</a:t>
            </a:r>
            <a:r>
              <a:rPr sz="1100">
                <a:solidFill>
                  <a:srgbClr val="000000"/>
                </a:solidFill>
                <a:latin typeface="Consolas"/>
              </a:rPr>
              <a:t> </a:t>
            </a:r>
            <a:r>
              <a:rPr sz="1100">
                <a:solidFill>
                  <a:srgbClr val="000000"/>
                </a:solidFill>
                <a:latin typeface="Consolas"/>
              </a:rPr>
              <a:t>the</a:t>
            </a:r>
            <a:r>
              <a:rPr sz="1100">
                <a:solidFill>
                  <a:srgbClr val="000000"/>
                </a:solidFill>
                <a:latin typeface="Consolas"/>
              </a:rPr>
              <a:t> </a:t>
            </a:r>
            <a:r>
              <a:rPr sz="1100">
                <a:solidFill>
                  <a:srgbClr val="000000"/>
                </a:solidFill>
                <a:latin typeface="Consolas"/>
              </a:rPr>
              <a:t>2025</a:t>
            </a:r>
            <a:r>
              <a:rPr sz="1100">
                <a:solidFill>
                  <a:srgbClr val="000000"/>
                </a:solidFill>
                <a:latin typeface="Consolas"/>
              </a:rPr>
              <a:t> </a:t>
            </a:r>
            <a:r>
              <a:rPr sz="1100">
                <a:solidFill>
                  <a:srgbClr val="000000"/>
                </a:solidFill>
                <a:latin typeface="Consolas"/>
              </a:rPr>
              <a:t>DORA</a:t>
            </a:r>
            <a:r>
              <a:rPr sz="1100">
                <a:solidFill>
                  <a:srgbClr val="000000"/>
                </a:solidFill>
                <a:latin typeface="Consolas"/>
              </a:rPr>
              <a:t> </a:t>
            </a:r>
            <a:r>
              <a:rPr sz="1100">
                <a:solidFill>
                  <a:srgbClr val="000000"/>
                </a:solidFill>
                <a:latin typeface="Consolas"/>
              </a:rPr>
              <a:t>report</a:t>
            </a:r>
          </a:p>
          <a:p>
            <a:pPr>
              <a:lnSpc>
                <a:spcPct val="100000"/>
              </a:lnSpc>
              <a:spcBef>
                <a:spcPts val="0"/>
              </a:spcBef>
              <a:spcAft>
                <a:spcPts val="0"/>
              </a:spcAft>
            </a:pPr>
            <a:r>
              <a:rPr sz="1100">
                <a:solidFill>
                  <a:srgbClr val="000000"/>
                </a:solidFill>
                <a:latin typeface="Consolas"/>
              </a:rPr>
              <a:t> </a:t>
            </a:r>
            <a:r>
              <a:rPr sz="1100">
                <a:solidFill>
                  <a:srgbClr val="000000"/>
                </a:solidFill>
                <a:latin typeface="Consolas"/>
              </a:rPr>
              <a:t> </a:t>
            </a:r>
            <a:r>
              <a:rPr sz="1100">
                <a:solidFill>
                  <a:srgbClr val="000000"/>
                </a:solidFill>
                <a:latin typeface="Consolas"/>
              </a:rPr>
              <a:t>Google</a:t>
            </a:r>
            <a:r>
              <a:rPr sz="1100">
                <a:solidFill>
                  <a:srgbClr val="000000"/>
                </a:solidFill>
                <a:latin typeface="Consolas"/>
              </a:rPr>
              <a:t> </a:t>
            </a:r>
            <a:r>
              <a:rPr sz="1100">
                <a:solidFill>
                  <a:srgbClr val="000000"/>
                </a:solidFill>
                <a:latin typeface="Consolas"/>
              </a:rPr>
              <a:t>Cloud</a:t>
            </a:r>
            <a:r>
              <a:rPr sz="1100">
                <a:solidFill>
                  <a:srgbClr val="000000"/>
                </a:solidFill>
                <a:latin typeface="Consolas"/>
              </a:rPr>
              <a:t> </a:t>
            </a:r>
            <a:r>
              <a:rPr sz="1100">
                <a:solidFill>
                  <a:srgbClr val="000000"/>
                </a:solidFill>
                <a:latin typeface="Consolas"/>
              </a:rPr>
              <a:t>|</a:t>
            </a:r>
            <a:r>
              <a:rPr sz="1100">
                <a:solidFill>
                  <a:srgbClr val="000000"/>
                </a:solidFill>
                <a:latin typeface="Consolas"/>
              </a:rPr>
              <a:t> </a:t>
            </a:r>
            <a:r>
              <a:rPr sz="1100">
                <a:solidFill>
                  <a:srgbClr val="000000"/>
                </a:solidFill>
                <a:latin typeface="Consolas"/>
              </a:rPr>
              <a:t>cloud.google.com/blog/products/ai-machine-learning/announcing-the-2025-dora-report</a:t>
            </a:r>
          </a:p>
          <a:p>
            <a:pPr>
              <a:lnSpc>
                <a:spcPct val="100000"/>
              </a:lnSpc>
              <a:spcBef>
                <a:spcPts val="0"/>
              </a:spcBef>
              <a:spcAft>
                <a:spcPts val="0"/>
              </a:spcAft>
            </a:pPr>
            <a:r>
              <a:rPr sz="1100">
                <a:solidFill>
                  <a:srgbClr val="0000FF"/>
                </a:solidFill>
                <a:latin typeface="Consolas"/>
              </a:rPr>
              <a:t>-</a:t>
            </a:r>
            <a:r>
              <a:rPr sz="1100">
                <a:solidFill>
                  <a:srgbClr val="000000"/>
                </a:solidFill>
                <a:latin typeface="Consolas"/>
              </a:rPr>
              <a:t> </a:t>
            </a:r>
            <a:r>
              <a:rPr sz="1100">
                <a:solidFill>
                  <a:srgbClr val="000000"/>
                </a:solidFill>
                <a:latin typeface="Consolas"/>
              </a:rPr>
              <a:t>[field-rcts]</a:t>
            </a:r>
            <a:r>
              <a:rPr sz="1100">
                <a:solidFill>
                  <a:srgbClr val="000000"/>
                </a:solidFill>
                <a:latin typeface="Consolas"/>
              </a:rPr>
              <a:t> </a:t>
            </a:r>
            <a:r>
              <a:rPr sz="1100">
                <a:solidFill>
                  <a:srgbClr val="000000"/>
                </a:solidFill>
                <a:latin typeface="Consolas"/>
              </a:rPr>
              <a:t>The</a:t>
            </a:r>
            <a:r>
              <a:rPr sz="1100">
                <a:solidFill>
                  <a:srgbClr val="000000"/>
                </a:solidFill>
                <a:latin typeface="Consolas"/>
              </a:rPr>
              <a:t> </a:t>
            </a:r>
            <a:r>
              <a:rPr sz="1100">
                <a:solidFill>
                  <a:srgbClr val="000000"/>
                </a:solidFill>
                <a:latin typeface="Consolas"/>
              </a:rPr>
              <a:t>Effects</a:t>
            </a:r>
            <a:r>
              <a:rPr sz="1100">
                <a:solidFill>
                  <a:srgbClr val="000000"/>
                </a:solidFill>
                <a:latin typeface="Consolas"/>
              </a:rPr>
              <a:t> </a:t>
            </a:r>
            <a:r>
              <a:rPr sz="1100">
                <a:solidFill>
                  <a:srgbClr val="000000"/>
                </a:solidFill>
                <a:latin typeface="Consolas"/>
              </a:rPr>
              <a:t>of</a:t>
            </a:r>
            <a:r>
              <a:rPr sz="1100">
                <a:solidFill>
                  <a:srgbClr val="000000"/>
                </a:solidFill>
                <a:latin typeface="Consolas"/>
              </a:rPr>
              <a:t> </a:t>
            </a:r>
            <a:r>
              <a:rPr sz="1100">
                <a:solidFill>
                  <a:srgbClr val="000000"/>
                </a:solidFill>
                <a:latin typeface="Consolas"/>
              </a:rPr>
              <a:t>Generative</a:t>
            </a:r>
            <a:r>
              <a:rPr sz="1100">
                <a:solidFill>
                  <a:srgbClr val="000000"/>
                </a:solidFill>
                <a:latin typeface="Consolas"/>
              </a:rPr>
              <a:t> </a:t>
            </a:r>
            <a:r>
              <a:rPr sz="1100">
                <a:solidFill>
                  <a:srgbClr val="000000"/>
                </a:solidFill>
                <a:latin typeface="Consolas"/>
              </a:rPr>
              <a:t>AI</a:t>
            </a:r>
            <a:r>
              <a:rPr sz="1100">
                <a:solidFill>
                  <a:srgbClr val="000000"/>
                </a:solidFill>
                <a:latin typeface="Consolas"/>
              </a:rPr>
              <a:t> </a:t>
            </a:r>
            <a:r>
              <a:rPr sz="1100">
                <a:solidFill>
                  <a:srgbClr val="000000"/>
                </a:solidFill>
                <a:latin typeface="Consolas"/>
              </a:rPr>
              <a:t>on</a:t>
            </a:r>
            <a:r>
              <a:rPr sz="1100">
                <a:solidFill>
                  <a:srgbClr val="000000"/>
                </a:solidFill>
                <a:latin typeface="Consolas"/>
              </a:rPr>
              <a:t> </a:t>
            </a:r>
            <a:r>
              <a:rPr sz="1100">
                <a:solidFill>
                  <a:srgbClr val="000000"/>
                </a:solidFill>
                <a:latin typeface="Consolas"/>
              </a:rPr>
              <a:t>High-Skilled</a:t>
            </a:r>
            <a:r>
              <a:rPr sz="1100">
                <a:solidFill>
                  <a:srgbClr val="000000"/>
                </a:solidFill>
                <a:latin typeface="Consolas"/>
              </a:rPr>
              <a:t> </a:t>
            </a:r>
            <a:r>
              <a:rPr sz="1100">
                <a:solidFill>
                  <a:srgbClr val="000000"/>
                </a:solidFill>
                <a:latin typeface="Consolas"/>
              </a:rPr>
              <a:t>Work:</a:t>
            </a:r>
            <a:r>
              <a:rPr sz="1100">
                <a:solidFill>
                  <a:srgbClr val="000000"/>
                </a:solidFill>
                <a:latin typeface="Consolas"/>
              </a:rPr>
              <a:t> </a:t>
            </a:r>
            <a:r>
              <a:rPr sz="1100">
                <a:solidFill>
                  <a:srgbClr val="000000"/>
                </a:solidFill>
                <a:latin typeface="Consolas"/>
              </a:rPr>
              <a:t>Evidence</a:t>
            </a:r>
            <a:r>
              <a:rPr sz="1100">
                <a:solidFill>
                  <a:srgbClr val="000000"/>
                </a:solidFill>
                <a:latin typeface="Consolas"/>
              </a:rPr>
              <a:t> </a:t>
            </a:r>
            <a:r>
              <a:rPr sz="1100">
                <a:solidFill>
                  <a:srgbClr val="000000"/>
                </a:solidFill>
                <a:latin typeface="Consolas"/>
              </a:rPr>
              <a:t>from</a:t>
            </a:r>
            <a:r>
              <a:rPr sz="1100">
                <a:solidFill>
                  <a:srgbClr val="000000"/>
                </a:solidFill>
                <a:latin typeface="Consolas"/>
              </a:rPr>
              <a:t> </a:t>
            </a:r>
            <a:r>
              <a:rPr sz="1100">
                <a:solidFill>
                  <a:srgbClr val="000000"/>
                </a:solidFill>
                <a:latin typeface="Consolas"/>
              </a:rPr>
              <a:t>Three</a:t>
            </a:r>
            <a:r>
              <a:rPr sz="1100">
                <a:solidFill>
                  <a:srgbClr val="000000"/>
                </a:solidFill>
                <a:latin typeface="Consolas"/>
              </a:rPr>
              <a:t> </a:t>
            </a:r>
            <a:r>
              <a:rPr sz="1100">
                <a:solidFill>
                  <a:srgbClr val="000000"/>
                </a:solidFill>
                <a:latin typeface="Consolas"/>
              </a:rPr>
              <a:t>Field</a:t>
            </a:r>
            <a:r>
              <a:rPr sz="1100">
                <a:solidFill>
                  <a:srgbClr val="000000"/>
                </a:solidFill>
                <a:latin typeface="Consolas"/>
              </a:rPr>
              <a:t> </a:t>
            </a:r>
            <a:r>
              <a:rPr sz="1100">
                <a:solidFill>
                  <a:srgbClr val="000000"/>
                </a:solidFill>
                <a:latin typeface="Consolas"/>
              </a:rPr>
              <a:t>Experiments</a:t>
            </a:r>
            <a:r>
              <a:rPr sz="1100">
                <a:solidFill>
                  <a:srgbClr val="000000"/>
                </a:solidFill>
                <a:latin typeface="Consolas"/>
              </a:rPr>
              <a:t> </a:t>
            </a:r>
            <a:r>
              <a:rPr sz="1100">
                <a:solidFill>
                  <a:srgbClr val="000000"/>
                </a:solidFill>
                <a:latin typeface="Consolas"/>
              </a:rPr>
              <a:t>with</a:t>
            </a:r>
            <a:r>
              <a:rPr sz="1100">
                <a:solidFill>
                  <a:srgbClr val="000000"/>
                </a:solidFill>
                <a:latin typeface="Consolas"/>
              </a:rPr>
              <a:t> </a:t>
            </a:r>
            <a:r>
              <a:rPr sz="1100">
                <a:solidFill>
                  <a:srgbClr val="000000"/>
                </a:solidFill>
                <a:latin typeface="Consolas"/>
              </a:rPr>
              <a:t>Software</a:t>
            </a:r>
            <a:r>
              <a:rPr sz="1100">
                <a:solidFill>
                  <a:srgbClr val="000000"/>
                </a:solidFill>
                <a:latin typeface="Consolas"/>
              </a:rPr>
              <a:t> </a:t>
            </a:r>
            <a:r>
              <a:rPr sz="1100">
                <a:solidFill>
                  <a:srgbClr val="000000"/>
                </a:solidFill>
                <a:latin typeface="Consolas"/>
              </a:rPr>
              <a:t>Developers</a:t>
            </a:r>
          </a:p>
          <a:p>
            <a:pPr>
              <a:lnSpc>
                <a:spcPct val="100000"/>
              </a:lnSpc>
              <a:spcBef>
                <a:spcPts val="0"/>
              </a:spcBef>
              <a:spcAft>
                <a:spcPts val="0"/>
              </a:spcAft>
            </a:pPr>
            <a:r>
              <a:rPr sz="1100">
                <a:solidFill>
                  <a:srgbClr val="000000"/>
                </a:solidFill>
                <a:latin typeface="Consolas"/>
              </a:rPr>
              <a:t> </a:t>
            </a:r>
            <a:r>
              <a:rPr sz="1100">
                <a:solidFill>
                  <a:srgbClr val="000000"/>
                </a:solidFill>
                <a:latin typeface="Consolas"/>
              </a:rPr>
              <a:t> </a:t>
            </a:r>
            <a:r>
              <a:rPr sz="1100">
                <a:solidFill>
                  <a:srgbClr val="000000"/>
                </a:solidFill>
                <a:latin typeface="Consolas"/>
              </a:rPr>
              <a:t>Management</a:t>
            </a:r>
            <a:r>
              <a:rPr sz="1100">
                <a:solidFill>
                  <a:srgbClr val="000000"/>
                </a:solidFill>
                <a:latin typeface="Consolas"/>
              </a:rPr>
              <a:t> </a:t>
            </a:r>
            <a:r>
              <a:rPr sz="1100">
                <a:solidFill>
                  <a:srgbClr val="000000"/>
                </a:solidFill>
                <a:latin typeface="Consolas"/>
              </a:rPr>
              <a:t>Science</a:t>
            </a:r>
            <a:r>
              <a:rPr sz="1100">
                <a:solidFill>
                  <a:srgbClr val="000000"/>
                </a:solidFill>
                <a:latin typeface="Consolas"/>
              </a:rPr>
              <a:t> </a:t>
            </a:r>
            <a:r>
              <a:rPr sz="1100">
                <a:solidFill>
                  <a:srgbClr val="000000"/>
                </a:solidFill>
                <a:latin typeface="Consolas"/>
              </a:rPr>
              <a:t>|</a:t>
            </a:r>
            <a:r>
              <a:rPr sz="1100">
                <a:solidFill>
                  <a:srgbClr val="000000"/>
                </a:solidFill>
                <a:latin typeface="Consolas"/>
              </a:rPr>
              <a:t> </a:t>
            </a:r>
            <a:r>
              <a:rPr sz="1100">
                <a:solidFill>
                  <a:srgbClr val="000000"/>
                </a:solidFill>
                <a:latin typeface="Consolas"/>
              </a:rPr>
              <a:t>pubsonline.informs.org/doi/10.1287/mnsc.2025.00535</a:t>
            </a:r>
          </a:p>
          <a:p>
            <a:pPr>
              <a:lnSpc>
                <a:spcPct val="100000"/>
              </a:lnSpc>
              <a:spcBef>
                <a:spcPts val="0"/>
              </a:spcBef>
              <a:spcAft>
                <a:spcPts val="0"/>
              </a:spcAft>
            </a:pPr>
            <a:r>
              <a:rPr sz="1100">
                <a:solidFill>
                  <a:srgbClr val="0000FF"/>
                </a:solidFill>
                <a:latin typeface="Consolas"/>
              </a:rPr>
              <a:t>-</a:t>
            </a:r>
            <a:r>
              <a:rPr sz="1100">
                <a:solidFill>
                  <a:srgbClr val="000000"/>
                </a:solidFill>
                <a:latin typeface="Consolas"/>
              </a:rPr>
              <a:t> </a:t>
            </a:r>
            <a:r>
              <a:rPr sz="1100">
                <a:solidFill>
                  <a:srgbClr val="000000"/>
                </a:solidFill>
                <a:latin typeface="Consolas"/>
              </a:rPr>
              <a:t>[gh-agent-best-practices]</a:t>
            </a:r>
            <a:r>
              <a:rPr sz="1100">
                <a:solidFill>
                  <a:srgbClr val="000000"/>
                </a:solidFill>
                <a:latin typeface="Consolas"/>
              </a:rPr>
              <a:t> </a:t>
            </a:r>
            <a:r>
              <a:rPr sz="1100">
                <a:solidFill>
                  <a:srgbClr val="000000"/>
                </a:solidFill>
                <a:latin typeface="Consolas"/>
              </a:rPr>
              <a:t>Best</a:t>
            </a:r>
            <a:r>
              <a:rPr sz="1100">
                <a:solidFill>
                  <a:srgbClr val="000000"/>
                </a:solidFill>
                <a:latin typeface="Consolas"/>
              </a:rPr>
              <a:t> </a:t>
            </a:r>
            <a:r>
              <a:rPr sz="1100">
                <a:solidFill>
                  <a:srgbClr val="000000"/>
                </a:solidFill>
                <a:latin typeface="Consolas"/>
              </a:rPr>
              <a:t>practices</a:t>
            </a:r>
            <a:r>
              <a:rPr sz="1100">
                <a:solidFill>
                  <a:srgbClr val="000000"/>
                </a:solidFill>
                <a:latin typeface="Consolas"/>
              </a:rPr>
              <a:t> </a:t>
            </a:r>
            <a:r>
              <a:rPr sz="1100">
                <a:solidFill>
                  <a:srgbClr val="000000"/>
                </a:solidFill>
                <a:latin typeface="Consolas"/>
              </a:rPr>
              <a:t>for</a:t>
            </a:r>
            <a:r>
              <a:rPr sz="1100">
                <a:solidFill>
                  <a:srgbClr val="000000"/>
                </a:solidFill>
                <a:latin typeface="Consolas"/>
              </a:rPr>
              <a:t> </a:t>
            </a:r>
            <a:r>
              <a:rPr sz="1100">
                <a:solidFill>
                  <a:srgbClr val="000000"/>
                </a:solidFill>
                <a:latin typeface="Consolas"/>
              </a:rPr>
              <a:t>using</a:t>
            </a:r>
            <a:r>
              <a:rPr sz="1100">
                <a:solidFill>
                  <a:srgbClr val="000000"/>
                </a:solidFill>
                <a:latin typeface="Consolas"/>
              </a:rPr>
              <a:t> </a:t>
            </a:r>
            <a:r>
              <a:rPr sz="1100">
                <a:solidFill>
                  <a:srgbClr val="000000"/>
                </a:solidFill>
                <a:latin typeface="Consolas"/>
              </a:rPr>
              <a:t>GitHub</a:t>
            </a:r>
            <a:r>
              <a:rPr sz="1100">
                <a:solidFill>
                  <a:srgbClr val="000000"/>
                </a:solidFill>
                <a:latin typeface="Consolas"/>
              </a:rPr>
              <a:t> </a:t>
            </a:r>
            <a:r>
              <a:rPr sz="1100">
                <a:solidFill>
                  <a:srgbClr val="000000"/>
                </a:solidFill>
                <a:latin typeface="Consolas"/>
              </a:rPr>
              <a:t>Copilot</a:t>
            </a:r>
            <a:r>
              <a:rPr sz="1100">
                <a:solidFill>
                  <a:srgbClr val="000000"/>
                </a:solidFill>
                <a:latin typeface="Consolas"/>
              </a:rPr>
              <a:t> </a:t>
            </a:r>
            <a:r>
              <a:rPr sz="1100">
                <a:solidFill>
                  <a:srgbClr val="000000"/>
                </a:solidFill>
                <a:latin typeface="Consolas"/>
              </a:rPr>
              <a:t>to</a:t>
            </a:r>
            <a:r>
              <a:rPr sz="1100">
                <a:solidFill>
                  <a:srgbClr val="000000"/>
                </a:solidFill>
                <a:latin typeface="Consolas"/>
              </a:rPr>
              <a:t> </a:t>
            </a:r>
            <a:r>
              <a:rPr sz="1100">
                <a:solidFill>
                  <a:srgbClr val="000000"/>
                </a:solidFill>
                <a:latin typeface="Consolas"/>
              </a:rPr>
              <a:t>work</a:t>
            </a:r>
            <a:r>
              <a:rPr sz="1100">
                <a:solidFill>
                  <a:srgbClr val="000000"/>
                </a:solidFill>
                <a:latin typeface="Consolas"/>
              </a:rPr>
              <a:t> </a:t>
            </a:r>
            <a:r>
              <a:rPr sz="1100">
                <a:solidFill>
                  <a:srgbClr val="000000"/>
                </a:solidFill>
                <a:latin typeface="Consolas"/>
              </a:rPr>
              <a:t>on</a:t>
            </a:r>
            <a:r>
              <a:rPr sz="1100">
                <a:solidFill>
                  <a:srgbClr val="000000"/>
                </a:solidFill>
                <a:latin typeface="Consolas"/>
              </a:rPr>
              <a:t> </a:t>
            </a:r>
            <a:r>
              <a:rPr sz="1100">
                <a:solidFill>
                  <a:srgbClr val="000000"/>
                </a:solidFill>
                <a:latin typeface="Consolas"/>
              </a:rPr>
              <a:t>tasks</a:t>
            </a:r>
          </a:p>
          <a:p>
            <a:pPr>
              <a:lnSpc>
                <a:spcPct val="100000"/>
              </a:lnSpc>
              <a:spcBef>
                <a:spcPts val="0"/>
              </a:spcBef>
              <a:spcAft>
                <a:spcPts val="0"/>
              </a:spcAft>
            </a:pPr>
            <a:r>
              <a:rPr sz="1100">
                <a:solidFill>
                  <a:srgbClr val="000000"/>
                </a:solidFill>
                <a:latin typeface="Consolas"/>
              </a:rPr>
              <a:t> </a:t>
            </a:r>
            <a:r>
              <a:rPr sz="1100">
                <a:solidFill>
                  <a:srgbClr val="000000"/>
                </a:solidFill>
                <a:latin typeface="Consolas"/>
              </a:rPr>
              <a:t> </a:t>
            </a:r>
            <a:r>
              <a:rPr sz="1100">
                <a:solidFill>
                  <a:srgbClr val="000000"/>
                </a:solidFill>
                <a:latin typeface="Consolas"/>
              </a:rPr>
              <a:t>GitHub</a:t>
            </a:r>
            <a:r>
              <a:rPr sz="1100">
                <a:solidFill>
                  <a:srgbClr val="000000"/>
                </a:solidFill>
                <a:latin typeface="Consolas"/>
              </a:rPr>
              <a:t> </a:t>
            </a:r>
            <a:r>
              <a:rPr sz="1100">
                <a:solidFill>
                  <a:srgbClr val="000000"/>
                </a:solidFill>
                <a:latin typeface="Consolas"/>
              </a:rPr>
              <a:t>Docs</a:t>
            </a:r>
            <a:r>
              <a:rPr sz="1100">
                <a:solidFill>
                  <a:srgbClr val="000000"/>
                </a:solidFill>
                <a:latin typeface="Consolas"/>
              </a:rPr>
              <a:t> </a:t>
            </a:r>
            <a:r>
              <a:rPr sz="1100">
                <a:solidFill>
                  <a:srgbClr val="000000"/>
                </a:solidFill>
                <a:latin typeface="Consolas"/>
              </a:rPr>
              <a:t>|</a:t>
            </a:r>
            <a:r>
              <a:rPr sz="1100">
                <a:solidFill>
                  <a:srgbClr val="000000"/>
                </a:solidFill>
                <a:latin typeface="Consolas"/>
              </a:rPr>
              <a:t> </a:t>
            </a:r>
            <a:r>
              <a:rPr sz="1100">
                <a:solidFill>
                  <a:srgbClr val="000000"/>
                </a:solidFill>
                <a:latin typeface="Consolas"/>
              </a:rPr>
              <a:t>docs.github.com/en/copilot/tutorials/cloud-agent/get-the-best-results</a:t>
            </a:r>
          </a:p>
          <a:p>
            <a:pPr>
              <a:lnSpc>
                <a:spcPct val="100000"/>
              </a:lnSpc>
              <a:spcBef>
                <a:spcPts val="0"/>
              </a:spcBef>
              <a:spcAft>
                <a:spcPts val="0"/>
              </a:spcAft>
            </a:pPr>
            <a:r>
              <a:rPr sz="1100">
                <a:solidFill>
                  <a:srgbClr val="0000FF"/>
                </a:solidFill>
                <a:latin typeface="Consolas"/>
              </a:rPr>
              <a:t>-</a:t>
            </a:r>
            <a:r>
              <a:rPr sz="1100">
                <a:solidFill>
                  <a:srgbClr val="000000"/>
                </a:solidFill>
                <a:latin typeface="Consolas"/>
              </a:rPr>
              <a:t> </a:t>
            </a:r>
            <a:r>
              <a:rPr sz="1100">
                <a:solidFill>
                  <a:srgbClr val="000000"/>
                </a:solidFill>
                <a:latin typeface="Consolas"/>
              </a:rPr>
              <a:t>[gh-agent-env]</a:t>
            </a:r>
            <a:r>
              <a:rPr sz="1100">
                <a:solidFill>
                  <a:srgbClr val="000000"/>
                </a:solidFill>
                <a:latin typeface="Consolas"/>
              </a:rPr>
              <a:t> </a:t>
            </a:r>
            <a:r>
              <a:rPr sz="1100">
                <a:solidFill>
                  <a:srgbClr val="000000"/>
                </a:solidFill>
                <a:latin typeface="Consolas"/>
              </a:rPr>
              <a:t>Configure</a:t>
            </a:r>
            <a:r>
              <a:rPr sz="1100">
                <a:solidFill>
                  <a:srgbClr val="000000"/>
                </a:solidFill>
                <a:latin typeface="Consolas"/>
              </a:rPr>
              <a:t> </a:t>
            </a:r>
            <a:r>
              <a:rPr sz="1100">
                <a:solidFill>
                  <a:srgbClr val="000000"/>
                </a:solidFill>
                <a:latin typeface="Consolas"/>
              </a:rPr>
              <a:t>the</a:t>
            </a:r>
            <a:r>
              <a:rPr sz="1100">
                <a:solidFill>
                  <a:srgbClr val="000000"/>
                </a:solidFill>
                <a:latin typeface="Consolas"/>
              </a:rPr>
              <a:t> </a:t>
            </a:r>
            <a:r>
              <a:rPr sz="1100">
                <a:solidFill>
                  <a:srgbClr val="000000"/>
                </a:solidFill>
                <a:latin typeface="Consolas"/>
              </a:rPr>
              <a:t>development</a:t>
            </a:r>
            <a:r>
              <a:rPr sz="1100">
                <a:solidFill>
                  <a:srgbClr val="000000"/>
                </a:solidFill>
                <a:latin typeface="Consolas"/>
              </a:rPr>
              <a:t> </a:t>
            </a:r>
            <a:r>
              <a:rPr sz="1100">
                <a:solidFill>
                  <a:srgbClr val="000000"/>
                </a:solidFill>
                <a:latin typeface="Consolas"/>
              </a:rPr>
              <a:t>environment</a:t>
            </a:r>
            <a:r>
              <a:rPr sz="1100">
                <a:solidFill>
                  <a:srgbClr val="000000"/>
                </a:solidFill>
                <a:latin typeface="Consolas"/>
              </a:rPr>
              <a:t> </a:t>
            </a:r>
            <a:r>
              <a:rPr sz="1100">
                <a:solidFill>
                  <a:srgbClr val="000000"/>
                </a:solidFill>
                <a:latin typeface="Consolas"/>
              </a:rPr>
              <a:t>(Copilot</a:t>
            </a:r>
            <a:r>
              <a:rPr sz="1100">
                <a:solidFill>
                  <a:srgbClr val="000000"/>
                </a:solidFill>
                <a:latin typeface="Consolas"/>
              </a:rPr>
              <a:t> </a:t>
            </a:r>
            <a:r>
              <a:rPr sz="1100">
                <a:solidFill>
                  <a:srgbClr val="000000"/>
                </a:solidFill>
                <a:latin typeface="Consolas"/>
              </a:rPr>
              <a:t>cloud</a:t>
            </a:r>
            <a:r>
              <a:rPr sz="1100">
                <a:solidFill>
                  <a:srgbClr val="000000"/>
                </a:solidFill>
                <a:latin typeface="Consolas"/>
              </a:rPr>
              <a:t> </a:t>
            </a:r>
            <a:r>
              <a:rPr sz="1100">
                <a:solidFill>
                  <a:srgbClr val="000000"/>
                </a:solidFill>
                <a:latin typeface="Consolas"/>
              </a:rPr>
              <a:t>agent)</a:t>
            </a:r>
          </a:p>
          <a:p>
            <a:pPr>
              <a:lnSpc>
                <a:spcPct val="100000"/>
              </a:lnSpc>
              <a:spcBef>
                <a:spcPts val="0"/>
              </a:spcBef>
              <a:spcAft>
                <a:spcPts val="0"/>
              </a:spcAft>
            </a:pPr>
            <a:r>
              <a:rPr sz="1100">
                <a:solidFill>
                  <a:srgbClr val="000000"/>
                </a:solidFill>
                <a:latin typeface="Consolas"/>
              </a:rPr>
              <a:t> </a:t>
            </a:r>
            <a:r>
              <a:rPr sz="1100">
                <a:solidFill>
                  <a:srgbClr val="000000"/>
                </a:solidFill>
                <a:latin typeface="Consolas"/>
              </a:rPr>
              <a:t> </a:t>
            </a:r>
            <a:r>
              <a:rPr sz="1100">
                <a:solidFill>
                  <a:srgbClr val="000000"/>
                </a:solidFill>
                <a:latin typeface="Consolas"/>
              </a:rPr>
              <a:t>GitHub</a:t>
            </a:r>
            <a:r>
              <a:rPr sz="1100">
                <a:solidFill>
                  <a:srgbClr val="000000"/>
                </a:solidFill>
                <a:latin typeface="Consolas"/>
              </a:rPr>
              <a:t> </a:t>
            </a:r>
            <a:r>
              <a:rPr sz="1100">
                <a:solidFill>
                  <a:srgbClr val="000000"/>
                </a:solidFill>
                <a:latin typeface="Consolas"/>
              </a:rPr>
              <a:t>Docs</a:t>
            </a:r>
            <a:r>
              <a:rPr sz="1100">
                <a:solidFill>
                  <a:srgbClr val="000000"/>
                </a:solidFill>
                <a:latin typeface="Consolas"/>
              </a:rPr>
              <a:t> </a:t>
            </a:r>
            <a:r>
              <a:rPr sz="1100">
                <a:solidFill>
                  <a:srgbClr val="000000"/>
                </a:solidFill>
                <a:latin typeface="Consolas"/>
              </a:rPr>
              <a:t>|</a:t>
            </a:r>
            <a:r>
              <a:rPr sz="1100">
                <a:solidFill>
                  <a:srgbClr val="000000"/>
                </a:solidFill>
                <a:latin typeface="Consolas"/>
              </a:rPr>
              <a:t> </a:t>
            </a:r>
            <a:r>
              <a:rPr sz="1100">
                <a:solidFill>
                  <a:srgbClr val="000000"/>
                </a:solidFill>
                <a:latin typeface="Consolas"/>
              </a:rPr>
              <a:t>docs.github.com/en/copilot/how-tos/copilot-on-github/customize-copilot/customize-cloud-agent/customize-the-ag...</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References (2 of 6)</a:t>
            </a:r>
          </a:p>
        </p:txBody>
      </p:sp>
      <p:sp>
        <p:nvSpPr>
          <p:cNvPr id="3" name="Text Placeholder 2"/>
          <p:cNvSpPr>
            <a:spLocks noGrp="1"/>
          </p:cNvSpPr>
          <p:nvPr>
            <p:ph type="body" idx="13" sz="quarter"/>
          </p:nvPr>
        </p:nvSpPr>
        <p:spPr/>
        <p:txBody>
          <a:bodyPr wrap="square"/>
          <a:lstStyle/>
          <a:p>
            <a:pPr>
              <a:buNone/>
            </a:pPr>
            <a:r>
              <a:rPr sz="1300"/>
              <a:t>REFERENCES.md</a:t>
            </a:r>
          </a:p>
        </p:txBody>
      </p:sp>
      <p:sp>
        <p:nvSpPr>
          <p:cNvPr id="4" name="Text Placeholder 3"/>
          <p:cNvSpPr>
            <a:spLocks noGrp="1"/>
          </p:cNvSpPr>
          <p:nvPr>
            <p:ph type="body" idx="10" sz="quarter"/>
          </p:nvPr>
        </p:nvSpPr>
        <p:spPr/>
        <p:txBody>
          <a:bodyPr wrap="none"/>
          <a:lstStyle/>
          <a:p>
            <a:pPr>
              <a:lnSpc>
                <a:spcPct val="100000"/>
              </a:lnSpc>
              <a:spcBef>
                <a:spcPts val="0"/>
              </a:spcBef>
              <a:spcAft>
                <a:spcPts val="0"/>
              </a:spcAft>
            </a:pPr>
            <a:r>
              <a:rPr sz="1100">
                <a:solidFill>
                  <a:srgbClr val="0000FF"/>
                </a:solidFill>
                <a:latin typeface="Consolas"/>
              </a:rPr>
              <a:t>-</a:t>
            </a:r>
            <a:r>
              <a:rPr sz="1100">
                <a:solidFill>
                  <a:srgbClr val="000000"/>
                </a:solidFill>
                <a:latin typeface="Consolas"/>
              </a:rPr>
              <a:t> </a:t>
            </a:r>
            <a:r>
              <a:rPr sz="1100">
                <a:solidFill>
                  <a:srgbClr val="000000"/>
                </a:solidFill>
                <a:latin typeface="Consolas"/>
              </a:rPr>
              <a:t>[gh-agent-risks]</a:t>
            </a:r>
            <a:r>
              <a:rPr sz="1100">
                <a:solidFill>
                  <a:srgbClr val="000000"/>
                </a:solidFill>
                <a:latin typeface="Consolas"/>
              </a:rPr>
              <a:t> </a:t>
            </a:r>
            <a:r>
              <a:rPr sz="1100">
                <a:solidFill>
                  <a:srgbClr val="000000"/>
                </a:solidFill>
                <a:latin typeface="Consolas"/>
              </a:rPr>
              <a:t>Risks</a:t>
            </a:r>
            <a:r>
              <a:rPr sz="1100">
                <a:solidFill>
                  <a:srgbClr val="000000"/>
                </a:solidFill>
                <a:latin typeface="Consolas"/>
              </a:rPr>
              <a:t> </a:t>
            </a:r>
            <a:r>
              <a:rPr sz="1100">
                <a:solidFill>
                  <a:srgbClr val="000000"/>
                </a:solidFill>
                <a:latin typeface="Consolas"/>
              </a:rPr>
              <a:t>and</a:t>
            </a:r>
            <a:r>
              <a:rPr sz="1100">
                <a:solidFill>
                  <a:srgbClr val="000000"/>
                </a:solidFill>
                <a:latin typeface="Consolas"/>
              </a:rPr>
              <a:t> </a:t>
            </a:r>
            <a:r>
              <a:rPr sz="1100">
                <a:solidFill>
                  <a:srgbClr val="000000"/>
                </a:solidFill>
                <a:latin typeface="Consolas"/>
              </a:rPr>
              <a:t>mitigations</a:t>
            </a:r>
            <a:r>
              <a:rPr sz="1100">
                <a:solidFill>
                  <a:srgbClr val="000000"/>
                </a:solidFill>
                <a:latin typeface="Consolas"/>
              </a:rPr>
              <a:t> </a:t>
            </a:r>
            <a:r>
              <a:rPr sz="1100">
                <a:solidFill>
                  <a:srgbClr val="000000"/>
                </a:solidFill>
                <a:latin typeface="Consolas"/>
              </a:rPr>
              <a:t>for</a:t>
            </a:r>
            <a:r>
              <a:rPr sz="1100">
                <a:solidFill>
                  <a:srgbClr val="000000"/>
                </a:solidFill>
                <a:latin typeface="Consolas"/>
              </a:rPr>
              <a:t> </a:t>
            </a:r>
            <a:r>
              <a:rPr sz="1100">
                <a:solidFill>
                  <a:srgbClr val="000000"/>
                </a:solidFill>
                <a:latin typeface="Consolas"/>
              </a:rPr>
              <a:t>GitHub</a:t>
            </a:r>
            <a:r>
              <a:rPr sz="1100">
                <a:solidFill>
                  <a:srgbClr val="000000"/>
                </a:solidFill>
                <a:latin typeface="Consolas"/>
              </a:rPr>
              <a:t> </a:t>
            </a:r>
            <a:r>
              <a:rPr sz="1100">
                <a:solidFill>
                  <a:srgbClr val="000000"/>
                </a:solidFill>
                <a:latin typeface="Consolas"/>
              </a:rPr>
              <a:t>Copilot</a:t>
            </a:r>
            <a:r>
              <a:rPr sz="1100">
                <a:solidFill>
                  <a:srgbClr val="000000"/>
                </a:solidFill>
                <a:latin typeface="Consolas"/>
              </a:rPr>
              <a:t> </a:t>
            </a:r>
            <a:r>
              <a:rPr sz="1100">
                <a:solidFill>
                  <a:srgbClr val="000000"/>
                </a:solidFill>
                <a:latin typeface="Consolas"/>
              </a:rPr>
              <a:t>cloud</a:t>
            </a:r>
            <a:r>
              <a:rPr sz="1100">
                <a:solidFill>
                  <a:srgbClr val="000000"/>
                </a:solidFill>
                <a:latin typeface="Consolas"/>
              </a:rPr>
              <a:t> </a:t>
            </a:r>
            <a:r>
              <a:rPr sz="1100">
                <a:solidFill>
                  <a:srgbClr val="000000"/>
                </a:solidFill>
                <a:latin typeface="Consolas"/>
              </a:rPr>
              <a:t>agent</a:t>
            </a:r>
          </a:p>
          <a:p>
            <a:pPr>
              <a:lnSpc>
                <a:spcPct val="100000"/>
              </a:lnSpc>
              <a:spcBef>
                <a:spcPts val="0"/>
              </a:spcBef>
              <a:spcAft>
                <a:spcPts val="0"/>
              </a:spcAft>
            </a:pPr>
            <a:r>
              <a:rPr sz="1100">
                <a:solidFill>
                  <a:srgbClr val="000000"/>
                </a:solidFill>
                <a:latin typeface="Consolas"/>
              </a:rPr>
              <a:t> </a:t>
            </a:r>
            <a:r>
              <a:rPr sz="1100">
                <a:solidFill>
                  <a:srgbClr val="000000"/>
                </a:solidFill>
                <a:latin typeface="Consolas"/>
              </a:rPr>
              <a:t> </a:t>
            </a:r>
            <a:r>
              <a:rPr sz="1100">
                <a:solidFill>
                  <a:srgbClr val="000000"/>
                </a:solidFill>
                <a:latin typeface="Consolas"/>
              </a:rPr>
              <a:t>GitHub</a:t>
            </a:r>
            <a:r>
              <a:rPr sz="1100">
                <a:solidFill>
                  <a:srgbClr val="000000"/>
                </a:solidFill>
                <a:latin typeface="Consolas"/>
              </a:rPr>
              <a:t> </a:t>
            </a:r>
            <a:r>
              <a:rPr sz="1100">
                <a:solidFill>
                  <a:srgbClr val="000000"/>
                </a:solidFill>
                <a:latin typeface="Consolas"/>
              </a:rPr>
              <a:t>Docs</a:t>
            </a:r>
            <a:r>
              <a:rPr sz="1100">
                <a:solidFill>
                  <a:srgbClr val="000000"/>
                </a:solidFill>
                <a:latin typeface="Consolas"/>
              </a:rPr>
              <a:t> </a:t>
            </a:r>
            <a:r>
              <a:rPr sz="1100">
                <a:solidFill>
                  <a:srgbClr val="000000"/>
                </a:solidFill>
                <a:latin typeface="Consolas"/>
              </a:rPr>
              <a:t>|</a:t>
            </a:r>
            <a:r>
              <a:rPr sz="1100">
                <a:solidFill>
                  <a:srgbClr val="000000"/>
                </a:solidFill>
                <a:latin typeface="Consolas"/>
              </a:rPr>
              <a:t> </a:t>
            </a:r>
            <a:r>
              <a:rPr sz="1100">
                <a:solidFill>
                  <a:srgbClr val="000000"/>
                </a:solidFill>
                <a:latin typeface="Consolas"/>
              </a:rPr>
              <a:t>docs.github.com/en/copilot/concepts/agents/cloud-agent/risks-and-mitigations</a:t>
            </a:r>
          </a:p>
          <a:p>
            <a:pPr>
              <a:lnSpc>
                <a:spcPct val="100000"/>
              </a:lnSpc>
              <a:spcBef>
                <a:spcPts val="0"/>
              </a:spcBef>
              <a:spcAft>
                <a:spcPts val="0"/>
              </a:spcAft>
            </a:pPr>
            <a:r>
              <a:rPr sz="1100">
                <a:solidFill>
                  <a:srgbClr val="0000FF"/>
                </a:solidFill>
                <a:latin typeface="Consolas"/>
              </a:rPr>
              <a:t>-</a:t>
            </a:r>
            <a:r>
              <a:rPr sz="1100">
                <a:solidFill>
                  <a:srgbClr val="000000"/>
                </a:solidFill>
                <a:latin typeface="Consolas"/>
              </a:rPr>
              <a:t> </a:t>
            </a:r>
            <a:r>
              <a:rPr sz="1100">
                <a:solidFill>
                  <a:srgbClr val="000000"/>
                </a:solidFill>
                <a:latin typeface="Consolas"/>
              </a:rPr>
              <a:t>[gh-agent-settings]</a:t>
            </a:r>
            <a:r>
              <a:rPr sz="1100">
                <a:solidFill>
                  <a:srgbClr val="000000"/>
                </a:solidFill>
                <a:latin typeface="Consolas"/>
              </a:rPr>
              <a:t> </a:t>
            </a:r>
            <a:r>
              <a:rPr sz="1100">
                <a:solidFill>
                  <a:srgbClr val="000000"/>
                </a:solidFill>
                <a:latin typeface="Consolas"/>
              </a:rPr>
              <a:t>Configuring</a:t>
            </a:r>
            <a:r>
              <a:rPr sz="1100">
                <a:solidFill>
                  <a:srgbClr val="000000"/>
                </a:solidFill>
                <a:latin typeface="Consolas"/>
              </a:rPr>
              <a:t> </a:t>
            </a:r>
            <a:r>
              <a:rPr sz="1100">
                <a:solidFill>
                  <a:srgbClr val="000000"/>
                </a:solidFill>
                <a:latin typeface="Consolas"/>
              </a:rPr>
              <a:t>settings</a:t>
            </a:r>
            <a:r>
              <a:rPr sz="1100">
                <a:solidFill>
                  <a:srgbClr val="000000"/>
                </a:solidFill>
                <a:latin typeface="Consolas"/>
              </a:rPr>
              <a:t> </a:t>
            </a:r>
            <a:r>
              <a:rPr sz="1100">
                <a:solidFill>
                  <a:srgbClr val="000000"/>
                </a:solidFill>
                <a:latin typeface="Consolas"/>
              </a:rPr>
              <a:t>for</a:t>
            </a:r>
            <a:r>
              <a:rPr sz="1100">
                <a:solidFill>
                  <a:srgbClr val="000000"/>
                </a:solidFill>
                <a:latin typeface="Consolas"/>
              </a:rPr>
              <a:t> </a:t>
            </a:r>
            <a:r>
              <a:rPr sz="1100">
                <a:solidFill>
                  <a:srgbClr val="000000"/>
                </a:solidFill>
                <a:latin typeface="Consolas"/>
              </a:rPr>
              <a:t>GitHub</a:t>
            </a:r>
            <a:r>
              <a:rPr sz="1100">
                <a:solidFill>
                  <a:srgbClr val="000000"/>
                </a:solidFill>
                <a:latin typeface="Consolas"/>
              </a:rPr>
              <a:t> </a:t>
            </a:r>
            <a:r>
              <a:rPr sz="1100">
                <a:solidFill>
                  <a:srgbClr val="000000"/>
                </a:solidFill>
                <a:latin typeface="Consolas"/>
              </a:rPr>
              <a:t>Copilot</a:t>
            </a:r>
            <a:r>
              <a:rPr sz="1100">
                <a:solidFill>
                  <a:srgbClr val="000000"/>
                </a:solidFill>
                <a:latin typeface="Consolas"/>
              </a:rPr>
              <a:t> </a:t>
            </a:r>
            <a:r>
              <a:rPr sz="1100">
                <a:solidFill>
                  <a:srgbClr val="000000"/>
                </a:solidFill>
                <a:latin typeface="Consolas"/>
              </a:rPr>
              <a:t>cloud</a:t>
            </a:r>
            <a:r>
              <a:rPr sz="1100">
                <a:solidFill>
                  <a:srgbClr val="000000"/>
                </a:solidFill>
                <a:latin typeface="Consolas"/>
              </a:rPr>
              <a:t> </a:t>
            </a:r>
            <a:r>
              <a:rPr sz="1100">
                <a:solidFill>
                  <a:srgbClr val="000000"/>
                </a:solidFill>
                <a:latin typeface="Consolas"/>
              </a:rPr>
              <a:t>agent</a:t>
            </a:r>
          </a:p>
          <a:p>
            <a:pPr>
              <a:lnSpc>
                <a:spcPct val="100000"/>
              </a:lnSpc>
              <a:spcBef>
                <a:spcPts val="0"/>
              </a:spcBef>
              <a:spcAft>
                <a:spcPts val="0"/>
              </a:spcAft>
            </a:pPr>
            <a:r>
              <a:rPr sz="1100">
                <a:solidFill>
                  <a:srgbClr val="000000"/>
                </a:solidFill>
                <a:latin typeface="Consolas"/>
              </a:rPr>
              <a:t> </a:t>
            </a:r>
            <a:r>
              <a:rPr sz="1100">
                <a:solidFill>
                  <a:srgbClr val="000000"/>
                </a:solidFill>
                <a:latin typeface="Consolas"/>
              </a:rPr>
              <a:t> </a:t>
            </a:r>
            <a:r>
              <a:rPr sz="1100">
                <a:solidFill>
                  <a:srgbClr val="000000"/>
                </a:solidFill>
                <a:latin typeface="Consolas"/>
              </a:rPr>
              <a:t>GitHub</a:t>
            </a:r>
            <a:r>
              <a:rPr sz="1100">
                <a:solidFill>
                  <a:srgbClr val="000000"/>
                </a:solidFill>
                <a:latin typeface="Consolas"/>
              </a:rPr>
              <a:t> </a:t>
            </a:r>
            <a:r>
              <a:rPr sz="1100">
                <a:solidFill>
                  <a:srgbClr val="000000"/>
                </a:solidFill>
                <a:latin typeface="Consolas"/>
              </a:rPr>
              <a:t>Docs</a:t>
            </a:r>
            <a:r>
              <a:rPr sz="1100">
                <a:solidFill>
                  <a:srgbClr val="000000"/>
                </a:solidFill>
                <a:latin typeface="Consolas"/>
              </a:rPr>
              <a:t> </a:t>
            </a:r>
            <a:r>
              <a:rPr sz="1100">
                <a:solidFill>
                  <a:srgbClr val="000000"/>
                </a:solidFill>
                <a:latin typeface="Consolas"/>
              </a:rPr>
              <a:t>|</a:t>
            </a:r>
            <a:r>
              <a:rPr sz="1100">
                <a:solidFill>
                  <a:srgbClr val="000000"/>
                </a:solidFill>
                <a:latin typeface="Consolas"/>
              </a:rPr>
              <a:t> </a:t>
            </a:r>
            <a:r>
              <a:rPr sz="1100">
                <a:solidFill>
                  <a:srgbClr val="000000"/>
                </a:solidFill>
                <a:latin typeface="Consolas"/>
              </a:rPr>
              <a:t>docs.github.com/en/copilot/how-tos/use-copilot-agents/cloud-agent/configuring-agent-settings</a:t>
            </a:r>
          </a:p>
          <a:p>
            <a:pPr>
              <a:lnSpc>
                <a:spcPct val="100000"/>
              </a:lnSpc>
              <a:spcBef>
                <a:spcPts val="0"/>
              </a:spcBef>
              <a:spcAft>
                <a:spcPts val="0"/>
              </a:spcAft>
            </a:pPr>
            <a:r>
              <a:rPr sz="1100">
                <a:solidFill>
                  <a:srgbClr val="0000FF"/>
                </a:solidFill>
                <a:latin typeface="Consolas"/>
              </a:rPr>
              <a:t>-</a:t>
            </a:r>
            <a:r>
              <a:rPr sz="1100">
                <a:solidFill>
                  <a:srgbClr val="000000"/>
                </a:solidFill>
                <a:latin typeface="Consolas"/>
              </a:rPr>
              <a:t> </a:t>
            </a:r>
            <a:r>
              <a:rPr sz="1100">
                <a:solidFill>
                  <a:srgbClr val="000000"/>
                </a:solidFill>
                <a:latin typeface="Consolas"/>
              </a:rPr>
              <a:t>[gh-agents-md]</a:t>
            </a:r>
            <a:r>
              <a:rPr sz="1100">
                <a:solidFill>
                  <a:srgbClr val="000000"/>
                </a:solidFill>
                <a:latin typeface="Consolas"/>
              </a:rPr>
              <a:t> </a:t>
            </a:r>
            <a:r>
              <a:rPr sz="1100">
                <a:solidFill>
                  <a:srgbClr val="000000"/>
                </a:solidFill>
                <a:latin typeface="Consolas"/>
              </a:rPr>
              <a:t>AGENTS.md</a:t>
            </a:r>
          </a:p>
          <a:p>
            <a:pPr>
              <a:lnSpc>
                <a:spcPct val="100000"/>
              </a:lnSpc>
              <a:spcBef>
                <a:spcPts val="0"/>
              </a:spcBef>
              <a:spcAft>
                <a:spcPts val="0"/>
              </a:spcAft>
            </a:pPr>
            <a:r>
              <a:rPr sz="1100">
                <a:solidFill>
                  <a:srgbClr val="000000"/>
                </a:solidFill>
                <a:latin typeface="Consolas"/>
              </a:rPr>
              <a:t> </a:t>
            </a:r>
            <a:r>
              <a:rPr sz="1100">
                <a:solidFill>
                  <a:srgbClr val="000000"/>
                </a:solidFill>
                <a:latin typeface="Consolas"/>
              </a:rPr>
              <a:t> </a:t>
            </a:r>
            <a:r>
              <a:rPr sz="1100">
                <a:solidFill>
                  <a:srgbClr val="000000"/>
                </a:solidFill>
                <a:latin typeface="Consolas"/>
              </a:rPr>
              <a:t>agents.md</a:t>
            </a:r>
            <a:r>
              <a:rPr sz="1100">
                <a:solidFill>
                  <a:srgbClr val="000000"/>
                </a:solidFill>
                <a:latin typeface="Consolas"/>
              </a:rPr>
              <a:t> </a:t>
            </a:r>
            <a:r>
              <a:rPr sz="1100">
                <a:solidFill>
                  <a:srgbClr val="000000"/>
                </a:solidFill>
                <a:latin typeface="Consolas"/>
              </a:rPr>
              <a:t>(openai/agents.md)</a:t>
            </a:r>
            <a:r>
              <a:rPr sz="1100">
                <a:solidFill>
                  <a:srgbClr val="000000"/>
                </a:solidFill>
                <a:latin typeface="Consolas"/>
              </a:rPr>
              <a:t> </a:t>
            </a:r>
            <a:r>
              <a:rPr sz="1100">
                <a:solidFill>
                  <a:srgbClr val="000000"/>
                </a:solidFill>
                <a:latin typeface="Consolas"/>
              </a:rPr>
              <a:t>|</a:t>
            </a:r>
            <a:r>
              <a:rPr sz="1100">
                <a:solidFill>
                  <a:srgbClr val="000000"/>
                </a:solidFill>
                <a:latin typeface="Consolas"/>
              </a:rPr>
              <a:t> </a:t>
            </a:r>
            <a:r>
              <a:rPr sz="1100">
                <a:solidFill>
                  <a:srgbClr val="000000"/>
                </a:solidFill>
                <a:latin typeface="Consolas"/>
              </a:rPr>
              <a:t>agents.md/</a:t>
            </a:r>
          </a:p>
          <a:p>
            <a:pPr>
              <a:lnSpc>
                <a:spcPct val="100000"/>
              </a:lnSpc>
              <a:spcBef>
                <a:spcPts val="0"/>
              </a:spcBef>
              <a:spcAft>
                <a:spcPts val="0"/>
              </a:spcAft>
            </a:pPr>
            <a:r>
              <a:rPr sz="1100">
                <a:solidFill>
                  <a:srgbClr val="0000FF"/>
                </a:solidFill>
                <a:latin typeface="Consolas"/>
              </a:rPr>
              <a:t>-</a:t>
            </a:r>
            <a:r>
              <a:rPr sz="1100">
                <a:solidFill>
                  <a:srgbClr val="000000"/>
                </a:solidFill>
                <a:latin typeface="Consolas"/>
              </a:rPr>
              <a:t> </a:t>
            </a:r>
            <a:r>
              <a:rPr sz="1100">
                <a:solidFill>
                  <a:srgbClr val="000000"/>
                </a:solidFill>
                <a:latin typeface="Consolas"/>
              </a:rPr>
              <a:t>[gh-cloud-agent]</a:t>
            </a:r>
            <a:r>
              <a:rPr sz="1100">
                <a:solidFill>
                  <a:srgbClr val="000000"/>
                </a:solidFill>
                <a:latin typeface="Consolas"/>
              </a:rPr>
              <a:t> </a:t>
            </a:r>
            <a:r>
              <a:rPr sz="1100">
                <a:solidFill>
                  <a:srgbClr val="000000"/>
                </a:solidFill>
                <a:latin typeface="Consolas"/>
              </a:rPr>
              <a:t>About</a:t>
            </a:r>
            <a:r>
              <a:rPr sz="1100">
                <a:solidFill>
                  <a:srgbClr val="000000"/>
                </a:solidFill>
                <a:latin typeface="Consolas"/>
              </a:rPr>
              <a:t> </a:t>
            </a:r>
            <a:r>
              <a:rPr sz="1100">
                <a:solidFill>
                  <a:srgbClr val="000000"/>
                </a:solidFill>
                <a:latin typeface="Consolas"/>
              </a:rPr>
              <a:t>GitHub</a:t>
            </a:r>
            <a:r>
              <a:rPr sz="1100">
                <a:solidFill>
                  <a:srgbClr val="000000"/>
                </a:solidFill>
                <a:latin typeface="Consolas"/>
              </a:rPr>
              <a:t> </a:t>
            </a:r>
            <a:r>
              <a:rPr sz="1100">
                <a:solidFill>
                  <a:srgbClr val="000000"/>
                </a:solidFill>
                <a:latin typeface="Consolas"/>
              </a:rPr>
              <a:t>Copilot</a:t>
            </a:r>
            <a:r>
              <a:rPr sz="1100">
                <a:solidFill>
                  <a:srgbClr val="000000"/>
                </a:solidFill>
                <a:latin typeface="Consolas"/>
              </a:rPr>
              <a:t> </a:t>
            </a:r>
            <a:r>
              <a:rPr sz="1100">
                <a:solidFill>
                  <a:srgbClr val="000000"/>
                </a:solidFill>
                <a:latin typeface="Consolas"/>
              </a:rPr>
              <a:t>cloud</a:t>
            </a:r>
            <a:r>
              <a:rPr sz="1100">
                <a:solidFill>
                  <a:srgbClr val="000000"/>
                </a:solidFill>
                <a:latin typeface="Consolas"/>
              </a:rPr>
              <a:t> </a:t>
            </a:r>
            <a:r>
              <a:rPr sz="1100">
                <a:solidFill>
                  <a:srgbClr val="000000"/>
                </a:solidFill>
                <a:latin typeface="Consolas"/>
              </a:rPr>
              <a:t>agent</a:t>
            </a:r>
          </a:p>
          <a:p>
            <a:pPr>
              <a:lnSpc>
                <a:spcPct val="100000"/>
              </a:lnSpc>
              <a:spcBef>
                <a:spcPts val="0"/>
              </a:spcBef>
              <a:spcAft>
                <a:spcPts val="0"/>
              </a:spcAft>
            </a:pPr>
            <a:r>
              <a:rPr sz="1100">
                <a:solidFill>
                  <a:srgbClr val="000000"/>
                </a:solidFill>
                <a:latin typeface="Consolas"/>
              </a:rPr>
              <a:t> </a:t>
            </a:r>
            <a:r>
              <a:rPr sz="1100">
                <a:solidFill>
                  <a:srgbClr val="000000"/>
                </a:solidFill>
                <a:latin typeface="Consolas"/>
              </a:rPr>
              <a:t> </a:t>
            </a:r>
            <a:r>
              <a:rPr sz="1100">
                <a:solidFill>
                  <a:srgbClr val="000000"/>
                </a:solidFill>
                <a:latin typeface="Consolas"/>
              </a:rPr>
              <a:t>GitHub</a:t>
            </a:r>
            <a:r>
              <a:rPr sz="1100">
                <a:solidFill>
                  <a:srgbClr val="000000"/>
                </a:solidFill>
                <a:latin typeface="Consolas"/>
              </a:rPr>
              <a:t> </a:t>
            </a:r>
            <a:r>
              <a:rPr sz="1100">
                <a:solidFill>
                  <a:srgbClr val="000000"/>
                </a:solidFill>
                <a:latin typeface="Consolas"/>
              </a:rPr>
              <a:t>Docs</a:t>
            </a:r>
            <a:r>
              <a:rPr sz="1100">
                <a:solidFill>
                  <a:srgbClr val="000000"/>
                </a:solidFill>
                <a:latin typeface="Consolas"/>
              </a:rPr>
              <a:t> </a:t>
            </a:r>
            <a:r>
              <a:rPr sz="1100">
                <a:solidFill>
                  <a:srgbClr val="000000"/>
                </a:solidFill>
                <a:latin typeface="Consolas"/>
              </a:rPr>
              <a:t>|</a:t>
            </a:r>
            <a:r>
              <a:rPr sz="1100">
                <a:solidFill>
                  <a:srgbClr val="000000"/>
                </a:solidFill>
                <a:latin typeface="Consolas"/>
              </a:rPr>
              <a:t> </a:t>
            </a:r>
            <a:r>
              <a:rPr sz="1100">
                <a:solidFill>
                  <a:srgbClr val="000000"/>
                </a:solidFill>
                <a:latin typeface="Consolas"/>
              </a:rPr>
              <a:t>docs.github.com/en/copilot/concepts/agents/cloud-agent/about-cloud-agent</a:t>
            </a:r>
          </a:p>
          <a:p>
            <a:pPr>
              <a:lnSpc>
                <a:spcPct val="100000"/>
              </a:lnSpc>
              <a:spcBef>
                <a:spcPts val="0"/>
              </a:spcBef>
              <a:spcAft>
                <a:spcPts val="0"/>
              </a:spcAft>
            </a:pPr>
            <a:r>
              <a:rPr sz="1100">
                <a:solidFill>
                  <a:srgbClr val="0000FF"/>
                </a:solidFill>
                <a:latin typeface="Consolas"/>
              </a:rPr>
              <a:t>-</a:t>
            </a:r>
            <a:r>
              <a:rPr sz="1100">
                <a:solidFill>
                  <a:srgbClr val="000000"/>
                </a:solidFill>
                <a:latin typeface="Consolas"/>
              </a:rPr>
              <a:t> </a:t>
            </a:r>
            <a:r>
              <a:rPr sz="1100">
                <a:solidFill>
                  <a:srgbClr val="000000"/>
                </a:solidFill>
                <a:latin typeface="Consolas"/>
              </a:rPr>
              <a:t>[gh-codeowners]</a:t>
            </a:r>
            <a:r>
              <a:rPr sz="1100">
                <a:solidFill>
                  <a:srgbClr val="000000"/>
                </a:solidFill>
                <a:latin typeface="Consolas"/>
              </a:rPr>
              <a:t> </a:t>
            </a:r>
            <a:r>
              <a:rPr sz="1100">
                <a:solidFill>
                  <a:srgbClr val="000000"/>
                </a:solidFill>
                <a:latin typeface="Consolas"/>
              </a:rPr>
              <a:t>About</a:t>
            </a:r>
            <a:r>
              <a:rPr sz="1100">
                <a:solidFill>
                  <a:srgbClr val="000000"/>
                </a:solidFill>
                <a:latin typeface="Consolas"/>
              </a:rPr>
              <a:t> </a:t>
            </a:r>
            <a:r>
              <a:rPr sz="1100">
                <a:solidFill>
                  <a:srgbClr val="000000"/>
                </a:solidFill>
                <a:latin typeface="Consolas"/>
              </a:rPr>
              <a:t>code</a:t>
            </a:r>
            <a:r>
              <a:rPr sz="1100">
                <a:solidFill>
                  <a:srgbClr val="000000"/>
                </a:solidFill>
                <a:latin typeface="Consolas"/>
              </a:rPr>
              <a:t> </a:t>
            </a:r>
            <a:r>
              <a:rPr sz="1100">
                <a:solidFill>
                  <a:srgbClr val="000000"/>
                </a:solidFill>
                <a:latin typeface="Consolas"/>
              </a:rPr>
              <a:t>owners</a:t>
            </a:r>
          </a:p>
          <a:p>
            <a:pPr>
              <a:lnSpc>
                <a:spcPct val="100000"/>
              </a:lnSpc>
              <a:spcBef>
                <a:spcPts val="0"/>
              </a:spcBef>
              <a:spcAft>
                <a:spcPts val="0"/>
              </a:spcAft>
            </a:pPr>
            <a:r>
              <a:rPr sz="1100">
                <a:solidFill>
                  <a:srgbClr val="000000"/>
                </a:solidFill>
                <a:latin typeface="Consolas"/>
              </a:rPr>
              <a:t> </a:t>
            </a:r>
            <a:r>
              <a:rPr sz="1100">
                <a:solidFill>
                  <a:srgbClr val="000000"/>
                </a:solidFill>
                <a:latin typeface="Consolas"/>
              </a:rPr>
              <a:t> </a:t>
            </a:r>
            <a:r>
              <a:rPr sz="1100">
                <a:solidFill>
                  <a:srgbClr val="000000"/>
                </a:solidFill>
                <a:latin typeface="Consolas"/>
              </a:rPr>
              <a:t>GitHub</a:t>
            </a:r>
            <a:r>
              <a:rPr sz="1100">
                <a:solidFill>
                  <a:srgbClr val="000000"/>
                </a:solidFill>
                <a:latin typeface="Consolas"/>
              </a:rPr>
              <a:t> </a:t>
            </a:r>
            <a:r>
              <a:rPr sz="1100">
                <a:solidFill>
                  <a:srgbClr val="000000"/>
                </a:solidFill>
                <a:latin typeface="Consolas"/>
              </a:rPr>
              <a:t>Docs</a:t>
            </a:r>
            <a:r>
              <a:rPr sz="1100">
                <a:solidFill>
                  <a:srgbClr val="000000"/>
                </a:solidFill>
                <a:latin typeface="Consolas"/>
              </a:rPr>
              <a:t> </a:t>
            </a:r>
            <a:r>
              <a:rPr sz="1100">
                <a:solidFill>
                  <a:srgbClr val="000000"/>
                </a:solidFill>
                <a:latin typeface="Consolas"/>
              </a:rPr>
              <a:t>|</a:t>
            </a:r>
            <a:r>
              <a:rPr sz="1100">
                <a:solidFill>
                  <a:srgbClr val="000000"/>
                </a:solidFill>
                <a:latin typeface="Consolas"/>
              </a:rPr>
              <a:t> </a:t>
            </a:r>
            <a:r>
              <a:rPr sz="1100">
                <a:solidFill>
                  <a:srgbClr val="000000"/>
                </a:solidFill>
                <a:latin typeface="Consolas"/>
              </a:rPr>
              <a:t>docs.github.com/en/repositories/managing-your-repositorys-settings-and-features/customizing-your-repository/a...</a:t>
            </a:r>
          </a:p>
          <a:p>
            <a:pPr>
              <a:lnSpc>
                <a:spcPct val="100000"/>
              </a:lnSpc>
              <a:spcBef>
                <a:spcPts val="0"/>
              </a:spcBef>
              <a:spcAft>
                <a:spcPts val="0"/>
              </a:spcAft>
            </a:pPr>
            <a:r>
              <a:rPr sz="1100">
                <a:solidFill>
                  <a:srgbClr val="0000FF"/>
                </a:solidFill>
                <a:latin typeface="Consolas"/>
              </a:rPr>
              <a:t>-</a:t>
            </a:r>
            <a:r>
              <a:rPr sz="1100">
                <a:solidFill>
                  <a:srgbClr val="000000"/>
                </a:solidFill>
                <a:latin typeface="Consolas"/>
              </a:rPr>
              <a:t> </a:t>
            </a:r>
            <a:r>
              <a:rPr sz="1100">
                <a:solidFill>
                  <a:srgbClr val="000000"/>
                </a:solidFill>
                <a:latin typeface="Consolas"/>
              </a:rPr>
              <a:t>[gh-firewall]</a:t>
            </a:r>
            <a:r>
              <a:rPr sz="1100">
                <a:solidFill>
                  <a:srgbClr val="000000"/>
                </a:solidFill>
                <a:latin typeface="Consolas"/>
              </a:rPr>
              <a:t> </a:t>
            </a:r>
            <a:r>
              <a:rPr sz="1100">
                <a:solidFill>
                  <a:srgbClr val="000000"/>
                </a:solidFill>
                <a:latin typeface="Consolas"/>
              </a:rPr>
              <a:t>Customizing</a:t>
            </a:r>
            <a:r>
              <a:rPr sz="1100">
                <a:solidFill>
                  <a:srgbClr val="000000"/>
                </a:solidFill>
                <a:latin typeface="Consolas"/>
              </a:rPr>
              <a:t> </a:t>
            </a:r>
            <a:r>
              <a:rPr sz="1100">
                <a:solidFill>
                  <a:srgbClr val="000000"/>
                </a:solidFill>
                <a:latin typeface="Consolas"/>
              </a:rPr>
              <a:t>or</a:t>
            </a:r>
            <a:r>
              <a:rPr sz="1100">
                <a:solidFill>
                  <a:srgbClr val="000000"/>
                </a:solidFill>
                <a:latin typeface="Consolas"/>
              </a:rPr>
              <a:t> </a:t>
            </a:r>
            <a:r>
              <a:rPr sz="1100">
                <a:solidFill>
                  <a:srgbClr val="000000"/>
                </a:solidFill>
                <a:latin typeface="Consolas"/>
              </a:rPr>
              <a:t>disabling</a:t>
            </a:r>
            <a:r>
              <a:rPr sz="1100">
                <a:solidFill>
                  <a:srgbClr val="000000"/>
                </a:solidFill>
                <a:latin typeface="Consolas"/>
              </a:rPr>
              <a:t> </a:t>
            </a:r>
            <a:r>
              <a:rPr sz="1100">
                <a:solidFill>
                  <a:srgbClr val="000000"/>
                </a:solidFill>
                <a:latin typeface="Consolas"/>
              </a:rPr>
              <a:t>the</a:t>
            </a:r>
            <a:r>
              <a:rPr sz="1100">
                <a:solidFill>
                  <a:srgbClr val="000000"/>
                </a:solidFill>
                <a:latin typeface="Consolas"/>
              </a:rPr>
              <a:t> </a:t>
            </a:r>
            <a:r>
              <a:rPr sz="1100">
                <a:solidFill>
                  <a:srgbClr val="000000"/>
                </a:solidFill>
                <a:latin typeface="Consolas"/>
              </a:rPr>
              <a:t>firewall</a:t>
            </a:r>
            <a:r>
              <a:rPr sz="1100">
                <a:solidFill>
                  <a:srgbClr val="000000"/>
                </a:solidFill>
                <a:latin typeface="Consolas"/>
              </a:rPr>
              <a:t> </a:t>
            </a:r>
            <a:r>
              <a:rPr sz="1100">
                <a:solidFill>
                  <a:srgbClr val="000000"/>
                </a:solidFill>
                <a:latin typeface="Consolas"/>
              </a:rPr>
              <a:t>for</a:t>
            </a:r>
            <a:r>
              <a:rPr sz="1100">
                <a:solidFill>
                  <a:srgbClr val="000000"/>
                </a:solidFill>
                <a:latin typeface="Consolas"/>
              </a:rPr>
              <a:t> </a:t>
            </a:r>
            <a:r>
              <a:rPr sz="1100">
                <a:solidFill>
                  <a:srgbClr val="000000"/>
                </a:solidFill>
                <a:latin typeface="Consolas"/>
              </a:rPr>
              <a:t>GitHub</a:t>
            </a:r>
            <a:r>
              <a:rPr sz="1100">
                <a:solidFill>
                  <a:srgbClr val="000000"/>
                </a:solidFill>
                <a:latin typeface="Consolas"/>
              </a:rPr>
              <a:t> </a:t>
            </a:r>
            <a:r>
              <a:rPr sz="1100">
                <a:solidFill>
                  <a:srgbClr val="000000"/>
                </a:solidFill>
                <a:latin typeface="Consolas"/>
              </a:rPr>
              <a:t>Copilot</a:t>
            </a:r>
          </a:p>
          <a:p>
            <a:pPr>
              <a:lnSpc>
                <a:spcPct val="100000"/>
              </a:lnSpc>
              <a:spcBef>
                <a:spcPts val="0"/>
              </a:spcBef>
              <a:spcAft>
                <a:spcPts val="0"/>
              </a:spcAft>
            </a:pPr>
            <a:r>
              <a:rPr sz="1100">
                <a:solidFill>
                  <a:srgbClr val="000000"/>
                </a:solidFill>
                <a:latin typeface="Consolas"/>
              </a:rPr>
              <a:t> </a:t>
            </a:r>
            <a:r>
              <a:rPr sz="1100">
                <a:solidFill>
                  <a:srgbClr val="000000"/>
                </a:solidFill>
                <a:latin typeface="Consolas"/>
              </a:rPr>
              <a:t> </a:t>
            </a:r>
            <a:r>
              <a:rPr sz="1100">
                <a:solidFill>
                  <a:srgbClr val="000000"/>
                </a:solidFill>
                <a:latin typeface="Consolas"/>
              </a:rPr>
              <a:t>GitHub</a:t>
            </a:r>
            <a:r>
              <a:rPr sz="1100">
                <a:solidFill>
                  <a:srgbClr val="000000"/>
                </a:solidFill>
                <a:latin typeface="Consolas"/>
              </a:rPr>
              <a:t> </a:t>
            </a:r>
            <a:r>
              <a:rPr sz="1100">
                <a:solidFill>
                  <a:srgbClr val="000000"/>
                </a:solidFill>
                <a:latin typeface="Consolas"/>
              </a:rPr>
              <a:t>Docs</a:t>
            </a:r>
            <a:r>
              <a:rPr sz="1100">
                <a:solidFill>
                  <a:srgbClr val="000000"/>
                </a:solidFill>
                <a:latin typeface="Consolas"/>
              </a:rPr>
              <a:t> </a:t>
            </a:r>
            <a:r>
              <a:rPr sz="1100">
                <a:solidFill>
                  <a:srgbClr val="000000"/>
                </a:solidFill>
                <a:latin typeface="Consolas"/>
              </a:rPr>
              <a:t>|</a:t>
            </a:r>
            <a:r>
              <a:rPr sz="1100">
                <a:solidFill>
                  <a:srgbClr val="000000"/>
                </a:solidFill>
                <a:latin typeface="Consolas"/>
              </a:rPr>
              <a:t> </a:t>
            </a:r>
            <a:r>
              <a:rPr sz="1100">
                <a:solidFill>
                  <a:srgbClr val="000000"/>
                </a:solidFill>
                <a:latin typeface="Consolas"/>
              </a:rPr>
              <a:t>docs.github.com/en/copilot/how-tos/copilot-on-github/customize-copilot/customize-the-firewall</a:t>
            </a:r>
          </a:p>
          <a:p>
            <a:pPr>
              <a:lnSpc>
                <a:spcPct val="100000"/>
              </a:lnSpc>
              <a:spcBef>
                <a:spcPts val="0"/>
              </a:spcBef>
              <a:spcAft>
                <a:spcPts val="0"/>
              </a:spcAft>
            </a:pPr>
            <a:r>
              <a:rPr sz="1100">
                <a:solidFill>
                  <a:srgbClr val="0000FF"/>
                </a:solidFill>
                <a:latin typeface="Consolas"/>
              </a:rPr>
              <a:t>-</a:t>
            </a:r>
            <a:r>
              <a:rPr sz="1100">
                <a:solidFill>
                  <a:srgbClr val="000000"/>
                </a:solidFill>
                <a:latin typeface="Consolas"/>
              </a:rPr>
              <a:t> </a:t>
            </a:r>
            <a:r>
              <a:rPr sz="1100">
                <a:solidFill>
                  <a:srgbClr val="000000"/>
                </a:solidFill>
                <a:latin typeface="Consolas"/>
              </a:rPr>
              <a:t>[gh-indexing]</a:t>
            </a:r>
            <a:r>
              <a:rPr sz="1100">
                <a:solidFill>
                  <a:srgbClr val="000000"/>
                </a:solidFill>
                <a:latin typeface="Consolas"/>
              </a:rPr>
              <a:t> </a:t>
            </a:r>
            <a:r>
              <a:rPr sz="1100">
                <a:solidFill>
                  <a:srgbClr val="000000"/>
                </a:solidFill>
                <a:latin typeface="Consolas"/>
              </a:rPr>
              <a:t>Indexing</a:t>
            </a:r>
            <a:r>
              <a:rPr sz="1100">
                <a:solidFill>
                  <a:srgbClr val="000000"/>
                </a:solidFill>
                <a:latin typeface="Consolas"/>
              </a:rPr>
              <a:t> </a:t>
            </a:r>
            <a:r>
              <a:rPr sz="1100">
                <a:solidFill>
                  <a:srgbClr val="000000"/>
                </a:solidFill>
                <a:latin typeface="Consolas"/>
              </a:rPr>
              <a:t>repositories</a:t>
            </a:r>
            <a:r>
              <a:rPr sz="1100">
                <a:solidFill>
                  <a:srgbClr val="000000"/>
                </a:solidFill>
                <a:latin typeface="Consolas"/>
              </a:rPr>
              <a:t> </a:t>
            </a:r>
            <a:r>
              <a:rPr sz="1100">
                <a:solidFill>
                  <a:srgbClr val="000000"/>
                </a:solidFill>
                <a:latin typeface="Consolas"/>
              </a:rPr>
              <a:t>for</a:t>
            </a:r>
            <a:r>
              <a:rPr sz="1100">
                <a:solidFill>
                  <a:srgbClr val="000000"/>
                </a:solidFill>
                <a:latin typeface="Consolas"/>
              </a:rPr>
              <a:t> </a:t>
            </a:r>
            <a:r>
              <a:rPr sz="1100">
                <a:solidFill>
                  <a:srgbClr val="000000"/>
                </a:solidFill>
                <a:latin typeface="Consolas"/>
              </a:rPr>
              <a:t>GitHub</a:t>
            </a:r>
            <a:r>
              <a:rPr sz="1100">
                <a:solidFill>
                  <a:srgbClr val="000000"/>
                </a:solidFill>
                <a:latin typeface="Consolas"/>
              </a:rPr>
              <a:t> </a:t>
            </a:r>
            <a:r>
              <a:rPr sz="1100">
                <a:solidFill>
                  <a:srgbClr val="000000"/>
                </a:solidFill>
                <a:latin typeface="Consolas"/>
              </a:rPr>
              <a:t>Copilot</a:t>
            </a:r>
          </a:p>
          <a:p>
            <a:pPr>
              <a:lnSpc>
                <a:spcPct val="100000"/>
              </a:lnSpc>
              <a:spcBef>
                <a:spcPts val="0"/>
              </a:spcBef>
              <a:spcAft>
                <a:spcPts val="0"/>
              </a:spcAft>
            </a:pPr>
            <a:r>
              <a:rPr sz="1100">
                <a:solidFill>
                  <a:srgbClr val="000000"/>
                </a:solidFill>
                <a:latin typeface="Consolas"/>
              </a:rPr>
              <a:t> </a:t>
            </a:r>
            <a:r>
              <a:rPr sz="1100">
                <a:solidFill>
                  <a:srgbClr val="000000"/>
                </a:solidFill>
                <a:latin typeface="Consolas"/>
              </a:rPr>
              <a:t> </a:t>
            </a:r>
            <a:r>
              <a:rPr sz="1100">
                <a:solidFill>
                  <a:srgbClr val="000000"/>
                </a:solidFill>
                <a:latin typeface="Consolas"/>
              </a:rPr>
              <a:t>GitHub</a:t>
            </a:r>
            <a:r>
              <a:rPr sz="1100">
                <a:solidFill>
                  <a:srgbClr val="000000"/>
                </a:solidFill>
                <a:latin typeface="Consolas"/>
              </a:rPr>
              <a:t> </a:t>
            </a:r>
            <a:r>
              <a:rPr sz="1100">
                <a:solidFill>
                  <a:srgbClr val="000000"/>
                </a:solidFill>
                <a:latin typeface="Consolas"/>
              </a:rPr>
              <a:t>Docs</a:t>
            </a:r>
            <a:r>
              <a:rPr sz="1100">
                <a:solidFill>
                  <a:srgbClr val="000000"/>
                </a:solidFill>
                <a:latin typeface="Consolas"/>
              </a:rPr>
              <a:t> </a:t>
            </a:r>
            <a:r>
              <a:rPr sz="1100">
                <a:solidFill>
                  <a:srgbClr val="000000"/>
                </a:solidFill>
                <a:latin typeface="Consolas"/>
              </a:rPr>
              <a:t>|</a:t>
            </a:r>
            <a:r>
              <a:rPr sz="1100">
                <a:solidFill>
                  <a:srgbClr val="000000"/>
                </a:solidFill>
                <a:latin typeface="Consolas"/>
              </a:rPr>
              <a:t> </a:t>
            </a:r>
            <a:r>
              <a:rPr sz="1100">
                <a:solidFill>
                  <a:srgbClr val="000000"/>
                </a:solidFill>
                <a:latin typeface="Consolas"/>
              </a:rPr>
              <a:t>docs.github.com/en/copilot/concepts/context/repository-indexing</a:t>
            </a:r>
          </a:p>
          <a:p>
            <a:pPr>
              <a:lnSpc>
                <a:spcPct val="100000"/>
              </a:lnSpc>
              <a:spcBef>
                <a:spcPts val="0"/>
              </a:spcBef>
              <a:spcAft>
                <a:spcPts val="0"/>
              </a:spcAft>
            </a:pPr>
            <a:r>
              <a:rPr sz="1100">
                <a:solidFill>
                  <a:srgbClr val="0000FF"/>
                </a:solidFill>
                <a:latin typeface="Consolas"/>
              </a:rPr>
              <a:t>-</a:t>
            </a:r>
            <a:r>
              <a:rPr sz="1100">
                <a:solidFill>
                  <a:srgbClr val="000000"/>
                </a:solidFill>
                <a:latin typeface="Consolas"/>
              </a:rPr>
              <a:t> </a:t>
            </a:r>
            <a:r>
              <a:rPr sz="1100">
                <a:solidFill>
                  <a:srgbClr val="000000"/>
                </a:solidFill>
                <a:latin typeface="Consolas"/>
              </a:rPr>
              <a:t>[gh-mcp]</a:t>
            </a:r>
            <a:r>
              <a:rPr sz="1100">
                <a:solidFill>
                  <a:srgbClr val="000000"/>
                </a:solidFill>
                <a:latin typeface="Consolas"/>
              </a:rPr>
              <a:t> </a:t>
            </a:r>
            <a:r>
              <a:rPr sz="1100">
                <a:solidFill>
                  <a:srgbClr val="000000"/>
                </a:solidFill>
                <a:latin typeface="Consolas"/>
              </a:rPr>
              <a:t>Configure</a:t>
            </a:r>
            <a:r>
              <a:rPr sz="1100">
                <a:solidFill>
                  <a:srgbClr val="000000"/>
                </a:solidFill>
                <a:latin typeface="Consolas"/>
              </a:rPr>
              <a:t> </a:t>
            </a:r>
            <a:r>
              <a:rPr sz="1100">
                <a:solidFill>
                  <a:srgbClr val="000000"/>
                </a:solidFill>
                <a:latin typeface="Consolas"/>
              </a:rPr>
              <a:t>MCP</a:t>
            </a:r>
            <a:r>
              <a:rPr sz="1100">
                <a:solidFill>
                  <a:srgbClr val="000000"/>
                </a:solidFill>
                <a:latin typeface="Consolas"/>
              </a:rPr>
              <a:t> </a:t>
            </a:r>
            <a:r>
              <a:rPr sz="1100">
                <a:solidFill>
                  <a:srgbClr val="000000"/>
                </a:solidFill>
                <a:latin typeface="Consolas"/>
              </a:rPr>
              <a:t>servers</a:t>
            </a:r>
            <a:r>
              <a:rPr sz="1100">
                <a:solidFill>
                  <a:srgbClr val="000000"/>
                </a:solidFill>
                <a:latin typeface="Consolas"/>
              </a:rPr>
              <a:t> </a:t>
            </a:r>
            <a:r>
              <a:rPr sz="1100">
                <a:solidFill>
                  <a:srgbClr val="000000"/>
                </a:solidFill>
                <a:latin typeface="Consolas"/>
              </a:rPr>
              <a:t>for</a:t>
            </a:r>
            <a:r>
              <a:rPr sz="1100">
                <a:solidFill>
                  <a:srgbClr val="000000"/>
                </a:solidFill>
                <a:latin typeface="Consolas"/>
              </a:rPr>
              <a:t> </a:t>
            </a:r>
            <a:r>
              <a:rPr sz="1100">
                <a:solidFill>
                  <a:srgbClr val="000000"/>
                </a:solidFill>
                <a:latin typeface="Consolas"/>
              </a:rPr>
              <a:t>your</a:t>
            </a:r>
            <a:r>
              <a:rPr sz="1100">
                <a:solidFill>
                  <a:srgbClr val="000000"/>
                </a:solidFill>
                <a:latin typeface="Consolas"/>
              </a:rPr>
              <a:t> </a:t>
            </a:r>
            <a:r>
              <a:rPr sz="1100">
                <a:solidFill>
                  <a:srgbClr val="000000"/>
                </a:solidFill>
                <a:latin typeface="Consolas"/>
              </a:rPr>
              <a:t>repository</a:t>
            </a:r>
          </a:p>
          <a:p>
            <a:pPr>
              <a:lnSpc>
                <a:spcPct val="100000"/>
              </a:lnSpc>
              <a:spcBef>
                <a:spcPts val="0"/>
              </a:spcBef>
              <a:spcAft>
                <a:spcPts val="0"/>
              </a:spcAft>
            </a:pPr>
            <a:r>
              <a:rPr sz="1100">
                <a:solidFill>
                  <a:srgbClr val="000000"/>
                </a:solidFill>
                <a:latin typeface="Consolas"/>
              </a:rPr>
              <a:t> </a:t>
            </a:r>
            <a:r>
              <a:rPr sz="1100">
                <a:solidFill>
                  <a:srgbClr val="000000"/>
                </a:solidFill>
                <a:latin typeface="Consolas"/>
              </a:rPr>
              <a:t> </a:t>
            </a:r>
            <a:r>
              <a:rPr sz="1100">
                <a:solidFill>
                  <a:srgbClr val="000000"/>
                </a:solidFill>
                <a:latin typeface="Consolas"/>
              </a:rPr>
              <a:t>GitHub</a:t>
            </a:r>
            <a:r>
              <a:rPr sz="1100">
                <a:solidFill>
                  <a:srgbClr val="000000"/>
                </a:solidFill>
                <a:latin typeface="Consolas"/>
              </a:rPr>
              <a:t> </a:t>
            </a:r>
            <a:r>
              <a:rPr sz="1100">
                <a:solidFill>
                  <a:srgbClr val="000000"/>
                </a:solidFill>
                <a:latin typeface="Consolas"/>
              </a:rPr>
              <a:t>Docs</a:t>
            </a:r>
            <a:r>
              <a:rPr sz="1100">
                <a:solidFill>
                  <a:srgbClr val="000000"/>
                </a:solidFill>
                <a:latin typeface="Consolas"/>
              </a:rPr>
              <a:t> </a:t>
            </a:r>
            <a:r>
              <a:rPr sz="1100">
                <a:solidFill>
                  <a:srgbClr val="000000"/>
                </a:solidFill>
                <a:latin typeface="Consolas"/>
              </a:rPr>
              <a:t>|</a:t>
            </a:r>
            <a:r>
              <a:rPr sz="1100">
                <a:solidFill>
                  <a:srgbClr val="000000"/>
                </a:solidFill>
                <a:latin typeface="Consolas"/>
              </a:rPr>
              <a:t> </a:t>
            </a:r>
            <a:r>
              <a:rPr sz="1100">
                <a:solidFill>
                  <a:srgbClr val="000000"/>
                </a:solidFill>
                <a:latin typeface="Consolas"/>
              </a:rPr>
              <a:t>docs.github.com/en/copilot/how-tos/copilot-on-github/customize-copilot/configure-mcp-servers</a:t>
            </a:r>
          </a:p>
          <a:p>
            <a:pPr>
              <a:lnSpc>
                <a:spcPct val="100000"/>
              </a:lnSpc>
              <a:spcBef>
                <a:spcPts val="0"/>
              </a:spcBef>
              <a:spcAft>
                <a:spcPts val="0"/>
              </a:spcAft>
            </a:pPr>
            <a:r>
              <a:rPr sz="1100">
                <a:solidFill>
                  <a:srgbClr val="0000FF"/>
                </a:solidFill>
                <a:latin typeface="Consolas"/>
              </a:rPr>
              <a:t>-</a:t>
            </a:r>
            <a:r>
              <a:rPr sz="1100">
                <a:solidFill>
                  <a:srgbClr val="000000"/>
                </a:solidFill>
                <a:latin typeface="Consolas"/>
              </a:rPr>
              <a:t> </a:t>
            </a:r>
            <a:r>
              <a:rPr sz="1100">
                <a:solidFill>
                  <a:srgbClr val="000000"/>
                </a:solidFill>
                <a:latin typeface="Consolas"/>
              </a:rPr>
              <a:t>[gh-problem-matchers]</a:t>
            </a:r>
            <a:r>
              <a:rPr sz="1100">
                <a:solidFill>
                  <a:srgbClr val="000000"/>
                </a:solidFill>
                <a:latin typeface="Consolas"/>
              </a:rPr>
              <a:t> </a:t>
            </a:r>
            <a:r>
              <a:rPr sz="1100">
                <a:solidFill>
                  <a:srgbClr val="000000"/>
                </a:solidFill>
                <a:latin typeface="Consolas"/>
              </a:rPr>
              <a:t>Problem</a:t>
            </a:r>
            <a:r>
              <a:rPr sz="1100">
                <a:solidFill>
                  <a:srgbClr val="000000"/>
                </a:solidFill>
                <a:latin typeface="Consolas"/>
              </a:rPr>
              <a:t> </a:t>
            </a:r>
            <a:r>
              <a:rPr sz="1100">
                <a:solidFill>
                  <a:srgbClr val="000000"/>
                </a:solidFill>
                <a:latin typeface="Consolas"/>
              </a:rPr>
              <a:t>Matchers</a:t>
            </a:r>
          </a:p>
          <a:p>
            <a:pPr>
              <a:lnSpc>
                <a:spcPct val="100000"/>
              </a:lnSpc>
              <a:spcBef>
                <a:spcPts val="0"/>
              </a:spcBef>
              <a:spcAft>
                <a:spcPts val="0"/>
              </a:spcAft>
            </a:pPr>
            <a:r>
              <a:rPr sz="1100">
                <a:solidFill>
                  <a:srgbClr val="000000"/>
                </a:solidFill>
                <a:latin typeface="Consolas"/>
              </a:rPr>
              <a:t> </a:t>
            </a:r>
            <a:r>
              <a:rPr sz="1100">
                <a:solidFill>
                  <a:srgbClr val="000000"/>
                </a:solidFill>
                <a:latin typeface="Consolas"/>
              </a:rPr>
              <a:t> </a:t>
            </a:r>
            <a:r>
              <a:rPr sz="1100">
                <a:solidFill>
                  <a:srgbClr val="000000"/>
                </a:solidFill>
                <a:latin typeface="Consolas"/>
              </a:rPr>
              <a:t>actions/toolkit</a:t>
            </a:r>
            <a:r>
              <a:rPr sz="1100">
                <a:solidFill>
                  <a:srgbClr val="000000"/>
                </a:solidFill>
                <a:latin typeface="Consolas"/>
              </a:rPr>
              <a:t> </a:t>
            </a:r>
            <a:r>
              <a:rPr sz="1100">
                <a:solidFill>
                  <a:srgbClr val="000000"/>
                </a:solidFill>
                <a:latin typeface="Consolas"/>
              </a:rPr>
              <a:t>(GitHub)</a:t>
            </a:r>
            <a:r>
              <a:rPr sz="1100">
                <a:solidFill>
                  <a:srgbClr val="000000"/>
                </a:solidFill>
                <a:latin typeface="Consolas"/>
              </a:rPr>
              <a:t> </a:t>
            </a:r>
            <a:r>
              <a:rPr sz="1100">
                <a:solidFill>
                  <a:srgbClr val="000000"/>
                </a:solidFill>
                <a:latin typeface="Consolas"/>
              </a:rPr>
              <a:t>|</a:t>
            </a:r>
            <a:r>
              <a:rPr sz="1100">
                <a:solidFill>
                  <a:srgbClr val="000000"/>
                </a:solidFill>
                <a:latin typeface="Consolas"/>
              </a:rPr>
              <a:t> </a:t>
            </a:r>
            <a:r>
              <a:rPr sz="1100">
                <a:solidFill>
                  <a:srgbClr val="000000"/>
                </a:solidFill>
                <a:latin typeface="Consolas"/>
              </a:rPr>
              <a:t>github.com/actions/toolkit/blob/main/docs/problem-matchers.md</a:t>
            </a:r>
          </a:p>
          <a:p>
            <a:pPr>
              <a:lnSpc>
                <a:spcPct val="100000"/>
              </a:lnSpc>
              <a:spcBef>
                <a:spcPts val="0"/>
              </a:spcBef>
              <a:spcAft>
                <a:spcPts val="0"/>
              </a:spcAft>
            </a:pPr>
            <a:r>
              <a:rPr sz="1100">
                <a:solidFill>
                  <a:srgbClr val="0000FF"/>
                </a:solidFill>
                <a:latin typeface="Consolas"/>
              </a:rPr>
              <a:t>-</a:t>
            </a:r>
            <a:r>
              <a:rPr sz="1100">
                <a:solidFill>
                  <a:srgbClr val="000000"/>
                </a:solidFill>
                <a:latin typeface="Consolas"/>
              </a:rPr>
              <a:t> </a:t>
            </a:r>
            <a:r>
              <a:rPr sz="1100">
                <a:solidFill>
                  <a:srgbClr val="000000"/>
                </a:solidFill>
                <a:latin typeface="Consolas"/>
              </a:rPr>
              <a:t>[gh-protected-branches]</a:t>
            </a:r>
            <a:r>
              <a:rPr sz="1100">
                <a:solidFill>
                  <a:srgbClr val="000000"/>
                </a:solidFill>
                <a:latin typeface="Consolas"/>
              </a:rPr>
              <a:t> </a:t>
            </a:r>
            <a:r>
              <a:rPr sz="1100">
                <a:solidFill>
                  <a:srgbClr val="000000"/>
                </a:solidFill>
                <a:latin typeface="Consolas"/>
              </a:rPr>
              <a:t>About</a:t>
            </a:r>
            <a:r>
              <a:rPr sz="1100">
                <a:solidFill>
                  <a:srgbClr val="000000"/>
                </a:solidFill>
                <a:latin typeface="Consolas"/>
              </a:rPr>
              <a:t> </a:t>
            </a:r>
            <a:r>
              <a:rPr sz="1100">
                <a:solidFill>
                  <a:srgbClr val="000000"/>
                </a:solidFill>
                <a:latin typeface="Consolas"/>
              </a:rPr>
              <a:t>protected</a:t>
            </a:r>
            <a:r>
              <a:rPr sz="1100">
                <a:solidFill>
                  <a:srgbClr val="000000"/>
                </a:solidFill>
                <a:latin typeface="Consolas"/>
              </a:rPr>
              <a:t> </a:t>
            </a:r>
            <a:r>
              <a:rPr sz="1100">
                <a:solidFill>
                  <a:srgbClr val="000000"/>
                </a:solidFill>
                <a:latin typeface="Consolas"/>
              </a:rPr>
              <a:t>branches</a:t>
            </a:r>
          </a:p>
          <a:p>
            <a:pPr>
              <a:lnSpc>
                <a:spcPct val="100000"/>
              </a:lnSpc>
              <a:spcBef>
                <a:spcPts val="0"/>
              </a:spcBef>
              <a:spcAft>
                <a:spcPts val="0"/>
              </a:spcAft>
            </a:pPr>
            <a:r>
              <a:rPr sz="1100">
                <a:solidFill>
                  <a:srgbClr val="000000"/>
                </a:solidFill>
                <a:latin typeface="Consolas"/>
              </a:rPr>
              <a:t> </a:t>
            </a:r>
            <a:r>
              <a:rPr sz="1100">
                <a:solidFill>
                  <a:srgbClr val="000000"/>
                </a:solidFill>
                <a:latin typeface="Consolas"/>
              </a:rPr>
              <a:t> </a:t>
            </a:r>
            <a:r>
              <a:rPr sz="1100">
                <a:solidFill>
                  <a:srgbClr val="000000"/>
                </a:solidFill>
                <a:latin typeface="Consolas"/>
              </a:rPr>
              <a:t>GitHub</a:t>
            </a:r>
            <a:r>
              <a:rPr sz="1100">
                <a:solidFill>
                  <a:srgbClr val="000000"/>
                </a:solidFill>
                <a:latin typeface="Consolas"/>
              </a:rPr>
              <a:t> </a:t>
            </a:r>
            <a:r>
              <a:rPr sz="1100">
                <a:solidFill>
                  <a:srgbClr val="000000"/>
                </a:solidFill>
                <a:latin typeface="Consolas"/>
              </a:rPr>
              <a:t>Docs</a:t>
            </a:r>
            <a:r>
              <a:rPr sz="1100">
                <a:solidFill>
                  <a:srgbClr val="000000"/>
                </a:solidFill>
                <a:latin typeface="Consolas"/>
              </a:rPr>
              <a:t> </a:t>
            </a:r>
            <a:r>
              <a:rPr sz="1100">
                <a:solidFill>
                  <a:srgbClr val="000000"/>
                </a:solidFill>
                <a:latin typeface="Consolas"/>
              </a:rPr>
              <a:t>|</a:t>
            </a:r>
            <a:r>
              <a:rPr sz="1100">
                <a:solidFill>
                  <a:srgbClr val="000000"/>
                </a:solidFill>
                <a:latin typeface="Consolas"/>
              </a:rPr>
              <a:t> </a:t>
            </a:r>
            <a:r>
              <a:rPr sz="1100">
                <a:solidFill>
                  <a:srgbClr val="000000"/>
                </a:solidFill>
                <a:latin typeface="Consolas"/>
              </a:rPr>
              <a:t>docs.github.com/en/repositories/configuring-branches-and-merges-in-your-repository/managing-protected-branche...</a:t>
            </a:r>
          </a:p>
          <a:p>
            <a:pPr>
              <a:lnSpc>
                <a:spcPct val="100000"/>
              </a:lnSpc>
              <a:spcBef>
                <a:spcPts val="0"/>
              </a:spcBef>
              <a:spcAft>
                <a:spcPts val="0"/>
              </a:spcAft>
            </a:pPr>
            <a:r>
              <a:rPr sz="1100">
                <a:solidFill>
                  <a:srgbClr val="0000FF"/>
                </a:solidFill>
                <a:latin typeface="Consolas"/>
              </a:rPr>
              <a:t>-</a:t>
            </a:r>
            <a:r>
              <a:rPr sz="1100">
                <a:solidFill>
                  <a:srgbClr val="000000"/>
                </a:solidFill>
                <a:latin typeface="Consolas"/>
              </a:rPr>
              <a:t> </a:t>
            </a:r>
            <a:r>
              <a:rPr sz="1100">
                <a:solidFill>
                  <a:srgbClr val="000000"/>
                </a:solidFill>
                <a:latin typeface="Consolas"/>
              </a:rPr>
              <a:t>[gh-repo-instructions]</a:t>
            </a:r>
            <a:r>
              <a:rPr sz="1100">
                <a:solidFill>
                  <a:srgbClr val="000000"/>
                </a:solidFill>
                <a:latin typeface="Consolas"/>
              </a:rPr>
              <a:t> </a:t>
            </a:r>
            <a:r>
              <a:rPr sz="1100">
                <a:solidFill>
                  <a:srgbClr val="000000"/>
                </a:solidFill>
                <a:latin typeface="Consolas"/>
              </a:rPr>
              <a:t>Adding</a:t>
            </a:r>
            <a:r>
              <a:rPr sz="1100">
                <a:solidFill>
                  <a:srgbClr val="000000"/>
                </a:solidFill>
                <a:latin typeface="Consolas"/>
              </a:rPr>
              <a:t> </a:t>
            </a:r>
            <a:r>
              <a:rPr sz="1100">
                <a:solidFill>
                  <a:srgbClr val="000000"/>
                </a:solidFill>
                <a:latin typeface="Consolas"/>
              </a:rPr>
              <a:t>repository</a:t>
            </a:r>
            <a:r>
              <a:rPr sz="1100">
                <a:solidFill>
                  <a:srgbClr val="000000"/>
                </a:solidFill>
                <a:latin typeface="Consolas"/>
              </a:rPr>
              <a:t> </a:t>
            </a:r>
            <a:r>
              <a:rPr sz="1100">
                <a:solidFill>
                  <a:srgbClr val="000000"/>
                </a:solidFill>
                <a:latin typeface="Consolas"/>
              </a:rPr>
              <a:t>custom</a:t>
            </a:r>
            <a:r>
              <a:rPr sz="1100">
                <a:solidFill>
                  <a:srgbClr val="000000"/>
                </a:solidFill>
                <a:latin typeface="Consolas"/>
              </a:rPr>
              <a:t> </a:t>
            </a:r>
            <a:r>
              <a:rPr sz="1100">
                <a:solidFill>
                  <a:srgbClr val="000000"/>
                </a:solidFill>
                <a:latin typeface="Consolas"/>
              </a:rPr>
              <a:t>instructions</a:t>
            </a:r>
            <a:r>
              <a:rPr sz="1100">
                <a:solidFill>
                  <a:srgbClr val="000000"/>
                </a:solidFill>
                <a:latin typeface="Consolas"/>
              </a:rPr>
              <a:t> </a:t>
            </a:r>
            <a:r>
              <a:rPr sz="1100">
                <a:solidFill>
                  <a:srgbClr val="000000"/>
                </a:solidFill>
                <a:latin typeface="Consolas"/>
              </a:rPr>
              <a:t>for</a:t>
            </a:r>
            <a:r>
              <a:rPr sz="1100">
                <a:solidFill>
                  <a:srgbClr val="000000"/>
                </a:solidFill>
                <a:latin typeface="Consolas"/>
              </a:rPr>
              <a:t> </a:t>
            </a:r>
            <a:r>
              <a:rPr sz="1100">
                <a:solidFill>
                  <a:srgbClr val="000000"/>
                </a:solidFill>
                <a:latin typeface="Consolas"/>
              </a:rPr>
              <a:t>GitHub</a:t>
            </a:r>
            <a:r>
              <a:rPr sz="1100">
                <a:solidFill>
                  <a:srgbClr val="000000"/>
                </a:solidFill>
                <a:latin typeface="Consolas"/>
              </a:rPr>
              <a:t> </a:t>
            </a:r>
            <a:r>
              <a:rPr sz="1100">
                <a:solidFill>
                  <a:srgbClr val="000000"/>
                </a:solidFill>
                <a:latin typeface="Consolas"/>
              </a:rPr>
              <a:t>Copilot</a:t>
            </a:r>
          </a:p>
          <a:p>
            <a:pPr>
              <a:lnSpc>
                <a:spcPct val="100000"/>
              </a:lnSpc>
              <a:spcBef>
                <a:spcPts val="0"/>
              </a:spcBef>
              <a:spcAft>
                <a:spcPts val="0"/>
              </a:spcAft>
            </a:pPr>
            <a:r>
              <a:rPr sz="1100">
                <a:solidFill>
                  <a:srgbClr val="000000"/>
                </a:solidFill>
                <a:latin typeface="Consolas"/>
              </a:rPr>
              <a:t> </a:t>
            </a:r>
            <a:r>
              <a:rPr sz="1100">
                <a:solidFill>
                  <a:srgbClr val="000000"/>
                </a:solidFill>
                <a:latin typeface="Consolas"/>
              </a:rPr>
              <a:t> </a:t>
            </a:r>
            <a:r>
              <a:rPr sz="1100">
                <a:solidFill>
                  <a:srgbClr val="000000"/>
                </a:solidFill>
                <a:latin typeface="Consolas"/>
              </a:rPr>
              <a:t>GitHub</a:t>
            </a:r>
            <a:r>
              <a:rPr sz="1100">
                <a:solidFill>
                  <a:srgbClr val="000000"/>
                </a:solidFill>
                <a:latin typeface="Consolas"/>
              </a:rPr>
              <a:t> </a:t>
            </a:r>
            <a:r>
              <a:rPr sz="1100">
                <a:solidFill>
                  <a:srgbClr val="000000"/>
                </a:solidFill>
                <a:latin typeface="Consolas"/>
              </a:rPr>
              <a:t>Docs</a:t>
            </a:r>
            <a:r>
              <a:rPr sz="1100">
                <a:solidFill>
                  <a:srgbClr val="000000"/>
                </a:solidFill>
                <a:latin typeface="Consolas"/>
              </a:rPr>
              <a:t> </a:t>
            </a:r>
            <a:r>
              <a:rPr sz="1100">
                <a:solidFill>
                  <a:srgbClr val="000000"/>
                </a:solidFill>
                <a:latin typeface="Consolas"/>
              </a:rPr>
              <a:t>|</a:t>
            </a:r>
            <a:r>
              <a:rPr sz="1100">
                <a:solidFill>
                  <a:srgbClr val="000000"/>
                </a:solidFill>
                <a:latin typeface="Consolas"/>
              </a:rPr>
              <a:t> </a:t>
            </a:r>
            <a:r>
              <a:rPr sz="1100">
                <a:solidFill>
                  <a:srgbClr val="000000"/>
                </a:solidFill>
                <a:latin typeface="Consolas"/>
              </a:rPr>
              <a:t>docs.github.com/en/copilot/how-tos/copilot-on-github/customize-copilot/add-custom-instructions/add-repository...</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References (3 of 6)</a:t>
            </a:r>
          </a:p>
        </p:txBody>
      </p:sp>
      <p:sp>
        <p:nvSpPr>
          <p:cNvPr id="3" name="Text Placeholder 2"/>
          <p:cNvSpPr>
            <a:spLocks noGrp="1"/>
          </p:cNvSpPr>
          <p:nvPr>
            <p:ph type="body" idx="13" sz="quarter"/>
          </p:nvPr>
        </p:nvSpPr>
        <p:spPr/>
        <p:txBody>
          <a:bodyPr wrap="square"/>
          <a:lstStyle/>
          <a:p>
            <a:pPr>
              <a:buNone/>
            </a:pPr>
            <a:r>
              <a:rPr sz="1300"/>
              <a:t>REFERENCES.md</a:t>
            </a:r>
          </a:p>
        </p:txBody>
      </p:sp>
      <p:sp>
        <p:nvSpPr>
          <p:cNvPr id="4" name="Text Placeholder 3"/>
          <p:cNvSpPr>
            <a:spLocks noGrp="1"/>
          </p:cNvSpPr>
          <p:nvPr>
            <p:ph type="body" idx="10" sz="quarter"/>
          </p:nvPr>
        </p:nvSpPr>
        <p:spPr/>
        <p:txBody>
          <a:bodyPr wrap="none"/>
          <a:lstStyle/>
          <a:p>
            <a:pPr>
              <a:lnSpc>
                <a:spcPct val="100000"/>
              </a:lnSpc>
              <a:spcBef>
                <a:spcPts val="0"/>
              </a:spcBef>
              <a:spcAft>
                <a:spcPts val="0"/>
              </a:spcAft>
            </a:pPr>
            <a:r>
              <a:rPr sz="1100">
                <a:solidFill>
                  <a:srgbClr val="0000FF"/>
                </a:solidFill>
                <a:latin typeface="Consolas"/>
              </a:rPr>
              <a:t>-</a:t>
            </a:r>
            <a:r>
              <a:rPr sz="1100">
                <a:solidFill>
                  <a:srgbClr val="000000"/>
                </a:solidFill>
                <a:latin typeface="Consolas"/>
              </a:rPr>
              <a:t> </a:t>
            </a:r>
            <a:r>
              <a:rPr sz="1100">
                <a:solidFill>
                  <a:srgbClr val="000000"/>
                </a:solidFill>
                <a:latin typeface="Consolas"/>
              </a:rPr>
              <a:t>[gh-response-customization]</a:t>
            </a:r>
            <a:r>
              <a:rPr sz="1100">
                <a:solidFill>
                  <a:srgbClr val="000000"/>
                </a:solidFill>
                <a:latin typeface="Consolas"/>
              </a:rPr>
              <a:t> </a:t>
            </a:r>
            <a:r>
              <a:rPr sz="1100">
                <a:solidFill>
                  <a:srgbClr val="000000"/>
                </a:solidFill>
                <a:latin typeface="Consolas"/>
              </a:rPr>
              <a:t>About</a:t>
            </a:r>
            <a:r>
              <a:rPr sz="1100">
                <a:solidFill>
                  <a:srgbClr val="000000"/>
                </a:solidFill>
                <a:latin typeface="Consolas"/>
              </a:rPr>
              <a:t> </a:t>
            </a:r>
            <a:r>
              <a:rPr sz="1100">
                <a:solidFill>
                  <a:srgbClr val="000000"/>
                </a:solidFill>
                <a:latin typeface="Consolas"/>
              </a:rPr>
              <a:t>customizing</a:t>
            </a:r>
            <a:r>
              <a:rPr sz="1100">
                <a:solidFill>
                  <a:srgbClr val="000000"/>
                </a:solidFill>
                <a:latin typeface="Consolas"/>
              </a:rPr>
              <a:t> </a:t>
            </a:r>
            <a:r>
              <a:rPr sz="1100">
                <a:solidFill>
                  <a:srgbClr val="000000"/>
                </a:solidFill>
                <a:latin typeface="Consolas"/>
              </a:rPr>
              <a:t>GitHub</a:t>
            </a:r>
            <a:r>
              <a:rPr sz="1100">
                <a:solidFill>
                  <a:srgbClr val="000000"/>
                </a:solidFill>
                <a:latin typeface="Consolas"/>
              </a:rPr>
              <a:t> </a:t>
            </a:r>
            <a:r>
              <a:rPr sz="1100">
                <a:solidFill>
                  <a:srgbClr val="000000"/>
                </a:solidFill>
                <a:latin typeface="Consolas"/>
              </a:rPr>
              <a:t>Copilot</a:t>
            </a:r>
            <a:r>
              <a:rPr sz="1100">
                <a:solidFill>
                  <a:srgbClr val="000000"/>
                </a:solidFill>
                <a:latin typeface="Consolas"/>
              </a:rPr>
              <a:t> </a:t>
            </a:r>
            <a:r>
              <a:rPr sz="1100">
                <a:solidFill>
                  <a:srgbClr val="000000"/>
                </a:solidFill>
                <a:latin typeface="Consolas"/>
              </a:rPr>
              <a:t>responses</a:t>
            </a:r>
          </a:p>
          <a:p>
            <a:pPr>
              <a:lnSpc>
                <a:spcPct val="100000"/>
              </a:lnSpc>
              <a:spcBef>
                <a:spcPts val="0"/>
              </a:spcBef>
              <a:spcAft>
                <a:spcPts val="0"/>
              </a:spcAft>
            </a:pPr>
            <a:r>
              <a:rPr sz="1100">
                <a:solidFill>
                  <a:srgbClr val="000000"/>
                </a:solidFill>
                <a:latin typeface="Consolas"/>
              </a:rPr>
              <a:t> </a:t>
            </a:r>
            <a:r>
              <a:rPr sz="1100">
                <a:solidFill>
                  <a:srgbClr val="000000"/>
                </a:solidFill>
                <a:latin typeface="Consolas"/>
              </a:rPr>
              <a:t> </a:t>
            </a:r>
            <a:r>
              <a:rPr sz="1100">
                <a:solidFill>
                  <a:srgbClr val="000000"/>
                </a:solidFill>
                <a:latin typeface="Consolas"/>
              </a:rPr>
              <a:t>GitHub</a:t>
            </a:r>
            <a:r>
              <a:rPr sz="1100">
                <a:solidFill>
                  <a:srgbClr val="000000"/>
                </a:solidFill>
                <a:latin typeface="Consolas"/>
              </a:rPr>
              <a:t> </a:t>
            </a:r>
            <a:r>
              <a:rPr sz="1100">
                <a:solidFill>
                  <a:srgbClr val="000000"/>
                </a:solidFill>
                <a:latin typeface="Consolas"/>
              </a:rPr>
              <a:t>Docs</a:t>
            </a:r>
            <a:r>
              <a:rPr sz="1100">
                <a:solidFill>
                  <a:srgbClr val="000000"/>
                </a:solidFill>
                <a:latin typeface="Consolas"/>
              </a:rPr>
              <a:t> </a:t>
            </a:r>
            <a:r>
              <a:rPr sz="1100">
                <a:solidFill>
                  <a:srgbClr val="000000"/>
                </a:solidFill>
                <a:latin typeface="Consolas"/>
              </a:rPr>
              <a:t>|</a:t>
            </a:r>
            <a:r>
              <a:rPr sz="1100">
                <a:solidFill>
                  <a:srgbClr val="000000"/>
                </a:solidFill>
                <a:latin typeface="Consolas"/>
              </a:rPr>
              <a:t> </a:t>
            </a:r>
            <a:r>
              <a:rPr sz="1100">
                <a:solidFill>
                  <a:srgbClr val="000000"/>
                </a:solidFill>
                <a:latin typeface="Consolas"/>
              </a:rPr>
              <a:t>docs.github.com/en/copilot/concepts/prompting/response-customization</a:t>
            </a:r>
          </a:p>
          <a:p>
            <a:pPr>
              <a:lnSpc>
                <a:spcPct val="100000"/>
              </a:lnSpc>
              <a:spcBef>
                <a:spcPts val="0"/>
              </a:spcBef>
              <a:spcAft>
                <a:spcPts val="0"/>
              </a:spcAft>
            </a:pPr>
            <a:r>
              <a:rPr sz="1100">
                <a:solidFill>
                  <a:srgbClr val="0000FF"/>
                </a:solidFill>
                <a:latin typeface="Consolas"/>
              </a:rPr>
              <a:t>-</a:t>
            </a:r>
            <a:r>
              <a:rPr sz="1100">
                <a:solidFill>
                  <a:srgbClr val="000000"/>
                </a:solidFill>
                <a:latin typeface="Consolas"/>
              </a:rPr>
              <a:t> </a:t>
            </a:r>
            <a:r>
              <a:rPr sz="1100">
                <a:solidFill>
                  <a:srgbClr val="000000"/>
                </a:solidFill>
                <a:latin typeface="Consolas"/>
              </a:rPr>
              <a:t>[gh-review-output]</a:t>
            </a:r>
            <a:r>
              <a:rPr sz="1100">
                <a:solidFill>
                  <a:srgbClr val="000000"/>
                </a:solidFill>
                <a:latin typeface="Consolas"/>
              </a:rPr>
              <a:t> </a:t>
            </a:r>
            <a:r>
              <a:rPr sz="1100">
                <a:solidFill>
                  <a:srgbClr val="000000"/>
                </a:solidFill>
                <a:latin typeface="Consolas"/>
              </a:rPr>
              <a:t>Review</a:t>
            </a:r>
            <a:r>
              <a:rPr sz="1100">
                <a:solidFill>
                  <a:srgbClr val="000000"/>
                </a:solidFill>
                <a:latin typeface="Consolas"/>
              </a:rPr>
              <a:t> </a:t>
            </a:r>
            <a:r>
              <a:rPr sz="1100">
                <a:solidFill>
                  <a:srgbClr val="000000"/>
                </a:solidFill>
                <a:latin typeface="Consolas"/>
              </a:rPr>
              <a:t>output</a:t>
            </a:r>
            <a:r>
              <a:rPr sz="1100">
                <a:solidFill>
                  <a:srgbClr val="000000"/>
                </a:solidFill>
                <a:latin typeface="Consolas"/>
              </a:rPr>
              <a:t> </a:t>
            </a:r>
            <a:r>
              <a:rPr sz="1100">
                <a:solidFill>
                  <a:srgbClr val="000000"/>
                </a:solidFill>
                <a:latin typeface="Consolas"/>
              </a:rPr>
              <a:t>from</a:t>
            </a:r>
            <a:r>
              <a:rPr sz="1100">
                <a:solidFill>
                  <a:srgbClr val="000000"/>
                </a:solidFill>
                <a:latin typeface="Consolas"/>
              </a:rPr>
              <a:t> </a:t>
            </a:r>
            <a:r>
              <a:rPr sz="1100">
                <a:solidFill>
                  <a:srgbClr val="000000"/>
                </a:solidFill>
                <a:latin typeface="Consolas"/>
              </a:rPr>
              <a:t>Copilot</a:t>
            </a:r>
          </a:p>
          <a:p>
            <a:pPr>
              <a:lnSpc>
                <a:spcPct val="100000"/>
              </a:lnSpc>
              <a:spcBef>
                <a:spcPts val="0"/>
              </a:spcBef>
              <a:spcAft>
                <a:spcPts val="0"/>
              </a:spcAft>
            </a:pPr>
            <a:r>
              <a:rPr sz="1100">
                <a:solidFill>
                  <a:srgbClr val="000000"/>
                </a:solidFill>
                <a:latin typeface="Consolas"/>
              </a:rPr>
              <a:t> </a:t>
            </a:r>
            <a:r>
              <a:rPr sz="1100">
                <a:solidFill>
                  <a:srgbClr val="000000"/>
                </a:solidFill>
                <a:latin typeface="Consolas"/>
              </a:rPr>
              <a:t> </a:t>
            </a:r>
            <a:r>
              <a:rPr sz="1100">
                <a:solidFill>
                  <a:srgbClr val="000000"/>
                </a:solidFill>
                <a:latin typeface="Consolas"/>
              </a:rPr>
              <a:t>GitHub</a:t>
            </a:r>
            <a:r>
              <a:rPr sz="1100">
                <a:solidFill>
                  <a:srgbClr val="000000"/>
                </a:solidFill>
                <a:latin typeface="Consolas"/>
              </a:rPr>
              <a:t> </a:t>
            </a:r>
            <a:r>
              <a:rPr sz="1100">
                <a:solidFill>
                  <a:srgbClr val="000000"/>
                </a:solidFill>
                <a:latin typeface="Consolas"/>
              </a:rPr>
              <a:t>Docs</a:t>
            </a:r>
            <a:r>
              <a:rPr sz="1100">
                <a:solidFill>
                  <a:srgbClr val="000000"/>
                </a:solidFill>
                <a:latin typeface="Consolas"/>
              </a:rPr>
              <a:t> </a:t>
            </a:r>
            <a:r>
              <a:rPr sz="1100">
                <a:solidFill>
                  <a:srgbClr val="000000"/>
                </a:solidFill>
                <a:latin typeface="Consolas"/>
              </a:rPr>
              <a:t>|</a:t>
            </a:r>
            <a:r>
              <a:rPr sz="1100">
                <a:solidFill>
                  <a:srgbClr val="000000"/>
                </a:solidFill>
                <a:latin typeface="Consolas"/>
              </a:rPr>
              <a:t> </a:t>
            </a:r>
            <a:r>
              <a:rPr sz="1100">
                <a:solidFill>
                  <a:srgbClr val="000000"/>
                </a:solidFill>
                <a:latin typeface="Consolas"/>
              </a:rPr>
              <a:t>docs.github.com/en/copilot/how-tos/copilot-on-github/use-copilot-agents/review-copilot-output</a:t>
            </a:r>
          </a:p>
          <a:p>
            <a:pPr>
              <a:lnSpc>
                <a:spcPct val="100000"/>
              </a:lnSpc>
              <a:spcBef>
                <a:spcPts val="0"/>
              </a:spcBef>
              <a:spcAft>
                <a:spcPts val="0"/>
              </a:spcAft>
            </a:pPr>
            <a:r>
              <a:rPr sz="1100">
                <a:solidFill>
                  <a:srgbClr val="0000FF"/>
                </a:solidFill>
                <a:latin typeface="Consolas"/>
              </a:rPr>
              <a:t>-</a:t>
            </a:r>
            <a:r>
              <a:rPr sz="1100">
                <a:solidFill>
                  <a:srgbClr val="000000"/>
                </a:solidFill>
                <a:latin typeface="Consolas"/>
              </a:rPr>
              <a:t> </a:t>
            </a:r>
            <a:r>
              <a:rPr sz="1100">
                <a:solidFill>
                  <a:srgbClr val="000000"/>
                </a:solidFill>
                <a:latin typeface="Consolas"/>
              </a:rPr>
              <a:t>[gh-session-logs]</a:t>
            </a:r>
            <a:r>
              <a:rPr sz="1100">
                <a:solidFill>
                  <a:srgbClr val="000000"/>
                </a:solidFill>
                <a:latin typeface="Consolas"/>
              </a:rPr>
              <a:t> </a:t>
            </a:r>
            <a:r>
              <a:rPr sz="1100">
                <a:solidFill>
                  <a:srgbClr val="000000"/>
                </a:solidFill>
                <a:latin typeface="Consolas"/>
              </a:rPr>
              <a:t>Managing</a:t>
            </a:r>
            <a:r>
              <a:rPr sz="1100">
                <a:solidFill>
                  <a:srgbClr val="000000"/>
                </a:solidFill>
                <a:latin typeface="Consolas"/>
              </a:rPr>
              <a:t> </a:t>
            </a:r>
            <a:r>
              <a:rPr sz="1100">
                <a:solidFill>
                  <a:srgbClr val="000000"/>
                </a:solidFill>
                <a:latin typeface="Consolas"/>
              </a:rPr>
              <a:t>agent</a:t>
            </a:r>
            <a:r>
              <a:rPr sz="1100">
                <a:solidFill>
                  <a:srgbClr val="000000"/>
                </a:solidFill>
                <a:latin typeface="Consolas"/>
              </a:rPr>
              <a:t> </a:t>
            </a:r>
            <a:r>
              <a:rPr sz="1100">
                <a:solidFill>
                  <a:srgbClr val="000000"/>
                </a:solidFill>
                <a:latin typeface="Consolas"/>
              </a:rPr>
              <a:t>sessions</a:t>
            </a:r>
          </a:p>
          <a:p>
            <a:pPr>
              <a:lnSpc>
                <a:spcPct val="100000"/>
              </a:lnSpc>
              <a:spcBef>
                <a:spcPts val="0"/>
              </a:spcBef>
              <a:spcAft>
                <a:spcPts val="0"/>
              </a:spcAft>
            </a:pPr>
            <a:r>
              <a:rPr sz="1100">
                <a:solidFill>
                  <a:srgbClr val="000000"/>
                </a:solidFill>
                <a:latin typeface="Consolas"/>
              </a:rPr>
              <a:t> </a:t>
            </a:r>
            <a:r>
              <a:rPr sz="1100">
                <a:solidFill>
                  <a:srgbClr val="000000"/>
                </a:solidFill>
                <a:latin typeface="Consolas"/>
              </a:rPr>
              <a:t> </a:t>
            </a:r>
            <a:r>
              <a:rPr sz="1100">
                <a:solidFill>
                  <a:srgbClr val="000000"/>
                </a:solidFill>
                <a:latin typeface="Consolas"/>
              </a:rPr>
              <a:t>GitHub</a:t>
            </a:r>
            <a:r>
              <a:rPr sz="1100">
                <a:solidFill>
                  <a:srgbClr val="000000"/>
                </a:solidFill>
                <a:latin typeface="Consolas"/>
              </a:rPr>
              <a:t> </a:t>
            </a:r>
            <a:r>
              <a:rPr sz="1100">
                <a:solidFill>
                  <a:srgbClr val="000000"/>
                </a:solidFill>
                <a:latin typeface="Consolas"/>
              </a:rPr>
              <a:t>Docs</a:t>
            </a:r>
            <a:r>
              <a:rPr sz="1100">
                <a:solidFill>
                  <a:srgbClr val="000000"/>
                </a:solidFill>
                <a:latin typeface="Consolas"/>
              </a:rPr>
              <a:t> </a:t>
            </a:r>
            <a:r>
              <a:rPr sz="1100">
                <a:solidFill>
                  <a:srgbClr val="000000"/>
                </a:solidFill>
                <a:latin typeface="Consolas"/>
              </a:rPr>
              <a:t>|</a:t>
            </a:r>
            <a:r>
              <a:rPr sz="1100">
                <a:solidFill>
                  <a:srgbClr val="000000"/>
                </a:solidFill>
                <a:latin typeface="Consolas"/>
              </a:rPr>
              <a:t> </a:t>
            </a:r>
            <a:r>
              <a:rPr sz="1100">
                <a:solidFill>
                  <a:srgbClr val="000000"/>
                </a:solidFill>
                <a:latin typeface="Consolas"/>
              </a:rPr>
              <a:t>docs.github.com/en/copilot/how-tos/copilot-on-github/use-copilot-agents/manage-and-track-agents</a:t>
            </a:r>
          </a:p>
          <a:p>
            <a:pPr>
              <a:lnSpc>
                <a:spcPct val="100000"/>
              </a:lnSpc>
              <a:spcBef>
                <a:spcPts val="0"/>
              </a:spcBef>
              <a:spcAft>
                <a:spcPts val="0"/>
              </a:spcAft>
            </a:pPr>
            <a:r>
              <a:rPr sz="1100">
                <a:solidFill>
                  <a:srgbClr val="0000FF"/>
                </a:solidFill>
                <a:latin typeface="Consolas"/>
              </a:rPr>
              <a:t>-</a:t>
            </a:r>
            <a:r>
              <a:rPr sz="1100">
                <a:solidFill>
                  <a:srgbClr val="000000"/>
                </a:solidFill>
                <a:latin typeface="Consolas"/>
              </a:rPr>
              <a:t> </a:t>
            </a:r>
            <a:r>
              <a:rPr sz="1100">
                <a:solidFill>
                  <a:srgbClr val="000000"/>
                </a:solidFill>
                <a:latin typeface="Consolas"/>
              </a:rPr>
              <a:t>[gh-start-agent]</a:t>
            </a:r>
            <a:r>
              <a:rPr sz="1100">
                <a:solidFill>
                  <a:srgbClr val="000000"/>
                </a:solidFill>
                <a:latin typeface="Consolas"/>
              </a:rPr>
              <a:t> </a:t>
            </a:r>
            <a:r>
              <a:rPr sz="1100">
                <a:solidFill>
                  <a:srgbClr val="000000"/>
                </a:solidFill>
                <a:latin typeface="Consolas"/>
              </a:rPr>
              <a:t>Starting</a:t>
            </a:r>
            <a:r>
              <a:rPr sz="1100">
                <a:solidFill>
                  <a:srgbClr val="000000"/>
                </a:solidFill>
                <a:latin typeface="Consolas"/>
              </a:rPr>
              <a:t> </a:t>
            </a:r>
            <a:r>
              <a:rPr sz="1100">
                <a:solidFill>
                  <a:srgbClr val="000000"/>
                </a:solidFill>
                <a:latin typeface="Consolas"/>
              </a:rPr>
              <a:t>GitHub</a:t>
            </a:r>
            <a:r>
              <a:rPr sz="1100">
                <a:solidFill>
                  <a:srgbClr val="000000"/>
                </a:solidFill>
                <a:latin typeface="Consolas"/>
              </a:rPr>
              <a:t> </a:t>
            </a:r>
            <a:r>
              <a:rPr sz="1100">
                <a:solidFill>
                  <a:srgbClr val="000000"/>
                </a:solidFill>
                <a:latin typeface="Consolas"/>
              </a:rPr>
              <a:t>Copilot</a:t>
            </a:r>
            <a:r>
              <a:rPr sz="1100">
                <a:solidFill>
                  <a:srgbClr val="000000"/>
                </a:solidFill>
                <a:latin typeface="Consolas"/>
              </a:rPr>
              <a:t> </a:t>
            </a:r>
            <a:r>
              <a:rPr sz="1100">
                <a:solidFill>
                  <a:srgbClr val="000000"/>
                </a:solidFill>
                <a:latin typeface="Consolas"/>
              </a:rPr>
              <a:t>sessions</a:t>
            </a:r>
          </a:p>
          <a:p>
            <a:pPr>
              <a:lnSpc>
                <a:spcPct val="100000"/>
              </a:lnSpc>
              <a:spcBef>
                <a:spcPts val="0"/>
              </a:spcBef>
              <a:spcAft>
                <a:spcPts val="0"/>
              </a:spcAft>
            </a:pPr>
            <a:r>
              <a:rPr sz="1100">
                <a:solidFill>
                  <a:srgbClr val="000000"/>
                </a:solidFill>
                <a:latin typeface="Consolas"/>
              </a:rPr>
              <a:t> </a:t>
            </a:r>
            <a:r>
              <a:rPr sz="1100">
                <a:solidFill>
                  <a:srgbClr val="000000"/>
                </a:solidFill>
                <a:latin typeface="Consolas"/>
              </a:rPr>
              <a:t> </a:t>
            </a:r>
            <a:r>
              <a:rPr sz="1100">
                <a:solidFill>
                  <a:srgbClr val="000000"/>
                </a:solidFill>
                <a:latin typeface="Consolas"/>
              </a:rPr>
              <a:t>GitHub</a:t>
            </a:r>
            <a:r>
              <a:rPr sz="1100">
                <a:solidFill>
                  <a:srgbClr val="000000"/>
                </a:solidFill>
                <a:latin typeface="Consolas"/>
              </a:rPr>
              <a:t> </a:t>
            </a:r>
            <a:r>
              <a:rPr sz="1100">
                <a:solidFill>
                  <a:srgbClr val="000000"/>
                </a:solidFill>
                <a:latin typeface="Consolas"/>
              </a:rPr>
              <a:t>Docs</a:t>
            </a:r>
            <a:r>
              <a:rPr sz="1100">
                <a:solidFill>
                  <a:srgbClr val="000000"/>
                </a:solidFill>
                <a:latin typeface="Consolas"/>
              </a:rPr>
              <a:t> </a:t>
            </a:r>
            <a:r>
              <a:rPr sz="1100">
                <a:solidFill>
                  <a:srgbClr val="000000"/>
                </a:solidFill>
                <a:latin typeface="Consolas"/>
              </a:rPr>
              <a:t>|</a:t>
            </a:r>
            <a:r>
              <a:rPr sz="1100">
                <a:solidFill>
                  <a:srgbClr val="000000"/>
                </a:solidFill>
                <a:latin typeface="Consolas"/>
              </a:rPr>
              <a:t> </a:t>
            </a:r>
            <a:r>
              <a:rPr sz="1100">
                <a:solidFill>
                  <a:srgbClr val="000000"/>
                </a:solidFill>
                <a:latin typeface="Consolas"/>
              </a:rPr>
              <a:t>docs.github.com/en/copilot/how-tos/use-copilot-agents/cloud-agent/start-copilot-sessions</a:t>
            </a:r>
          </a:p>
          <a:p>
            <a:pPr>
              <a:lnSpc>
                <a:spcPct val="100000"/>
              </a:lnSpc>
              <a:spcBef>
                <a:spcPts val="0"/>
              </a:spcBef>
              <a:spcAft>
                <a:spcPts val="0"/>
              </a:spcAft>
            </a:pPr>
            <a:r>
              <a:rPr sz="1100">
                <a:solidFill>
                  <a:srgbClr val="0000FF"/>
                </a:solidFill>
                <a:latin typeface="Consolas"/>
              </a:rPr>
              <a:t>-</a:t>
            </a:r>
            <a:r>
              <a:rPr sz="1100">
                <a:solidFill>
                  <a:srgbClr val="000000"/>
                </a:solidFill>
                <a:latin typeface="Consolas"/>
              </a:rPr>
              <a:t> </a:t>
            </a:r>
            <a:r>
              <a:rPr sz="1100">
                <a:solidFill>
                  <a:srgbClr val="000000"/>
                </a:solidFill>
                <a:latin typeface="Consolas"/>
              </a:rPr>
              <a:t>[gh-use-agent]</a:t>
            </a:r>
            <a:r>
              <a:rPr sz="1100">
                <a:solidFill>
                  <a:srgbClr val="000000"/>
                </a:solidFill>
                <a:latin typeface="Consolas"/>
              </a:rPr>
              <a:t> </a:t>
            </a:r>
            <a:r>
              <a:rPr sz="1100">
                <a:solidFill>
                  <a:srgbClr val="000000"/>
                </a:solidFill>
                <a:latin typeface="Consolas"/>
              </a:rPr>
              <a:t>Using</a:t>
            </a:r>
            <a:r>
              <a:rPr sz="1100">
                <a:solidFill>
                  <a:srgbClr val="000000"/>
                </a:solidFill>
                <a:latin typeface="Consolas"/>
              </a:rPr>
              <a:t> </a:t>
            </a:r>
            <a:r>
              <a:rPr sz="1100">
                <a:solidFill>
                  <a:srgbClr val="000000"/>
                </a:solidFill>
                <a:latin typeface="Consolas"/>
              </a:rPr>
              <a:t>Copilot</a:t>
            </a:r>
            <a:r>
              <a:rPr sz="1100">
                <a:solidFill>
                  <a:srgbClr val="000000"/>
                </a:solidFill>
                <a:latin typeface="Consolas"/>
              </a:rPr>
              <a:t> </a:t>
            </a:r>
            <a:r>
              <a:rPr sz="1100">
                <a:solidFill>
                  <a:srgbClr val="000000"/>
                </a:solidFill>
                <a:latin typeface="Consolas"/>
              </a:rPr>
              <a:t>cloud</a:t>
            </a:r>
            <a:r>
              <a:rPr sz="1100">
                <a:solidFill>
                  <a:srgbClr val="000000"/>
                </a:solidFill>
                <a:latin typeface="Consolas"/>
              </a:rPr>
              <a:t> </a:t>
            </a:r>
            <a:r>
              <a:rPr sz="1100">
                <a:solidFill>
                  <a:srgbClr val="000000"/>
                </a:solidFill>
                <a:latin typeface="Consolas"/>
              </a:rPr>
              <a:t>agent</a:t>
            </a:r>
            <a:r>
              <a:rPr sz="1100">
                <a:solidFill>
                  <a:srgbClr val="000000"/>
                </a:solidFill>
                <a:latin typeface="Consolas"/>
              </a:rPr>
              <a:t> </a:t>
            </a:r>
            <a:r>
              <a:rPr sz="1100">
                <a:solidFill>
                  <a:srgbClr val="000000"/>
                </a:solidFill>
                <a:latin typeface="Consolas"/>
              </a:rPr>
              <a:t>on</a:t>
            </a:r>
            <a:r>
              <a:rPr sz="1100">
                <a:solidFill>
                  <a:srgbClr val="000000"/>
                </a:solidFill>
                <a:latin typeface="Consolas"/>
              </a:rPr>
              <a:t> </a:t>
            </a:r>
            <a:r>
              <a:rPr sz="1100">
                <a:solidFill>
                  <a:srgbClr val="000000"/>
                </a:solidFill>
                <a:latin typeface="Consolas"/>
              </a:rPr>
              <a:t>GitHub</a:t>
            </a:r>
          </a:p>
          <a:p>
            <a:pPr>
              <a:lnSpc>
                <a:spcPct val="100000"/>
              </a:lnSpc>
              <a:spcBef>
                <a:spcPts val="0"/>
              </a:spcBef>
              <a:spcAft>
                <a:spcPts val="0"/>
              </a:spcAft>
            </a:pPr>
            <a:r>
              <a:rPr sz="1100">
                <a:solidFill>
                  <a:srgbClr val="000000"/>
                </a:solidFill>
                <a:latin typeface="Consolas"/>
              </a:rPr>
              <a:t> </a:t>
            </a:r>
            <a:r>
              <a:rPr sz="1100">
                <a:solidFill>
                  <a:srgbClr val="000000"/>
                </a:solidFill>
                <a:latin typeface="Consolas"/>
              </a:rPr>
              <a:t> </a:t>
            </a:r>
            <a:r>
              <a:rPr sz="1100">
                <a:solidFill>
                  <a:srgbClr val="000000"/>
                </a:solidFill>
                <a:latin typeface="Consolas"/>
              </a:rPr>
              <a:t>GitHub</a:t>
            </a:r>
            <a:r>
              <a:rPr sz="1100">
                <a:solidFill>
                  <a:srgbClr val="000000"/>
                </a:solidFill>
                <a:latin typeface="Consolas"/>
              </a:rPr>
              <a:t> </a:t>
            </a:r>
            <a:r>
              <a:rPr sz="1100">
                <a:solidFill>
                  <a:srgbClr val="000000"/>
                </a:solidFill>
                <a:latin typeface="Consolas"/>
              </a:rPr>
              <a:t>Docs</a:t>
            </a:r>
            <a:r>
              <a:rPr sz="1100">
                <a:solidFill>
                  <a:srgbClr val="000000"/>
                </a:solidFill>
                <a:latin typeface="Consolas"/>
              </a:rPr>
              <a:t> </a:t>
            </a:r>
            <a:r>
              <a:rPr sz="1100">
                <a:solidFill>
                  <a:srgbClr val="000000"/>
                </a:solidFill>
                <a:latin typeface="Consolas"/>
              </a:rPr>
              <a:t>|</a:t>
            </a:r>
            <a:r>
              <a:rPr sz="1100">
                <a:solidFill>
                  <a:srgbClr val="000000"/>
                </a:solidFill>
                <a:latin typeface="Consolas"/>
              </a:rPr>
              <a:t> </a:t>
            </a:r>
            <a:r>
              <a:rPr sz="1100">
                <a:solidFill>
                  <a:srgbClr val="000000"/>
                </a:solidFill>
                <a:latin typeface="Consolas"/>
              </a:rPr>
              <a:t>docs.github.com/en/copilot/how-tos/use-copilot-agents/cloud-agent/use-cloud-agent-on-github</a:t>
            </a:r>
          </a:p>
          <a:p>
            <a:pPr>
              <a:lnSpc>
                <a:spcPct val="100000"/>
              </a:lnSpc>
              <a:spcBef>
                <a:spcPts val="0"/>
              </a:spcBef>
              <a:spcAft>
                <a:spcPts val="0"/>
              </a:spcAft>
            </a:pPr>
            <a:r>
              <a:rPr sz="1100">
                <a:solidFill>
                  <a:srgbClr val="0000FF"/>
                </a:solidFill>
                <a:latin typeface="Consolas"/>
              </a:rPr>
              <a:t>-</a:t>
            </a:r>
            <a:r>
              <a:rPr sz="1100">
                <a:solidFill>
                  <a:srgbClr val="000000"/>
                </a:solidFill>
                <a:latin typeface="Consolas"/>
              </a:rPr>
              <a:t> </a:t>
            </a:r>
            <a:r>
              <a:rPr sz="1100">
                <a:solidFill>
                  <a:srgbClr val="000000"/>
                </a:solidFill>
                <a:latin typeface="Consolas"/>
              </a:rPr>
              <a:t>[gh-workflow-commands]</a:t>
            </a:r>
            <a:r>
              <a:rPr sz="1100">
                <a:solidFill>
                  <a:srgbClr val="000000"/>
                </a:solidFill>
                <a:latin typeface="Consolas"/>
              </a:rPr>
              <a:t> </a:t>
            </a:r>
            <a:r>
              <a:rPr sz="1100">
                <a:solidFill>
                  <a:srgbClr val="000000"/>
                </a:solidFill>
                <a:latin typeface="Consolas"/>
              </a:rPr>
              <a:t>Workflow</a:t>
            </a:r>
            <a:r>
              <a:rPr sz="1100">
                <a:solidFill>
                  <a:srgbClr val="000000"/>
                </a:solidFill>
                <a:latin typeface="Consolas"/>
              </a:rPr>
              <a:t> </a:t>
            </a:r>
            <a:r>
              <a:rPr sz="1100">
                <a:solidFill>
                  <a:srgbClr val="000000"/>
                </a:solidFill>
                <a:latin typeface="Consolas"/>
              </a:rPr>
              <a:t>commands</a:t>
            </a:r>
            <a:r>
              <a:rPr sz="1100">
                <a:solidFill>
                  <a:srgbClr val="000000"/>
                </a:solidFill>
                <a:latin typeface="Consolas"/>
              </a:rPr>
              <a:t> </a:t>
            </a:r>
            <a:r>
              <a:rPr sz="1100">
                <a:solidFill>
                  <a:srgbClr val="000000"/>
                </a:solidFill>
                <a:latin typeface="Consolas"/>
              </a:rPr>
              <a:t>for</a:t>
            </a:r>
            <a:r>
              <a:rPr sz="1100">
                <a:solidFill>
                  <a:srgbClr val="000000"/>
                </a:solidFill>
                <a:latin typeface="Consolas"/>
              </a:rPr>
              <a:t> </a:t>
            </a:r>
            <a:r>
              <a:rPr sz="1100">
                <a:solidFill>
                  <a:srgbClr val="000000"/>
                </a:solidFill>
                <a:latin typeface="Consolas"/>
              </a:rPr>
              <a:t>GitHub</a:t>
            </a:r>
            <a:r>
              <a:rPr sz="1100">
                <a:solidFill>
                  <a:srgbClr val="000000"/>
                </a:solidFill>
                <a:latin typeface="Consolas"/>
              </a:rPr>
              <a:t> </a:t>
            </a:r>
            <a:r>
              <a:rPr sz="1100">
                <a:solidFill>
                  <a:srgbClr val="000000"/>
                </a:solidFill>
                <a:latin typeface="Consolas"/>
              </a:rPr>
              <a:t>Actions</a:t>
            </a:r>
          </a:p>
          <a:p>
            <a:pPr>
              <a:lnSpc>
                <a:spcPct val="100000"/>
              </a:lnSpc>
              <a:spcBef>
                <a:spcPts val="0"/>
              </a:spcBef>
              <a:spcAft>
                <a:spcPts val="0"/>
              </a:spcAft>
            </a:pPr>
            <a:r>
              <a:rPr sz="1100">
                <a:solidFill>
                  <a:srgbClr val="000000"/>
                </a:solidFill>
                <a:latin typeface="Consolas"/>
              </a:rPr>
              <a:t> </a:t>
            </a:r>
            <a:r>
              <a:rPr sz="1100">
                <a:solidFill>
                  <a:srgbClr val="000000"/>
                </a:solidFill>
                <a:latin typeface="Consolas"/>
              </a:rPr>
              <a:t> </a:t>
            </a:r>
            <a:r>
              <a:rPr sz="1100">
                <a:solidFill>
                  <a:srgbClr val="000000"/>
                </a:solidFill>
                <a:latin typeface="Consolas"/>
              </a:rPr>
              <a:t>GitHub</a:t>
            </a:r>
            <a:r>
              <a:rPr sz="1100">
                <a:solidFill>
                  <a:srgbClr val="000000"/>
                </a:solidFill>
                <a:latin typeface="Consolas"/>
              </a:rPr>
              <a:t> </a:t>
            </a:r>
            <a:r>
              <a:rPr sz="1100">
                <a:solidFill>
                  <a:srgbClr val="000000"/>
                </a:solidFill>
                <a:latin typeface="Consolas"/>
              </a:rPr>
              <a:t>Docs</a:t>
            </a:r>
            <a:r>
              <a:rPr sz="1100">
                <a:solidFill>
                  <a:srgbClr val="000000"/>
                </a:solidFill>
                <a:latin typeface="Consolas"/>
              </a:rPr>
              <a:t> </a:t>
            </a:r>
            <a:r>
              <a:rPr sz="1100">
                <a:solidFill>
                  <a:srgbClr val="000000"/>
                </a:solidFill>
                <a:latin typeface="Consolas"/>
              </a:rPr>
              <a:t>|</a:t>
            </a:r>
            <a:r>
              <a:rPr sz="1100">
                <a:solidFill>
                  <a:srgbClr val="000000"/>
                </a:solidFill>
                <a:latin typeface="Consolas"/>
              </a:rPr>
              <a:t> </a:t>
            </a:r>
            <a:r>
              <a:rPr sz="1100">
                <a:solidFill>
                  <a:srgbClr val="000000"/>
                </a:solidFill>
                <a:latin typeface="Consolas"/>
              </a:rPr>
              <a:t>docs.github.com/en/actions/reference/workflows-and-actions/workflow-commands</a:t>
            </a:r>
          </a:p>
          <a:p>
            <a:pPr>
              <a:lnSpc>
                <a:spcPct val="100000"/>
              </a:lnSpc>
              <a:spcBef>
                <a:spcPts val="0"/>
              </a:spcBef>
              <a:spcAft>
                <a:spcPts val="0"/>
              </a:spcAft>
            </a:pPr>
            <a:r>
              <a:rPr sz="1100">
                <a:solidFill>
                  <a:srgbClr val="0000FF"/>
                </a:solidFill>
                <a:latin typeface="Consolas"/>
              </a:rPr>
              <a:t>-</a:t>
            </a:r>
            <a:r>
              <a:rPr sz="1100">
                <a:solidFill>
                  <a:srgbClr val="000000"/>
                </a:solidFill>
                <a:latin typeface="Consolas"/>
              </a:rPr>
              <a:t> </a:t>
            </a:r>
            <a:r>
              <a:rPr sz="1100">
                <a:solidFill>
                  <a:srgbClr val="000000"/>
                </a:solidFill>
                <a:latin typeface="Consolas"/>
              </a:rPr>
              <a:t>[github-speed-rct]</a:t>
            </a:r>
            <a:r>
              <a:rPr sz="1100">
                <a:solidFill>
                  <a:srgbClr val="000000"/>
                </a:solidFill>
                <a:latin typeface="Consolas"/>
              </a:rPr>
              <a:t> </a:t>
            </a:r>
            <a:r>
              <a:rPr sz="1100">
                <a:solidFill>
                  <a:srgbClr val="000000"/>
                </a:solidFill>
                <a:latin typeface="Consolas"/>
              </a:rPr>
              <a:t>Research:</a:t>
            </a:r>
            <a:r>
              <a:rPr sz="1100">
                <a:solidFill>
                  <a:srgbClr val="000000"/>
                </a:solidFill>
                <a:latin typeface="Consolas"/>
              </a:rPr>
              <a:t> </a:t>
            </a:r>
            <a:r>
              <a:rPr sz="1100">
                <a:solidFill>
                  <a:srgbClr val="000000"/>
                </a:solidFill>
                <a:latin typeface="Consolas"/>
              </a:rPr>
              <a:t>quantifying</a:t>
            </a:r>
            <a:r>
              <a:rPr sz="1100">
                <a:solidFill>
                  <a:srgbClr val="000000"/>
                </a:solidFill>
                <a:latin typeface="Consolas"/>
              </a:rPr>
              <a:t> </a:t>
            </a:r>
            <a:r>
              <a:rPr sz="1100">
                <a:solidFill>
                  <a:srgbClr val="000000"/>
                </a:solidFill>
                <a:latin typeface="Consolas"/>
              </a:rPr>
              <a:t>GitHub</a:t>
            </a:r>
            <a:r>
              <a:rPr sz="1100">
                <a:solidFill>
                  <a:srgbClr val="000000"/>
                </a:solidFill>
                <a:latin typeface="Consolas"/>
              </a:rPr>
              <a:t> </a:t>
            </a:r>
            <a:r>
              <a:rPr sz="1100">
                <a:solidFill>
                  <a:srgbClr val="000000"/>
                </a:solidFill>
                <a:latin typeface="Consolas"/>
              </a:rPr>
              <a:t>Copilot's</a:t>
            </a:r>
            <a:r>
              <a:rPr sz="1100">
                <a:solidFill>
                  <a:srgbClr val="000000"/>
                </a:solidFill>
                <a:latin typeface="Consolas"/>
              </a:rPr>
              <a:t> </a:t>
            </a:r>
            <a:r>
              <a:rPr sz="1100">
                <a:solidFill>
                  <a:srgbClr val="000000"/>
                </a:solidFill>
                <a:latin typeface="Consolas"/>
              </a:rPr>
              <a:t>impact</a:t>
            </a:r>
            <a:r>
              <a:rPr sz="1100">
                <a:solidFill>
                  <a:srgbClr val="000000"/>
                </a:solidFill>
                <a:latin typeface="Consolas"/>
              </a:rPr>
              <a:t> </a:t>
            </a:r>
            <a:r>
              <a:rPr sz="1100">
                <a:solidFill>
                  <a:srgbClr val="000000"/>
                </a:solidFill>
                <a:latin typeface="Consolas"/>
              </a:rPr>
              <a:t>on</a:t>
            </a:r>
            <a:r>
              <a:rPr sz="1100">
                <a:solidFill>
                  <a:srgbClr val="000000"/>
                </a:solidFill>
                <a:latin typeface="Consolas"/>
              </a:rPr>
              <a:t> </a:t>
            </a:r>
            <a:r>
              <a:rPr sz="1100">
                <a:solidFill>
                  <a:srgbClr val="000000"/>
                </a:solidFill>
                <a:latin typeface="Consolas"/>
              </a:rPr>
              <a:t>developer</a:t>
            </a:r>
            <a:r>
              <a:rPr sz="1100">
                <a:solidFill>
                  <a:srgbClr val="000000"/>
                </a:solidFill>
                <a:latin typeface="Consolas"/>
              </a:rPr>
              <a:t> </a:t>
            </a:r>
            <a:r>
              <a:rPr sz="1100">
                <a:solidFill>
                  <a:srgbClr val="000000"/>
                </a:solidFill>
                <a:latin typeface="Consolas"/>
              </a:rPr>
              <a:t>productivity</a:t>
            </a:r>
            <a:r>
              <a:rPr sz="1100">
                <a:solidFill>
                  <a:srgbClr val="000000"/>
                </a:solidFill>
                <a:latin typeface="Consolas"/>
              </a:rPr>
              <a:t> </a:t>
            </a:r>
            <a:r>
              <a:rPr sz="1100">
                <a:solidFill>
                  <a:srgbClr val="000000"/>
                </a:solidFill>
                <a:latin typeface="Consolas"/>
              </a:rPr>
              <a:t>and</a:t>
            </a:r>
            <a:r>
              <a:rPr sz="1100">
                <a:solidFill>
                  <a:srgbClr val="000000"/>
                </a:solidFill>
                <a:latin typeface="Consolas"/>
              </a:rPr>
              <a:t> </a:t>
            </a:r>
            <a:r>
              <a:rPr sz="1100">
                <a:solidFill>
                  <a:srgbClr val="000000"/>
                </a:solidFill>
                <a:latin typeface="Consolas"/>
              </a:rPr>
              <a:t>happiness</a:t>
            </a:r>
          </a:p>
          <a:p>
            <a:pPr>
              <a:lnSpc>
                <a:spcPct val="100000"/>
              </a:lnSpc>
              <a:spcBef>
                <a:spcPts val="0"/>
              </a:spcBef>
              <a:spcAft>
                <a:spcPts val="0"/>
              </a:spcAft>
            </a:pPr>
            <a:r>
              <a:rPr sz="1100">
                <a:solidFill>
                  <a:srgbClr val="000000"/>
                </a:solidFill>
                <a:latin typeface="Consolas"/>
              </a:rPr>
              <a:t> </a:t>
            </a:r>
            <a:r>
              <a:rPr sz="1100">
                <a:solidFill>
                  <a:srgbClr val="000000"/>
                </a:solidFill>
                <a:latin typeface="Consolas"/>
              </a:rPr>
              <a:t> </a:t>
            </a:r>
            <a:r>
              <a:rPr sz="1100">
                <a:solidFill>
                  <a:srgbClr val="000000"/>
                </a:solidFill>
                <a:latin typeface="Consolas"/>
              </a:rPr>
              <a:t>GitHub</a:t>
            </a:r>
            <a:r>
              <a:rPr sz="1100">
                <a:solidFill>
                  <a:srgbClr val="000000"/>
                </a:solidFill>
                <a:latin typeface="Consolas"/>
              </a:rPr>
              <a:t> </a:t>
            </a:r>
            <a:r>
              <a:rPr sz="1100">
                <a:solidFill>
                  <a:srgbClr val="000000"/>
                </a:solidFill>
                <a:latin typeface="Consolas"/>
              </a:rPr>
              <a:t>Blog</a:t>
            </a:r>
            <a:r>
              <a:rPr sz="1100">
                <a:solidFill>
                  <a:srgbClr val="000000"/>
                </a:solidFill>
                <a:latin typeface="Consolas"/>
              </a:rPr>
              <a:t> </a:t>
            </a:r>
            <a:r>
              <a:rPr sz="1100">
                <a:solidFill>
                  <a:srgbClr val="000000"/>
                </a:solidFill>
                <a:latin typeface="Consolas"/>
              </a:rPr>
              <a:t>|</a:t>
            </a:r>
            <a:r>
              <a:rPr sz="1100">
                <a:solidFill>
                  <a:srgbClr val="000000"/>
                </a:solidFill>
                <a:latin typeface="Consolas"/>
              </a:rPr>
              <a:t> </a:t>
            </a:r>
            <a:r>
              <a:rPr sz="1100">
                <a:solidFill>
                  <a:srgbClr val="000000"/>
                </a:solidFill>
                <a:latin typeface="Consolas"/>
              </a:rPr>
              <a:t>github.blog/news-insights/research/research-quantifying-github-copilots-impact-on-developer-productivity-and-...</a:t>
            </a:r>
          </a:p>
          <a:p>
            <a:pPr>
              <a:lnSpc>
                <a:spcPct val="100000"/>
              </a:lnSpc>
              <a:spcBef>
                <a:spcPts val="0"/>
              </a:spcBef>
              <a:spcAft>
                <a:spcPts val="0"/>
              </a:spcAft>
            </a:pPr>
            <a:r>
              <a:rPr sz="1100">
                <a:solidFill>
                  <a:srgbClr val="0000FF"/>
                </a:solidFill>
                <a:latin typeface="Consolas"/>
              </a:rPr>
              <a:t>-</a:t>
            </a:r>
            <a:r>
              <a:rPr sz="1100">
                <a:solidFill>
                  <a:srgbClr val="000000"/>
                </a:solidFill>
                <a:latin typeface="Consolas"/>
              </a:rPr>
              <a:t> </a:t>
            </a:r>
            <a:r>
              <a:rPr sz="1100">
                <a:solidFill>
                  <a:srgbClr val="000000"/>
                </a:solidFill>
                <a:latin typeface="Consolas"/>
              </a:rPr>
              <a:t>[google-flaky]</a:t>
            </a:r>
            <a:r>
              <a:rPr sz="1100">
                <a:solidFill>
                  <a:srgbClr val="000000"/>
                </a:solidFill>
                <a:latin typeface="Consolas"/>
              </a:rPr>
              <a:t> </a:t>
            </a:r>
            <a:r>
              <a:rPr sz="1100">
                <a:solidFill>
                  <a:srgbClr val="000000"/>
                </a:solidFill>
                <a:latin typeface="Consolas"/>
              </a:rPr>
              <a:t>Flaky</a:t>
            </a:r>
            <a:r>
              <a:rPr sz="1100">
                <a:solidFill>
                  <a:srgbClr val="000000"/>
                </a:solidFill>
                <a:latin typeface="Consolas"/>
              </a:rPr>
              <a:t> </a:t>
            </a:r>
            <a:r>
              <a:rPr sz="1100">
                <a:solidFill>
                  <a:srgbClr val="000000"/>
                </a:solidFill>
                <a:latin typeface="Consolas"/>
              </a:rPr>
              <a:t>Tests</a:t>
            </a:r>
            <a:r>
              <a:rPr sz="1100">
                <a:solidFill>
                  <a:srgbClr val="000000"/>
                </a:solidFill>
                <a:latin typeface="Consolas"/>
              </a:rPr>
              <a:t> </a:t>
            </a:r>
            <a:r>
              <a:rPr sz="1100">
                <a:solidFill>
                  <a:srgbClr val="000000"/>
                </a:solidFill>
                <a:latin typeface="Consolas"/>
              </a:rPr>
              <a:t>at</a:t>
            </a:r>
            <a:r>
              <a:rPr sz="1100">
                <a:solidFill>
                  <a:srgbClr val="000000"/>
                </a:solidFill>
                <a:latin typeface="Consolas"/>
              </a:rPr>
              <a:t> </a:t>
            </a:r>
            <a:r>
              <a:rPr sz="1100">
                <a:solidFill>
                  <a:srgbClr val="000000"/>
                </a:solidFill>
                <a:latin typeface="Consolas"/>
              </a:rPr>
              <a:t>Google</a:t>
            </a:r>
            <a:r>
              <a:rPr sz="1100">
                <a:solidFill>
                  <a:srgbClr val="000000"/>
                </a:solidFill>
                <a:latin typeface="Consolas"/>
              </a:rPr>
              <a:t> </a:t>
            </a:r>
            <a:r>
              <a:rPr sz="1100">
                <a:solidFill>
                  <a:srgbClr val="000000"/>
                </a:solidFill>
                <a:latin typeface="Consolas"/>
              </a:rPr>
              <a:t>and</a:t>
            </a:r>
            <a:r>
              <a:rPr sz="1100">
                <a:solidFill>
                  <a:srgbClr val="000000"/>
                </a:solidFill>
                <a:latin typeface="Consolas"/>
              </a:rPr>
              <a:t> </a:t>
            </a:r>
            <a:r>
              <a:rPr sz="1100">
                <a:solidFill>
                  <a:srgbClr val="000000"/>
                </a:solidFill>
                <a:latin typeface="Consolas"/>
              </a:rPr>
              <a:t>How</a:t>
            </a:r>
            <a:r>
              <a:rPr sz="1100">
                <a:solidFill>
                  <a:srgbClr val="000000"/>
                </a:solidFill>
                <a:latin typeface="Consolas"/>
              </a:rPr>
              <a:t> </a:t>
            </a:r>
            <a:r>
              <a:rPr sz="1100">
                <a:solidFill>
                  <a:srgbClr val="000000"/>
                </a:solidFill>
                <a:latin typeface="Consolas"/>
              </a:rPr>
              <a:t>We</a:t>
            </a:r>
            <a:r>
              <a:rPr sz="1100">
                <a:solidFill>
                  <a:srgbClr val="000000"/>
                </a:solidFill>
                <a:latin typeface="Consolas"/>
              </a:rPr>
              <a:t> </a:t>
            </a:r>
            <a:r>
              <a:rPr sz="1100">
                <a:solidFill>
                  <a:srgbClr val="000000"/>
                </a:solidFill>
                <a:latin typeface="Consolas"/>
              </a:rPr>
              <a:t>Mitigate</a:t>
            </a:r>
            <a:r>
              <a:rPr sz="1100">
                <a:solidFill>
                  <a:srgbClr val="000000"/>
                </a:solidFill>
                <a:latin typeface="Consolas"/>
              </a:rPr>
              <a:t> </a:t>
            </a:r>
            <a:r>
              <a:rPr sz="1100">
                <a:solidFill>
                  <a:srgbClr val="000000"/>
                </a:solidFill>
                <a:latin typeface="Consolas"/>
              </a:rPr>
              <a:t>Them</a:t>
            </a:r>
          </a:p>
          <a:p>
            <a:pPr>
              <a:lnSpc>
                <a:spcPct val="100000"/>
              </a:lnSpc>
              <a:spcBef>
                <a:spcPts val="0"/>
              </a:spcBef>
              <a:spcAft>
                <a:spcPts val="0"/>
              </a:spcAft>
            </a:pPr>
            <a:r>
              <a:rPr sz="1100">
                <a:solidFill>
                  <a:srgbClr val="000000"/>
                </a:solidFill>
                <a:latin typeface="Consolas"/>
              </a:rPr>
              <a:t> </a:t>
            </a:r>
            <a:r>
              <a:rPr sz="1100">
                <a:solidFill>
                  <a:srgbClr val="000000"/>
                </a:solidFill>
                <a:latin typeface="Consolas"/>
              </a:rPr>
              <a:t> </a:t>
            </a:r>
            <a:r>
              <a:rPr sz="1100">
                <a:solidFill>
                  <a:srgbClr val="000000"/>
                </a:solidFill>
                <a:latin typeface="Consolas"/>
              </a:rPr>
              <a:t>Google</a:t>
            </a:r>
            <a:r>
              <a:rPr sz="1100">
                <a:solidFill>
                  <a:srgbClr val="000000"/>
                </a:solidFill>
                <a:latin typeface="Consolas"/>
              </a:rPr>
              <a:t> </a:t>
            </a:r>
            <a:r>
              <a:rPr sz="1100">
                <a:solidFill>
                  <a:srgbClr val="000000"/>
                </a:solidFill>
                <a:latin typeface="Consolas"/>
              </a:rPr>
              <a:t>Testing</a:t>
            </a:r>
            <a:r>
              <a:rPr sz="1100">
                <a:solidFill>
                  <a:srgbClr val="000000"/>
                </a:solidFill>
                <a:latin typeface="Consolas"/>
              </a:rPr>
              <a:t> </a:t>
            </a:r>
            <a:r>
              <a:rPr sz="1100">
                <a:solidFill>
                  <a:srgbClr val="000000"/>
                </a:solidFill>
                <a:latin typeface="Consolas"/>
              </a:rPr>
              <a:t>Blog</a:t>
            </a:r>
            <a:r>
              <a:rPr sz="1100">
                <a:solidFill>
                  <a:srgbClr val="000000"/>
                </a:solidFill>
                <a:latin typeface="Consolas"/>
              </a:rPr>
              <a:t> </a:t>
            </a:r>
            <a:r>
              <a:rPr sz="1100">
                <a:solidFill>
                  <a:srgbClr val="000000"/>
                </a:solidFill>
                <a:latin typeface="Consolas"/>
              </a:rPr>
              <a:t>(John</a:t>
            </a:r>
            <a:r>
              <a:rPr sz="1100">
                <a:solidFill>
                  <a:srgbClr val="000000"/>
                </a:solidFill>
                <a:latin typeface="Consolas"/>
              </a:rPr>
              <a:t> </a:t>
            </a:r>
            <a:r>
              <a:rPr sz="1100">
                <a:solidFill>
                  <a:srgbClr val="000000"/>
                </a:solidFill>
                <a:latin typeface="Consolas"/>
              </a:rPr>
              <a:t>Micco,</a:t>
            </a:r>
            <a:r>
              <a:rPr sz="1100">
                <a:solidFill>
                  <a:srgbClr val="000000"/>
                </a:solidFill>
                <a:latin typeface="Consolas"/>
              </a:rPr>
              <a:t> </a:t>
            </a:r>
            <a:r>
              <a:rPr sz="1100">
                <a:solidFill>
                  <a:srgbClr val="000000"/>
                </a:solidFill>
                <a:latin typeface="Consolas"/>
              </a:rPr>
              <a:t>2016)</a:t>
            </a:r>
            <a:r>
              <a:rPr sz="1100">
                <a:solidFill>
                  <a:srgbClr val="000000"/>
                </a:solidFill>
                <a:latin typeface="Consolas"/>
              </a:rPr>
              <a:t> </a:t>
            </a:r>
            <a:r>
              <a:rPr sz="1100">
                <a:solidFill>
                  <a:srgbClr val="000000"/>
                </a:solidFill>
                <a:latin typeface="Consolas"/>
              </a:rPr>
              <a:t>|</a:t>
            </a:r>
            <a:r>
              <a:rPr sz="1100">
                <a:solidFill>
                  <a:srgbClr val="000000"/>
                </a:solidFill>
                <a:latin typeface="Consolas"/>
              </a:rPr>
              <a:t> </a:t>
            </a:r>
            <a:r>
              <a:rPr sz="1100">
                <a:solidFill>
                  <a:srgbClr val="000000"/>
                </a:solidFill>
                <a:latin typeface="Consolas"/>
              </a:rPr>
              <a:t>testing.googleblog.com/2016/05/flaky-tests-at-google-and-how-we.html</a:t>
            </a:r>
          </a:p>
          <a:p>
            <a:pPr>
              <a:lnSpc>
                <a:spcPct val="100000"/>
              </a:lnSpc>
              <a:spcBef>
                <a:spcPts val="0"/>
              </a:spcBef>
              <a:spcAft>
                <a:spcPts val="0"/>
              </a:spcAft>
            </a:pPr>
            <a:r>
              <a:rPr sz="1100">
                <a:solidFill>
                  <a:srgbClr val="0000FF"/>
                </a:solidFill>
                <a:latin typeface="Consolas"/>
              </a:rPr>
              <a:t>-</a:t>
            </a:r>
            <a:r>
              <a:rPr sz="1100">
                <a:solidFill>
                  <a:srgbClr val="000000"/>
                </a:solidFill>
                <a:latin typeface="Consolas"/>
              </a:rPr>
              <a:t> </a:t>
            </a:r>
            <a:r>
              <a:rPr sz="1100">
                <a:solidFill>
                  <a:srgbClr val="000000"/>
                </a:solidFill>
                <a:latin typeface="Consolas"/>
              </a:rPr>
              <a:t>[longcodeu]</a:t>
            </a:r>
            <a:r>
              <a:rPr sz="1100">
                <a:solidFill>
                  <a:srgbClr val="000000"/>
                </a:solidFill>
                <a:latin typeface="Consolas"/>
              </a:rPr>
              <a:t> </a:t>
            </a:r>
            <a:r>
              <a:rPr sz="1100">
                <a:solidFill>
                  <a:srgbClr val="000000"/>
                </a:solidFill>
                <a:latin typeface="Consolas"/>
              </a:rPr>
              <a:t>Benchmarking</a:t>
            </a:r>
            <a:r>
              <a:rPr sz="1100">
                <a:solidFill>
                  <a:srgbClr val="000000"/>
                </a:solidFill>
                <a:latin typeface="Consolas"/>
              </a:rPr>
              <a:t> </a:t>
            </a:r>
            <a:r>
              <a:rPr sz="1100">
                <a:solidFill>
                  <a:srgbClr val="000000"/>
                </a:solidFill>
                <a:latin typeface="Consolas"/>
              </a:rPr>
              <a:t>Long-Context</a:t>
            </a:r>
            <a:r>
              <a:rPr sz="1100">
                <a:solidFill>
                  <a:srgbClr val="000000"/>
                </a:solidFill>
                <a:latin typeface="Consolas"/>
              </a:rPr>
              <a:t> </a:t>
            </a:r>
            <a:r>
              <a:rPr sz="1100">
                <a:solidFill>
                  <a:srgbClr val="000000"/>
                </a:solidFill>
                <a:latin typeface="Consolas"/>
              </a:rPr>
              <a:t>Language</a:t>
            </a:r>
            <a:r>
              <a:rPr sz="1100">
                <a:solidFill>
                  <a:srgbClr val="000000"/>
                </a:solidFill>
                <a:latin typeface="Consolas"/>
              </a:rPr>
              <a:t> </a:t>
            </a:r>
            <a:r>
              <a:rPr sz="1100">
                <a:solidFill>
                  <a:srgbClr val="000000"/>
                </a:solidFill>
                <a:latin typeface="Consolas"/>
              </a:rPr>
              <a:t>Models</a:t>
            </a:r>
            <a:r>
              <a:rPr sz="1100">
                <a:solidFill>
                  <a:srgbClr val="000000"/>
                </a:solidFill>
                <a:latin typeface="Consolas"/>
              </a:rPr>
              <a:t> </a:t>
            </a:r>
            <a:r>
              <a:rPr sz="1100">
                <a:solidFill>
                  <a:srgbClr val="000000"/>
                </a:solidFill>
                <a:latin typeface="Consolas"/>
              </a:rPr>
              <a:t>on</a:t>
            </a:r>
            <a:r>
              <a:rPr sz="1100">
                <a:solidFill>
                  <a:srgbClr val="000000"/>
                </a:solidFill>
                <a:latin typeface="Consolas"/>
              </a:rPr>
              <a:t> </a:t>
            </a:r>
            <a:r>
              <a:rPr sz="1100">
                <a:solidFill>
                  <a:srgbClr val="000000"/>
                </a:solidFill>
                <a:latin typeface="Consolas"/>
              </a:rPr>
              <a:t>Long</a:t>
            </a:r>
            <a:r>
              <a:rPr sz="1100">
                <a:solidFill>
                  <a:srgbClr val="000000"/>
                </a:solidFill>
                <a:latin typeface="Consolas"/>
              </a:rPr>
              <a:t> </a:t>
            </a:r>
            <a:r>
              <a:rPr sz="1100">
                <a:solidFill>
                  <a:srgbClr val="000000"/>
                </a:solidFill>
                <a:latin typeface="Consolas"/>
              </a:rPr>
              <a:t>Code</a:t>
            </a:r>
            <a:r>
              <a:rPr sz="1100">
                <a:solidFill>
                  <a:srgbClr val="000000"/>
                </a:solidFill>
                <a:latin typeface="Consolas"/>
              </a:rPr>
              <a:t> </a:t>
            </a:r>
            <a:r>
              <a:rPr sz="1100">
                <a:solidFill>
                  <a:srgbClr val="000000"/>
                </a:solidFill>
                <a:latin typeface="Consolas"/>
              </a:rPr>
              <a:t>Understanding</a:t>
            </a:r>
          </a:p>
          <a:p>
            <a:pPr>
              <a:lnSpc>
                <a:spcPct val="100000"/>
              </a:lnSpc>
              <a:spcBef>
                <a:spcPts val="0"/>
              </a:spcBef>
              <a:spcAft>
                <a:spcPts val="0"/>
              </a:spcAft>
            </a:pPr>
            <a:r>
              <a:rPr sz="1100">
                <a:solidFill>
                  <a:srgbClr val="000000"/>
                </a:solidFill>
                <a:latin typeface="Consolas"/>
              </a:rPr>
              <a:t> </a:t>
            </a:r>
            <a:r>
              <a:rPr sz="1100">
                <a:solidFill>
                  <a:srgbClr val="000000"/>
                </a:solidFill>
                <a:latin typeface="Consolas"/>
              </a:rPr>
              <a:t> </a:t>
            </a:r>
            <a:r>
              <a:rPr sz="1100">
                <a:solidFill>
                  <a:srgbClr val="000000"/>
                </a:solidFill>
                <a:latin typeface="Consolas"/>
              </a:rPr>
              <a:t>Li</a:t>
            </a:r>
            <a:r>
              <a:rPr sz="1100">
                <a:solidFill>
                  <a:srgbClr val="000000"/>
                </a:solidFill>
                <a:latin typeface="Consolas"/>
              </a:rPr>
              <a:t> </a:t>
            </a:r>
            <a:r>
              <a:rPr sz="1100">
                <a:solidFill>
                  <a:srgbClr val="000000"/>
                </a:solidFill>
                <a:latin typeface="Consolas"/>
              </a:rPr>
              <a:t>et</a:t>
            </a:r>
            <a:r>
              <a:rPr sz="1100">
                <a:solidFill>
                  <a:srgbClr val="000000"/>
                </a:solidFill>
                <a:latin typeface="Consolas"/>
              </a:rPr>
              <a:t> </a:t>
            </a:r>
            <a:r>
              <a:rPr sz="1100">
                <a:solidFill>
                  <a:srgbClr val="000000"/>
                </a:solidFill>
                <a:latin typeface="Consolas"/>
              </a:rPr>
              <a:t>al.,</a:t>
            </a:r>
            <a:r>
              <a:rPr sz="1100">
                <a:solidFill>
                  <a:srgbClr val="000000"/>
                </a:solidFill>
                <a:latin typeface="Consolas"/>
              </a:rPr>
              <a:t> </a:t>
            </a:r>
            <a:r>
              <a:rPr sz="1100">
                <a:solidFill>
                  <a:srgbClr val="000000"/>
                </a:solidFill>
                <a:latin typeface="Consolas"/>
              </a:rPr>
              <a:t>ACL</a:t>
            </a:r>
            <a:r>
              <a:rPr sz="1100">
                <a:solidFill>
                  <a:srgbClr val="000000"/>
                </a:solidFill>
                <a:latin typeface="Consolas"/>
              </a:rPr>
              <a:t> </a:t>
            </a:r>
            <a:r>
              <a:rPr sz="1100">
                <a:solidFill>
                  <a:srgbClr val="000000"/>
                </a:solidFill>
                <a:latin typeface="Consolas"/>
              </a:rPr>
              <a:t>2025</a:t>
            </a:r>
            <a:r>
              <a:rPr sz="1100">
                <a:solidFill>
                  <a:srgbClr val="000000"/>
                </a:solidFill>
                <a:latin typeface="Consolas"/>
              </a:rPr>
              <a:t> </a:t>
            </a:r>
            <a:r>
              <a:rPr sz="1100">
                <a:solidFill>
                  <a:srgbClr val="000000"/>
                </a:solidFill>
                <a:latin typeface="Consolas"/>
              </a:rPr>
              <a:t>|</a:t>
            </a:r>
            <a:r>
              <a:rPr sz="1100">
                <a:solidFill>
                  <a:srgbClr val="000000"/>
                </a:solidFill>
                <a:latin typeface="Consolas"/>
              </a:rPr>
              <a:t> </a:t>
            </a:r>
            <a:r>
              <a:rPr sz="1100">
                <a:solidFill>
                  <a:srgbClr val="000000"/>
                </a:solidFill>
                <a:latin typeface="Consolas"/>
              </a:rPr>
              <a:t>aclanthology.org/2025.acl-long.1324/</a:t>
            </a:r>
          </a:p>
          <a:p>
            <a:pPr>
              <a:lnSpc>
                <a:spcPct val="100000"/>
              </a:lnSpc>
              <a:spcBef>
                <a:spcPts val="0"/>
              </a:spcBef>
              <a:spcAft>
                <a:spcPts val="0"/>
              </a:spcAft>
            </a:pPr>
            <a:r>
              <a:rPr sz="1100">
                <a:solidFill>
                  <a:srgbClr val="0000FF"/>
                </a:solidFill>
                <a:latin typeface="Consolas"/>
              </a:rPr>
              <a:t>-</a:t>
            </a:r>
            <a:r>
              <a:rPr sz="1100">
                <a:solidFill>
                  <a:srgbClr val="000000"/>
                </a:solidFill>
                <a:latin typeface="Consolas"/>
              </a:rPr>
              <a:t> </a:t>
            </a:r>
            <a:r>
              <a:rPr sz="1100">
                <a:solidFill>
                  <a:srgbClr val="000000"/>
                </a:solidFill>
                <a:latin typeface="Consolas"/>
              </a:rPr>
              <a:t>[lost-in-middle]</a:t>
            </a:r>
            <a:r>
              <a:rPr sz="1100">
                <a:solidFill>
                  <a:srgbClr val="000000"/>
                </a:solidFill>
                <a:latin typeface="Consolas"/>
              </a:rPr>
              <a:t> </a:t>
            </a:r>
            <a:r>
              <a:rPr sz="1100">
                <a:solidFill>
                  <a:srgbClr val="000000"/>
                </a:solidFill>
                <a:latin typeface="Consolas"/>
              </a:rPr>
              <a:t>Lost</a:t>
            </a:r>
            <a:r>
              <a:rPr sz="1100">
                <a:solidFill>
                  <a:srgbClr val="000000"/>
                </a:solidFill>
                <a:latin typeface="Consolas"/>
              </a:rPr>
              <a:t> </a:t>
            </a:r>
            <a:r>
              <a:rPr sz="1100">
                <a:solidFill>
                  <a:srgbClr val="000000"/>
                </a:solidFill>
                <a:latin typeface="Consolas"/>
              </a:rPr>
              <a:t>in</a:t>
            </a:r>
            <a:r>
              <a:rPr sz="1100">
                <a:solidFill>
                  <a:srgbClr val="000000"/>
                </a:solidFill>
                <a:latin typeface="Consolas"/>
              </a:rPr>
              <a:t> </a:t>
            </a:r>
            <a:r>
              <a:rPr sz="1100">
                <a:solidFill>
                  <a:srgbClr val="000000"/>
                </a:solidFill>
                <a:latin typeface="Consolas"/>
              </a:rPr>
              <a:t>the</a:t>
            </a:r>
            <a:r>
              <a:rPr sz="1100">
                <a:solidFill>
                  <a:srgbClr val="000000"/>
                </a:solidFill>
                <a:latin typeface="Consolas"/>
              </a:rPr>
              <a:t> </a:t>
            </a:r>
            <a:r>
              <a:rPr sz="1100">
                <a:solidFill>
                  <a:srgbClr val="000000"/>
                </a:solidFill>
                <a:latin typeface="Consolas"/>
              </a:rPr>
              <a:t>Middle:</a:t>
            </a:r>
            <a:r>
              <a:rPr sz="1100">
                <a:solidFill>
                  <a:srgbClr val="000000"/>
                </a:solidFill>
                <a:latin typeface="Consolas"/>
              </a:rPr>
              <a:t> </a:t>
            </a:r>
            <a:r>
              <a:rPr sz="1100">
                <a:solidFill>
                  <a:srgbClr val="000000"/>
                </a:solidFill>
                <a:latin typeface="Consolas"/>
              </a:rPr>
              <a:t>How</a:t>
            </a:r>
            <a:r>
              <a:rPr sz="1100">
                <a:solidFill>
                  <a:srgbClr val="000000"/>
                </a:solidFill>
                <a:latin typeface="Consolas"/>
              </a:rPr>
              <a:t> </a:t>
            </a:r>
            <a:r>
              <a:rPr sz="1100">
                <a:solidFill>
                  <a:srgbClr val="000000"/>
                </a:solidFill>
                <a:latin typeface="Consolas"/>
              </a:rPr>
              <a:t>Language</a:t>
            </a:r>
            <a:r>
              <a:rPr sz="1100">
                <a:solidFill>
                  <a:srgbClr val="000000"/>
                </a:solidFill>
                <a:latin typeface="Consolas"/>
              </a:rPr>
              <a:t> </a:t>
            </a:r>
            <a:r>
              <a:rPr sz="1100">
                <a:solidFill>
                  <a:srgbClr val="000000"/>
                </a:solidFill>
                <a:latin typeface="Consolas"/>
              </a:rPr>
              <a:t>Models</a:t>
            </a:r>
            <a:r>
              <a:rPr sz="1100">
                <a:solidFill>
                  <a:srgbClr val="000000"/>
                </a:solidFill>
                <a:latin typeface="Consolas"/>
              </a:rPr>
              <a:t> </a:t>
            </a:r>
            <a:r>
              <a:rPr sz="1100">
                <a:solidFill>
                  <a:srgbClr val="000000"/>
                </a:solidFill>
                <a:latin typeface="Consolas"/>
              </a:rPr>
              <a:t>Use</a:t>
            </a:r>
            <a:r>
              <a:rPr sz="1100">
                <a:solidFill>
                  <a:srgbClr val="000000"/>
                </a:solidFill>
                <a:latin typeface="Consolas"/>
              </a:rPr>
              <a:t> </a:t>
            </a:r>
            <a:r>
              <a:rPr sz="1100">
                <a:solidFill>
                  <a:srgbClr val="000000"/>
                </a:solidFill>
                <a:latin typeface="Consolas"/>
              </a:rPr>
              <a:t>Long</a:t>
            </a:r>
            <a:r>
              <a:rPr sz="1100">
                <a:solidFill>
                  <a:srgbClr val="000000"/>
                </a:solidFill>
                <a:latin typeface="Consolas"/>
              </a:rPr>
              <a:t> </a:t>
            </a:r>
            <a:r>
              <a:rPr sz="1100">
                <a:solidFill>
                  <a:srgbClr val="000000"/>
                </a:solidFill>
                <a:latin typeface="Consolas"/>
              </a:rPr>
              <a:t>Contexts</a:t>
            </a:r>
          </a:p>
          <a:p>
            <a:pPr>
              <a:lnSpc>
                <a:spcPct val="100000"/>
              </a:lnSpc>
              <a:spcBef>
                <a:spcPts val="0"/>
              </a:spcBef>
              <a:spcAft>
                <a:spcPts val="0"/>
              </a:spcAft>
            </a:pPr>
            <a:r>
              <a:rPr sz="1100">
                <a:solidFill>
                  <a:srgbClr val="000000"/>
                </a:solidFill>
                <a:latin typeface="Consolas"/>
              </a:rPr>
              <a:t> </a:t>
            </a:r>
            <a:r>
              <a:rPr sz="1100">
                <a:solidFill>
                  <a:srgbClr val="000000"/>
                </a:solidFill>
                <a:latin typeface="Consolas"/>
              </a:rPr>
              <a:t> </a:t>
            </a:r>
            <a:r>
              <a:rPr sz="1100">
                <a:solidFill>
                  <a:srgbClr val="000000"/>
                </a:solidFill>
                <a:latin typeface="Consolas"/>
              </a:rPr>
              <a:t>Liu</a:t>
            </a:r>
            <a:r>
              <a:rPr sz="1100">
                <a:solidFill>
                  <a:srgbClr val="000000"/>
                </a:solidFill>
                <a:latin typeface="Consolas"/>
              </a:rPr>
              <a:t> </a:t>
            </a:r>
            <a:r>
              <a:rPr sz="1100">
                <a:solidFill>
                  <a:srgbClr val="000000"/>
                </a:solidFill>
                <a:latin typeface="Consolas"/>
              </a:rPr>
              <a:t>et</a:t>
            </a:r>
            <a:r>
              <a:rPr sz="1100">
                <a:solidFill>
                  <a:srgbClr val="000000"/>
                </a:solidFill>
                <a:latin typeface="Consolas"/>
              </a:rPr>
              <a:t> </a:t>
            </a:r>
            <a:r>
              <a:rPr sz="1100">
                <a:solidFill>
                  <a:srgbClr val="000000"/>
                </a:solidFill>
                <a:latin typeface="Consolas"/>
              </a:rPr>
              <a:t>al.,</a:t>
            </a:r>
            <a:r>
              <a:rPr sz="1100">
                <a:solidFill>
                  <a:srgbClr val="000000"/>
                </a:solidFill>
                <a:latin typeface="Consolas"/>
              </a:rPr>
              <a:t> </a:t>
            </a:r>
            <a:r>
              <a:rPr sz="1100">
                <a:solidFill>
                  <a:srgbClr val="000000"/>
                </a:solidFill>
                <a:latin typeface="Consolas"/>
              </a:rPr>
              <a:t>arXiv:2307.03172</a:t>
            </a:r>
            <a:r>
              <a:rPr sz="1100">
                <a:solidFill>
                  <a:srgbClr val="000000"/>
                </a:solidFill>
                <a:latin typeface="Consolas"/>
              </a:rPr>
              <a:t> </a:t>
            </a:r>
            <a:r>
              <a:rPr sz="1100">
                <a:solidFill>
                  <a:srgbClr val="000000"/>
                </a:solidFill>
                <a:latin typeface="Consolas"/>
              </a:rPr>
              <a:t>(TACL</a:t>
            </a:r>
            <a:r>
              <a:rPr sz="1100">
                <a:solidFill>
                  <a:srgbClr val="000000"/>
                </a:solidFill>
                <a:latin typeface="Consolas"/>
              </a:rPr>
              <a:t> </a:t>
            </a:r>
            <a:r>
              <a:rPr sz="1100">
                <a:solidFill>
                  <a:srgbClr val="000000"/>
                </a:solidFill>
                <a:latin typeface="Consolas"/>
              </a:rPr>
              <a:t>2024)</a:t>
            </a:r>
            <a:r>
              <a:rPr sz="1100">
                <a:solidFill>
                  <a:srgbClr val="000000"/>
                </a:solidFill>
                <a:latin typeface="Consolas"/>
              </a:rPr>
              <a:t> </a:t>
            </a:r>
            <a:r>
              <a:rPr sz="1100">
                <a:solidFill>
                  <a:srgbClr val="000000"/>
                </a:solidFill>
                <a:latin typeface="Consolas"/>
              </a:rPr>
              <a:t>|</a:t>
            </a:r>
            <a:r>
              <a:rPr sz="1100">
                <a:solidFill>
                  <a:srgbClr val="000000"/>
                </a:solidFill>
                <a:latin typeface="Consolas"/>
              </a:rPr>
              <a:t> </a:t>
            </a:r>
            <a:r>
              <a:rPr sz="1100">
                <a:solidFill>
                  <a:srgbClr val="000000"/>
                </a:solidFill>
                <a:latin typeface="Consolas"/>
              </a:rPr>
              <a:t>arxiv.org/abs/2307.03172</a:t>
            </a:r>
          </a:p>
          <a:p>
            <a:pPr>
              <a:lnSpc>
                <a:spcPct val="100000"/>
              </a:lnSpc>
              <a:spcBef>
                <a:spcPts val="0"/>
              </a:spcBef>
              <a:spcAft>
                <a:spcPts val="0"/>
              </a:spcAft>
            </a:pPr>
            <a:r>
              <a:rPr sz="1100">
                <a:solidFill>
                  <a:srgbClr val="0000FF"/>
                </a:solidFill>
                <a:latin typeface="Consolas"/>
              </a:rPr>
              <a:t>-</a:t>
            </a:r>
            <a:r>
              <a:rPr sz="1100">
                <a:solidFill>
                  <a:srgbClr val="000000"/>
                </a:solidFill>
                <a:latin typeface="Consolas"/>
              </a:rPr>
              <a:t> </a:t>
            </a:r>
            <a:r>
              <a:rPr sz="1100">
                <a:solidFill>
                  <a:srgbClr val="000000"/>
                </a:solidFill>
                <a:latin typeface="Consolas"/>
              </a:rPr>
              <a:t>[luo-flaky]</a:t>
            </a:r>
            <a:r>
              <a:rPr sz="1100">
                <a:solidFill>
                  <a:srgbClr val="000000"/>
                </a:solidFill>
                <a:latin typeface="Consolas"/>
              </a:rPr>
              <a:t> </a:t>
            </a:r>
            <a:r>
              <a:rPr sz="1100">
                <a:solidFill>
                  <a:srgbClr val="000000"/>
                </a:solidFill>
                <a:latin typeface="Consolas"/>
              </a:rPr>
              <a:t>An</a:t>
            </a:r>
            <a:r>
              <a:rPr sz="1100">
                <a:solidFill>
                  <a:srgbClr val="000000"/>
                </a:solidFill>
                <a:latin typeface="Consolas"/>
              </a:rPr>
              <a:t> </a:t>
            </a:r>
            <a:r>
              <a:rPr sz="1100">
                <a:solidFill>
                  <a:srgbClr val="000000"/>
                </a:solidFill>
                <a:latin typeface="Consolas"/>
              </a:rPr>
              <a:t>Empirical</a:t>
            </a:r>
            <a:r>
              <a:rPr sz="1100">
                <a:solidFill>
                  <a:srgbClr val="000000"/>
                </a:solidFill>
                <a:latin typeface="Consolas"/>
              </a:rPr>
              <a:t> </a:t>
            </a:r>
            <a:r>
              <a:rPr sz="1100">
                <a:solidFill>
                  <a:srgbClr val="000000"/>
                </a:solidFill>
                <a:latin typeface="Consolas"/>
              </a:rPr>
              <a:t>Analysis</a:t>
            </a:r>
            <a:r>
              <a:rPr sz="1100">
                <a:solidFill>
                  <a:srgbClr val="000000"/>
                </a:solidFill>
                <a:latin typeface="Consolas"/>
              </a:rPr>
              <a:t> </a:t>
            </a:r>
            <a:r>
              <a:rPr sz="1100">
                <a:solidFill>
                  <a:srgbClr val="000000"/>
                </a:solidFill>
                <a:latin typeface="Consolas"/>
              </a:rPr>
              <a:t>of</a:t>
            </a:r>
            <a:r>
              <a:rPr sz="1100">
                <a:solidFill>
                  <a:srgbClr val="000000"/>
                </a:solidFill>
                <a:latin typeface="Consolas"/>
              </a:rPr>
              <a:t> </a:t>
            </a:r>
            <a:r>
              <a:rPr sz="1100">
                <a:solidFill>
                  <a:srgbClr val="000000"/>
                </a:solidFill>
                <a:latin typeface="Consolas"/>
              </a:rPr>
              <a:t>Flaky</a:t>
            </a:r>
            <a:r>
              <a:rPr sz="1100">
                <a:solidFill>
                  <a:srgbClr val="000000"/>
                </a:solidFill>
                <a:latin typeface="Consolas"/>
              </a:rPr>
              <a:t> </a:t>
            </a:r>
            <a:r>
              <a:rPr sz="1100">
                <a:solidFill>
                  <a:srgbClr val="000000"/>
                </a:solidFill>
                <a:latin typeface="Consolas"/>
              </a:rPr>
              <a:t>Tests</a:t>
            </a:r>
          </a:p>
          <a:p>
            <a:pPr>
              <a:lnSpc>
                <a:spcPct val="100000"/>
              </a:lnSpc>
              <a:spcBef>
                <a:spcPts val="0"/>
              </a:spcBef>
              <a:spcAft>
                <a:spcPts val="0"/>
              </a:spcAft>
            </a:pPr>
            <a:r>
              <a:rPr sz="1100">
                <a:solidFill>
                  <a:srgbClr val="000000"/>
                </a:solidFill>
                <a:latin typeface="Consolas"/>
              </a:rPr>
              <a:t> </a:t>
            </a:r>
            <a:r>
              <a:rPr sz="1100">
                <a:solidFill>
                  <a:srgbClr val="000000"/>
                </a:solidFill>
                <a:latin typeface="Consolas"/>
              </a:rPr>
              <a:t> </a:t>
            </a:r>
            <a:r>
              <a:rPr sz="1100">
                <a:solidFill>
                  <a:srgbClr val="000000"/>
                </a:solidFill>
                <a:latin typeface="Consolas"/>
              </a:rPr>
              <a:t>Luo,</a:t>
            </a:r>
            <a:r>
              <a:rPr sz="1100">
                <a:solidFill>
                  <a:srgbClr val="000000"/>
                </a:solidFill>
                <a:latin typeface="Consolas"/>
              </a:rPr>
              <a:t> </a:t>
            </a:r>
            <a:r>
              <a:rPr sz="1100">
                <a:solidFill>
                  <a:srgbClr val="000000"/>
                </a:solidFill>
                <a:latin typeface="Consolas"/>
              </a:rPr>
              <a:t>Hariri,</a:t>
            </a:r>
            <a:r>
              <a:rPr sz="1100">
                <a:solidFill>
                  <a:srgbClr val="000000"/>
                </a:solidFill>
                <a:latin typeface="Consolas"/>
              </a:rPr>
              <a:t> </a:t>
            </a:r>
            <a:r>
              <a:rPr sz="1100">
                <a:solidFill>
                  <a:srgbClr val="000000"/>
                </a:solidFill>
                <a:latin typeface="Consolas"/>
              </a:rPr>
              <a:t>Eloussi,</a:t>
            </a:r>
            <a:r>
              <a:rPr sz="1100">
                <a:solidFill>
                  <a:srgbClr val="000000"/>
                </a:solidFill>
                <a:latin typeface="Consolas"/>
              </a:rPr>
              <a:t> </a:t>
            </a:r>
            <a:r>
              <a:rPr sz="1100">
                <a:solidFill>
                  <a:srgbClr val="000000"/>
                </a:solidFill>
                <a:latin typeface="Consolas"/>
              </a:rPr>
              <a:t>Marinov.</a:t>
            </a:r>
            <a:r>
              <a:rPr sz="1100">
                <a:solidFill>
                  <a:srgbClr val="000000"/>
                </a:solidFill>
                <a:latin typeface="Consolas"/>
              </a:rPr>
              <a:t> </a:t>
            </a:r>
            <a:r>
              <a:rPr sz="1100">
                <a:solidFill>
                  <a:srgbClr val="000000"/>
                </a:solidFill>
                <a:latin typeface="Consolas"/>
              </a:rPr>
              <a:t>FSE</a:t>
            </a:r>
            <a:r>
              <a:rPr sz="1100">
                <a:solidFill>
                  <a:srgbClr val="000000"/>
                </a:solidFill>
                <a:latin typeface="Consolas"/>
              </a:rPr>
              <a:t> </a:t>
            </a:r>
            <a:r>
              <a:rPr sz="1100">
                <a:solidFill>
                  <a:srgbClr val="000000"/>
                </a:solidFill>
                <a:latin typeface="Consolas"/>
              </a:rPr>
              <a:t>2014</a:t>
            </a:r>
            <a:r>
              <a:rPr sz="1100">
                <a:solidFill>
                  <a:srgbClr val="000000"/>
                </a:solidFill>
                <a:latin typeface="Consolas"/>
              </a:rPr>
              <a:t> </a:t>
            </a:r>
            <a:r>
              <a:rPr sz="1100">
                <a:solidFill>
                  <a:srgbClr val="000000"/>
                </a:solidFill>
                <a:latin typeface="Consolas"/>
              </a:rPr>
              <a:t>|</a:t>
            </a:r>
            <a:r>
              <a:rPr sz="1100">
                <a:solidFill>
                  <a:srgbClr val="000000"/>
                </a:solidFill>
                <a:latin typeface="Consolas"/>
              </a:rPr>
              <a:t> </a:t>
            </a:r>
            <a:r>
              <a:rPr sz="1100">
                <a:solidFill>
                  <a:srgbClr val="000000"/>
                </a:solidFill>
                <a:latin typeface="Consolas"/>
              </a:rPr>
              <a:t>mir.cs.illinois.edu/marinov/publications/LuoETAL14FlakyTestsAnalysis.pdf</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References (4 of 6)</a:t>
            </a:r>
          </a:p>
        </p:txBody>
      </p:sp>
      <p:sp>
        <p:nvSpPr>
          <p:cNvPr id="3" name="Text Placeholder 2"/>
          <p:cNvSpPr>
            <a:spLocks noGrp="1"/>
          </p:cNvSpPr>
          <p:nvPr>
            <p:ph type="body" idx="13" sz="quarter"/>
          </p:nvPr>
        </p:nvSpPr>
        <p:spPr/>
        <p:txBody>
          <a:bodyPr wrap="square"/>
          <a:lstStyle/>
          <a:p>
            <a:pPr>
              <a:buNone/>
            </a:pPr>
            <a:r>
              <a:rPr sz="1300"/>
              <a:t>REFERENCES.md</a:t>
            </a:r>
          </a:p>
        </p:txBody>
      </p:sp>
      <p:sp>
        <p:nvSpPr>
          <p:cNvPr id="4" name="Text Placeholder 3"/>
          <p:cNvSpPr>
            <a:spLocks noGrp="1"/>
          </p:cNvSpPr>
          <p:nvPr>
            <p:ph type="body" idx="10" sz="quarter"/>
          </p:nvPr>
        </p:nvSpPr>
        <p:spPr/>
        <p:txBody>
          <a:bodyPr wrap="none"/>
          <a:lstStyle/>
          <a:p>
            <a:pPr>
              <a:lnSpc>
                <a:spcPct val="100000"/>
              </a:lnSpc>
              <a:spcBef>
                <a:spcPts val="0"/>
              </a:spcBef>
              <a:spcAft>
                <a:spcPts val="0"/>
              </a:spcAft>
            </a:pPr>
            <a:r>
              <a:rPr sz="1100">
                <a:solidFill>
                  <a:srgbClr val="0000FF"/>
                </a:solidFill>
                <a:latin typeface="Consolas"/>
              </a:rPr>
              <a:t>-</a:t>
            </a:r>
            <a:r>
              <a:rPr sz="1100">
                <a:solidFill>
                  <a:srgbClr val="000000"/>
                </a:solidFill>
                <a:latin typeface="Consolas"/>
              </a:rPr>
              <a:t> </a:t>
            </a:r>
            <a:r>
              <a:rPr sz="1100">
                <a:solidFill>
                  <a:srgbClr val="000000"/>
                </a:solidFill>
                <a:latin typeface="Consolas"/>
              </a:rPr>
              <a:t>[madr]</a:t>
            </a:r>
            <a:r>
              <a:rPr sz="1100">
                <a:solidFill>
                  <a:srgbClr val="000000"/>
                </a:solidFill>
                <a:latin typeface="Consolas"/>
              </a:rPr>
              <a:t> </a:t>
            </a:r>
            <a:r>
              <a:rPr sz="1100">
                <a:solidFill>
                  <a:srgbClr val="000000"/>
                </a:solidFill>
                <a:latin typeface="Consolas"/>
              </a:rPr>
              <a:t>MADR</a:t>
            </a:r>
            <a:r>
              <a:rPr sz="1100">
                <a:solidFill>
                  <a:srgbClr val="000000"/>
                </a:solidFill>
                <a:latin typeface="Consolas"/>
              </a:rPr>
              <a:t> </a:t>
            </a:r>
            <a:r>
              <a:rPr sz="1100">
                <a:solidFill>
                  <a:srgbClr val="000000"/>
                </a:solidFill>
                <a:latin typeface="Consolas"/>
              </a:rPr>
              <a:t>architectural</a:t>
            </a:r>
            <a:r>
              <a:rPr sz="1100">
                <a:solidFill>
                  <a:srgbClr val="000000"/>
                </a:solidFill>
                <a:latin typeface="Consolas"/>
              </a:rPr>
              <a:t> </a:t>
            </a:r>
            <a:r>
              <a:rPr sz="1100">
                <a:solidFill>
                  <a:srgbClr val="000000"/>
                </a:solidFill>
                <a:latin typeface="Consolas"/>
              </a:rPr>
              <a:t>decision</a:t>
            </a:r>
            <a:r>
              <a:rPr sz="1100">
                <a:solidFill>
                  <a:srgbClr val="000000"/>
                </a:solidFill>
                <a:latin typeface="Consolas"/>
              </a:rPr>
              <a:t> </a:t>
            </a:r>
            <a:r>
              <a:rPr sz="1100">
                <a:solidFill>
                  <a:srgbClr val="000000"/>
                </a:solidFill>
                <a:latin typeface="Consolas"/>
              </a:rPr>
              <a:t>record</a:t>
            </a:r>
            <a:r>
              <a:rPr sz="1100">
                <a:solidFill>
                  <a:srgbClr val="000000"/>
                </a:solidFill>
                <a:latin typeface="Consolas"/>
              </a:rPr>
              <a:t> </a:t>
            </a:r>
            <a:r>
              <a:rPr sz="1100">
                <a:solidFill>
                  <a:srgbClr val="000000"/>
                </a:solidFill>
                <a:latin typeface="Consolas"/>
              </a:rPr>
              <a:t>template</a:t>
            </a:r>
          </a:p>
          <a:p>
            <a:pPr>
              <a:lnSpc>
                <a:spcPct val="100000"/>
              </a:lnSpc>
              <a:spcBef>
                <a:spcPts val="0"/>
              </a:spcBef>
              <a:spcAft>
                <a:spcPts val="0"/>
              </a:spcAft>
            </a:pPr>
            <a:r>
              <a:rPr sz="1100">
                <a:solidFill>
                  <a:srgbClr val="000000"/>
                </a:solidFill>
                <a:latin typeface="Consolas"/>
              </a:rPr>
              <a:t> </a:t>
            </a:r>
            <a:r>
              <a:rPr sz="1100">
                <a:solidFill>
                  <a:srgbClr val="000000"/>
                </a:solidFill>
                <a:latin typeface="Consolas"/>
              </a:rPr>
              <a:t> </a:t>
            </a:r>
            <a:r>
              <a:rPr sz="1100">
                <a:solidFill>
                  <a:srgbClr val="000000"/>
                </a:solidFill>
                <a:latin typeface="Consolas"/>
              </a:rPr>
              <a:t>adr/madr</a:t>
            </a:r>
            <a:r>
              <a:rPr sz="1100">
                <a:solidFill>
                  <a:srgbClr val="000000"/>
                </a:solidFill>
                <a:latin typeface="Consolas"/>
              </a:rPr>
              <a:t> </a:t>
            </a:r>
            <a:r>
              <a:rPr sz="1100">
                <a:solidFill>
                  <a:srgbClr val="000000"/>
                </a:solidFill>
                <a:latin typeface="Consolas"/>
              </a:rPr>
              <a:t>on</a:t>
            </a:r>
            <a:r>
              <a:rPr sz="1100">
                <a:solidFill>
                  <a:srgbClr val="000000"/>
                </a:solidFill>
                <a:latin typeface="Consolas"/>
              </a:rPr>
              <a:t> </a:t>
            </a:r>
            <a:r>
              <a:rPr sz="1100">
                <a:solidFill>
                  <a:srgbClr val="000000"/>
                </a:solidFill>
                <a:latin typeface="Consolas"/>
              </a:rPr>
              <a:t>GitHub</a:t>
            </a:r>
            <a:r>
              <a:rPr sz="1100">
                <a:solidFill>
                  <a:srgbClr val="000000"/>
                </a:solidFill>
                <a:latin typeface="Consolas"/>
              </a:rPr>
              <a:t> </a:t>
            </a:r>
            <a:r>
              <a:rPr sz="1100">
                <a:solidFill>
                  <a:srgbClr val="000000"/>
                </a:solidFill>
                <a:latin typeface="Consolas"/>
              </a:rPr>
              <a:t>|</a:t>
            </a:r>
            <a:r>
              <a:rPr sz="1100">
                <a:solidFill>
                  <a:srgbClr val="000000"/>
                </a:solidFill>
                <a:latin typeface="Consolas"/>
              </a:rPr>
              <a:t> </a:t>
            </a:r>
            <a:r>
              <a:rPr sz="1100">
                <a:solidFill>
                  <a:srgbClr val="000000"/>
                </a:solidFill>
                <a:latin typeface="Consolas"/>
              </a:rPr>
              <a:t>github.com/adr/madr/blob/main/template/adr-template.md</a:t>
            </a:r>
          </a:p>
          <a:p>
            <a:pPr>
              <a:lnSpc>
                <a:spcPct val="100000"/>
              </a:lnSpc>
              <a:spcBef>
                <a:spcPts val="0"/>
              </a:spcBef>
              <a:spcAft>
                <a:spcPts val="0"/>
              </a:spcAft>
            </a:pPr>
            <a:r>
              <a:rPr sz="1100">
                <a:solidFill>
                  <a:srgbClr val="0000FF"/>
                </a:solidFill>
                <a:latin typeface="Consolas"/>
              </a:rPr>
              <a:t>-</a:t>
            </a:r>
            <a:r>
              <a:rPr sz="1100">
                <a:solidFill>
                  <a:srgbClr val="000000"/>
                </a:solidFill>
                <a:latin typeface="Consolas"/>
              </a:rPr>
              <a:t> </a:t>
            </a:r>
            <a:r>
              <a:rPr sz="1100">
                <a:solidFill>
                  <a:srgbClr val="000000"/>
                </a:solidFill>
                <a:latin typeface="Consolas"/>
              </a:rPr>
              <a:t>[maven-wrapper]</a:t>
            </a:r>
            <a:r>
              <a:rPr sz="1100">
                <a:solidFill>
                  <a:srgbClr val="000000"/>
                </a:solidFill>
                <a:latin typeface="Consolas"/>
              </a:rPr>
              <a:t> </a:t>
            </a:r>
            <a:r>
              <a:rPr sz="1100">
                <a:solidFill>
                  <a:srgbClr val="000000"/>
                </a:solidFill>
                <a:latin typeface="Consolas"/>
              </a:rPr>
              <a:t>Apache</a:t>
            </a:r>
            <a:r>
              <a:rPr sz="1100">
                <a:solidFill>
                  <a:srgbClr val="000000"/>
                </a:solidFill>
                <a:latin typeface="Consolas"/>
              </a:rPr>
              <a:t> </a:t>
            </a:r>
            <a:r>
              <a:rPr sz="1100">
                <a:solidFill>
                  <a:srgbClr val="000000"/>
                </a:solidFill>
                <a:latin typeface="Consolas"/>
              </a:rPr>
              <a:t>Maven</a:t>
            </a:r>
            <a:r>
              <a:rPr sz="1100">
                <a:solidFill>
                  <a:srgbClr val="000000"/>
                </a:solidFill>
                <a:latin typeface="Consolas"/>
              </a:rPr>
              <a:t> </a:t>
            </a:r>
            <a:r>
              <a:rPr sz="1100">
                <a:solidFill>
                  <a:srgbClr val="000000"/>
                </a:solidFill>
                <a:latin typeface="Consolas"/>
              </a:rPr>
              <a:t>Wrapper</a:t>
            </a:r>
          </a:p>
          <a:p>
            <a:pPr>
              <a:lnSpc>
                <a:spcPct val="100000"/>
              </a:lnSpc>
              <a:spcBef>
                <a:spcPts val="0"/>
              </a:spcBef>
              <a:spcAft>
                <a:spcPts val="0"/>
              </a:spcAft>
            </a:pPr>
            <a:r>
              <a:rPr sz="1100">
                <a:solidFill>
                  <a:srgbClr val="000000"/>
                </a:solidFill>
                <a:latin typeface="Consolas"/>
              </a:rPr>
              <a:t> </a:t>
            </a:r>
            <a:r>
              <a:rPr sz="1100">
                <a:solidFill>
                  <a:srgbClr val="000000"/>
                </a:solidFill>
                <a:latin typeface="Consolas"/>
              </a:rPr>
              <a:t> </a:t>
            </a:r>
            <a:r>
              <a:rPr sz="1100">
                <a:solidFill>
                  <a:srgbClr val="000000"/>
                </a:solidFill>
                <a:latin typeface="Consolas"/>
              </a:rPr>
              <a:t>Apache</a:t>
            </a:r>
            <a:r>
              <a:rPr sz="1100">
                <a:solidFill>
                  <a:srgbClr val="000000"/>
                </a:solidFill>
                <a:latin typeface="Consolas"/>
              </a:rPr>
              <a:t> </a:t>
            </a:r>
            <a:r>
              <a:rPr sz="1100">
                <a:solidFill>
                  <a:srgbClr val="000000"/>
                </a:solidFill>
                <a:latin typeface="Consolas"/>
              </a:rPr>
              <a:t>Maven</a:t>
            </a:r>
            <a:r>
              <a:rPr sz="1100">
                <a:solidFill>
                  <a:srgbClr val="000000"/>
                </a:solidFill>
                <a:latin typeface="Consolas"/>
              </a:rPr>
              <a:t> </a:t>
            </a:r>
            <a:r>
              <a:rPr sz="1100">
                <a:solidFill>
                  <a:srgbClr val="000000"/>
                </a:solidFill>
                <a:latin typeface="Consolas"/>
              </a:rPr>
              <a:t>|</a:t>
            </a:r>
            <a:r>
              <a:rPr sz="1100">
                <a:solidFill>
                  <a:srgbClr val="000000"/>
                </a:solidFill>
                <a:latin typeface="Consolas"/>
              </a:rPr>
              <a:t> </a:t>
            </a:r>
            <a:r>
              <a:rPr sz="1100">
                <a:solidFill>
                  <a:srgbClr val="000000"/>
                </a:solidFill>
                <a:latin typeface="Consolas"/>
              </a:rPr>
              <a:t>maven.apache.org/wrapper/</a:t>
            </a:r>
          </a:p>
          <a:p>
            <a:pPr>
              <a:lnSpc>
                <a:spcPct val="100000"/>
              </a:lnSpc>
              <a:spcBef>
                <a:spcPts val="0"/>
              </a:spcBef>
              <a:spcAft>
                <a:spcPts val="0"/>
              </a:spcAft>
            </a:pPr>
            <a:r>
              <a:rPr sz="1100">
                <a:solidFill>
                  <a:srgbClr val="0000FF"/>
                </a:solidFill>
                <a:latin typeface="Consolas"/>
              </a:rPr>
              <a:t>-</a:t>
            </a:r>
            <a:r>
              <a:rPr sz="1100">
                <a:solidFill>
                  <a:srgbClr val="000000"/>
                </a:solidFill>
                <a:latin typeface="Consolas"/>
              </a:rPr>
              <a:t> </a:t>
            </a:r>
            <a:r>
              <a:rPr sz="1100">
                <a:solidFill>
                  <a:srgbClr val="000000"/>
                </a:solidFill>
                <a:latin typeface="Consolas"/>
              </a:rPr>
              <a:t>[metr-2025]</a:t>
            </a:r>
            <a:r>
              <a:rPr sz="1100">
                <a:solidFill>
                  <a:srgbClr val="000000"/>
                </a:solidFill>
                <a:latin typeface="Consolas"/>
              </a:rPr>
              <a:t> </a:t>
            </a:r>
            <a:r>
              <a:rPr sz="1100">
                <a:solidFill>
                  <a:srgbClr val="000000"/>
                </a:solidFill>
                <a:latin typeface="Consolas"/>
              </a:rPr>
              <a:t>Measuring</a:t>
            </a:r>
            <a:r>
              <a:rPr sz="1100">
                <a:solidFill>
                  <a:srgbClr val="000000"/>
                </a:solidFill>
                <a:latin typeface="Consolas"/>
              </a:rPr>
              <a:t> </a:t>
            </a:r>
            <a:r>
              <a:rPr sz="1100">
                <a:solidFill>
                  <a:srgbClr val="000000"/>
                </a:solidFill>
                <a:latin typeface="Consolas"/>
              </a:rPr>
              <a:t>the</a:t>
            </a:r>
            <a:r>
              <a:rPr sz="1100">
                <a:solidFill>
                  <a:srgbClr val="000000"/>
                </a:solidFill>
                <a:latin typeface="Consolas"/>
              </a:rPr>
              <a:t> </a:t>
            </a:r>
            <a:r>
              <a:rPr sz="1100">
                <a:solidFill>
                  <a:srgbClr val="000000"/>
                </a:solidFill>
                <a:latin typeface="Consolas"/>
              </a:rPr>
              <a:t>Impact</a:t>
            </a:r>
            <a:r>
              <a:rPr sz="1100">
                <a:solidFill>
                  <a:srgbClr val="000000"/>
                </a:solidFill>
                <a:latin typeface="Consolas"/>
              </a:rPr>
              <a:t> </a:t>
            </a:r>
            <a:r>
              <a:rPr sz="1100">
                <a:solidFill>
                  <a:srgbClr val="000000"/>
                </a:solidFill>
                <a:latin typeface="Consolas"/>
              </a:rPr>
              <a:t>of</a:t>
            </a:r>
            <a:r>
              <a:rPr sz="1100">
                <a:solidFill>
                  <a:srgbClr val="000000"/>
                </a:solidFill>
                <a:latin typeface="Consolas"/>
              </a:rPr>
              <a:t> </a:t>
            </a:r>
            <a:r>
              <a:rPr sz="1100">
                <a:solidFill>
                  <a:srgbClr val="000000"/>
                </a:solidFill>
                <a:latin typeface="Consolas"/>
              </a:rPr>
              <a:t>Early-2025</a:t>
            </a:r>
            <a:r>
              <a:rPr sz="1100">
                <a:solidFill>
                  <a:srgbClr val="000000"/>
                </a:solidFill>
                <a:latin typeface="Consolas"/>
              </a:rPr>
              <a:t> </a:t>
            </a:r>
            <a:r>
              <a:rPr sz="1100">
                <a:solidFill>
                  <a:srgbClr val="000000"/>
                </a:solidFill>
                <a:latin typeface="Consolas"/>
              </a:rPr>
              <a:t>AI</a:t>
            </a:r>
            <a:r>
              <a:rPr sz="1100">
                <a:solidFill>
                  <a:srgbClr val="000000"/>
                </a:solidFill>
                <a:latin typeface="Consolas"/>
              </a:rPr>
              <a:t> </a:t>
            </a:r>
            <a:r>
              <a:rPr sz="1100">
                <a:solidFill>
                  <a:srgbClr val="000000"/>
                </a:solidFill>
                <a:latin typeface="Consolas"/>
              </a:rPr>
              <a:t>on</a:t>
            </a:r>
            <a:r>
              <a:rPr sz="1100">
                <a:solidFill>
                  <a:srgbClr val="000000"/>
                </a:solidFill>
                <a:latin typeface="Consolas"/>
              </a:rPr>
              <a:t> </a:t>
            </a:r>
            <a:r>
              <a:rPr sz="1100">
                <a:solidFill>
                  <a:srgbClr val="000000"/>
                </a:solidFill>
                <a:latin typeface="Consolas"/>
              </a:rPr>
              <a:t>Experienced</a:t>
            </a:r>
            <a:r>
              <a:rPr sz="1100">
                <a:solidFill>
                  <a:srgbClr val="000000"/>
                </a:solidFill>
                <a:latin typeface="Consolas"/>
              </a:rPr>
              <a:t> </a:t>
            </a:r>
            <a:r>
              <a:rPr sz="1100">
                <a:solidFill>
                  <a:srgbClr val="000000"/>
                </a:solidFill>
                <a:latin typeface="Consolas"/>
              </a:rPr>
              <a:t>Open-Source</a:t>
            </a:r>
            <a:r>
              <a:rPr sz="1100">
                <a:solidFill>
                  <a:srgbClr val="000000"/>
                </a:solidFill>
                <a:latin typeface="Consolas"/>
              </a:rPr>
              <a:t> </a:t>
            </a:r>
            <a:r>
              <a:rPr sz="1100">
                <a:solidFill>
                  <a:srgbClr val="000000"/>
                </a:solidFill>
                <a:latin typeface="Consolas"/>
              </a:rPr>
              <a:t>Developer</a:t>
            </a:r>
            <a:r>
              <a:rPr sz="1100">
                <a:solidFill>
                  <a:srgbClr val="000000"/>
                </a:solidFill>
                <a:latin typeface="Consolas"/>
              </a:rPr>
              <a:t> </a:t>
            </a:r>
            <a:r>
              <a:rPr sz="1100">
                <a:solidFill>
                  <a:srgbClr val="000000"/>
                </a:solidFill>
                <a:latin typeface="Consolas"/>
              </a:rPr>
              <a:t>Productivity</a:t>
            </a:r>
          </a:p>
          <a:p>
            <a:pPr>
              <a:lnSpc>
                <a:spcPct val="100000"/>
              </a:lnSpc>
              <a:spcBef>
                <a:spcPts val="0"/>
              </a:spcBef>
              <a:spcAft>
                <a:spcPts val="0"/>
              </a:spcAft>
            </a:pPr>
            <a:r>
              <a:rPr sz="1100">
                <a:solidFill>
                  <a:srgbClr val="000000"/>
                </a:solidFill>
                <a:latin typeface="Consolas"/>
              </a:rPr>
              <a:t> </a:t>
            </a:r>
            <a:r>
              <a:rPr sz="1100">
                <a:solidFill>
                  <a:srgbClr val="000000"/>
                </a:solidFill>
                <a:latin typeface="Consolas"/>
              </a:rPr>
              <a:t> </a:t>
            </a:r>
            <a:r>
              <a:rPr sz="1100">
                <a:solidFill>
                  <a:srgbClr val="000000"/>
                </a:solidFill>
                <a:latin typeface="Consolas"/>
              </a:rPr>
              <a:t>METR</a:t>
            </a:r>
            <a:r>
              <a:rPr sz="1100">
                <a:solidFill>
                  <a:srgbClr val="000000"/>
                </a:solidFill>
                <a:latin typeface="Consolas"/>
              </a:rPr>
              <a:t> </a:t>
            </a:r>
            <a:r>
              <a:rPr sz="1100">
                <a:solidFill>
                  <a:srgbClr val="000000"/>
                </a:solidFill>
                <a:latin typeface="Consolas"/>
              </a:rPr>
              <a:t>|</a:t>
            </a:r>
            <a:r>
              <a:rPr sz="1100">
                <a:solidFill>
                  <a:srgbClr val="000000"/>
                </a:solidFill>
                <a:latin typeface="Consolas"/>
              </a:rPr>
              <a:t> </a:t>
            </a:r>
            <a:r>
              <a:rPr sz="1100">
                <a:solidFill>
                  <a:srgbClr val="000000"/>
                </a:solidFill>
                <a:latin typeface="Consolas"/>
              </a:rPr>
              <a:t>metr.org/blog/2025-07-10-early-2025-ai-experienced-os-dev-study/</a:t>
            </a:r>
          </a:p>
          <a:p>
            <a:pPr>
              <a:lnSpc>
                <a:spcPct val="100000"/>
              </a:lnSpc>
              <a:spcBef>
                <a:spcPts val="0"/>
              </a:spcBef>
              <a:spcAft>
                <a:spcPts val="0"/>
              </a:spcAft>
            </a:pPr>
            <a:r>
              <a:rPr sz="1100">
                <a:solidFill>
                  <a:srgbClr val="0000FF"/>
                </a:solidFill>
                <a:latin typeface="Consolas"/>
              </a:rPr>
              <a:t>-</a:t>
            </a:r>
            <a:r>
              <a:rPr sz="1100">
                <a:solidFill>
                  <a:srgbClr val="000000"/>
                </a:solidFill>
                <a:latin typeface="Consolas"/>
              </a:rPr>
              <a:t> </a:t>
            </a:r>
            <a:r>
              <a:rPr sz="1100">
                <a:solidFill>
                  <a:srgbClr val="000000"/>
                </a:solidFill>
                <a:latin typeface="Consolas"/>
              </a:rPr>
              <a:t>[metr-2026]</a:t>
            </a:r>
            <a:r>
              <a:rPr sz="1100">
                <a:solidFill>
                  <a:srgbClr val="000000"/>
                </a:solidFill>
                <a:latin typeface="Consolas"/>
              </a:rPr>
              <a:t> </a:t>
            </a:r>
            <a:r>
              <a:rPr sz="1100">
                <a:solidFill>
                  <a:srgbClr val="000000"/>
                </a:solidFill>
                <a:latin typeface="Consolas"/>
              </a:rPr>
              <a:t>Uplift</a:t>
            </a:r>
            <a:r>
              <a:rPr sz="1100">
                <a:solidFill>
                  <a:srgbClr val="000000"/>
                </a:solidFill>
                <a:latin typeface="Consolas"/>
              </a:rPr>
              <a:t> </a:t>
            </a:r>
            <a:r>
              <a:rPr sz="1100">
                <a:solidFill>
                  <a:srgbClr val="000000"/>
                </a:solidFill>
                <a:latin typeface="Consolas"/>
              </a:rPr>
              <a:t>update:</a:t>
            </a:r>
            <a:r>
              <a:rPr sz="1100">
                <a:solidFill>
                  <a:srgbClr val="000000"/>
                </a:solidFill>
                <a:latin typeface="Consolas"/>
              </a:rPr>
              <a:t> </a:t>
            </a:r>
            <a:r>
              <a:rPr sz="1100">
                <a:solidFill>
                  <a:srgbClr val="000000"/>
                </a:solidFill>
                <a:latin typeface="Consolas"/>
              </a:rPr>
              <a:t>late-2025</a:t>
            </a:r>
            <a:r>
              <a:rPr sz="1100">
                <a:solidFill>
                  <a:srgbClr val="000000"/>
                </a:solidFill>
                <a:latin typeface="Consolas"/>
              </a:rPr>
              <a:t> </a:t>
            </a:r>
            <a:r>
              <a:rPr sz="1100">
                <a:solidFill>
                  <a:srgbClr val="000000"/>
                </a:solidFill>
                <a:latin typeface="Consolas"/>
              </a:rPr>
              <a:t>AI</a:t>
            </a:r>
            <a:r>
              <a:rPr sz="1100">
                <a:solidFill>
                  <a:srgbClr val="000000"/>
                </a:solidFill>
                <a:latin typeface="Consolas"/>
              </a:rPr>
              <a:t> </a:t>
            </a:r>
            <a:r>
              <a:rPr sz="1100">
                <a:solidFill>
                  <a:srgbClr val="000000"/>
                </a:solidFill>
                <a:latin typeface="Consolas"/>
              </a:rPr>
              <a:t>and</a:t>
            </a:r>
            <a:r>
              <a:rPr sz="1100">
                <a:solidFill>
                  <a:srgbClr val="000000"/>
                </a:solidFill>
                <a:latin typeface="Consolas"/>
              </a:rPr>
              <a:t> </a:t>
            </a:r>
            <a:r>
              <a:rPr sz="1100">
                <a:solidFill>
                  <a:srgbClr val="000000"/>
                </a:solidFill>
                <a:latin typeface="Consolas"/>
              </a:rPr>
              <a:t>open-source</a:t>
            </a:r>
            <a:r>
              <a:rPr sz="1100">
                <a:solidFill>
                  <a:srgbClr val="000000"/>
                </a:solidFill>
                <a:latin typeface="Consolas"/>
              </a:rPr>
              <a:t> </a:t>
            </a:r>
            <a:r>
              <a:rPr sz="1100">
                <a:solidFill>
                  <a:srgbClr val="000000"/>
                </a:solidFill>
                <a:latin typeface="Consolas"/>
              </a:rPr>
              <a:t>developer</a:t>
            </a:r>
            <a:r>
              <a:rPr sz="1100">
                <a:solidFill>
                  <a:srgbClr val="000000"/>
                </a:solidFill>
                <a:latin typeface="Consolas"/>
              </a:rPr>
              <a:t> </a:t>
            </a:r>
            <a:r>
              <a:rPr sz="1100">
                <a:solidFill>
                  <a:srgbClr val="000000"/>
                </a:solidFill>
                <a:latin typeface="Consolas"/>
              </a:rPr>
              <a:t>productivity</a:t>
            </a:r>
          </a:p>
          <a:p>
            <a:pPr>
              <a:lnSpc>
                <a:spcPct val="100000"/>
              </a:lnSpc>
              <a:spcBef>
                <a:spcPts val="0"/>
              </a:spcBef>
              <a:spcAft>
                <a:spcPts val="0"/>
              </a:spcAft>
            </a:pPr>
            <a:r>
              <a:rPr sz="1100">
                <a:solidFill>
                  <a:srgbClr val="000000"/>
                </a:solidFill>
                <a:latin typeface="Consolas"/>
              </a:rPr>
              <a:t> </a:t>
            </a:r>
            <a:r>
              <a:rPr sz="1100">
                <a:solidFill>
                  <a:srgbClr val="000000"/>
                </a:solidFill>
                <a:latin typeface="Consolas"/>
              </a:rPr>
              <a:t> </a:t>
            </a:r>
            <a:r>
              <a:rPr sz="1100">
                <a:solidFill>
                  <a:srgbClr val="000000"/>
                </a:solidFill>
                <a:latin typeface="Consolas"/>
              </a:rPr>
              <a:t>METR</a:t>
            </a:r>
            <a:r>
              <a:rPr sz="1100">
                <a:solidFill>
                  <a:srgbClr val="000000"/>
                </a:solidFill>
                <a:latin typeface="Consolas"/>
              </a:rPr>
              <a:t> </a:t>
            </a:r>
            <a:r>
              <a:rPr sz="1100">
                <a:solidFill>
                  <a:srgbClr val="000000"/>
                </a:solidFill>
                <a:latin typeface="Consolas"/>
              </a:rPr>
              <a:t>|</a:t>
            </a:r>
            <a:r>
              <a:rPr sz="1100">
                <a:solidFill>
                  <a:srgbClr val="000000"/>
                </a:solidFill>
                <a:latin typeface="Consolas"/>
              </a:rPr>
              <a:t> </a:t>
            </a:r>
            <a:r>
              <a:rPr sz="1100">
                <a:solidFill>
                  <a:srgbClr val="000000"/>
                </a:solidFill>
                <a:latin typeface="Consolas"/>
              </a:rPr>
              <a:t>metr.org/blog/2026-02-24-uplift-update/</a:t>
            </a:r>
          </a:p>
          <a:p>
            <a:pPr>
              <a:lnSpc>
                <a:spcPct val="100000"/>
              </a:lnSpc>
              <a:spcBef>
                <a:spcPts val="0"/>
              </a:spcBef>
              <a:spcAft>
                <a:spcPts val="0"/>
              </a:spcAft>
            </a:pPr>
            <a:r>
              <a:rPr sz="1100">
                <a:solidFill>
                  <a:srgbClr val="0000FF"/>
                </a:solidFill>
                <a:latin typeface="Consolas"/>
              </a:rPr>
              <a:t>-</a:t>
            </a:r>
            <a:r>
              <a:rPr sz="1100">
                <a:solidFill>
                  <a:srgbClr val="000000"/>
                </a:solidFill>
                <a:latin typeface="Consolas"/>
              </a:rPr>
              <a:t> </a:t>
            </a:r>
            <a:r>
              <a:rPr sz="1100">
                <a:solidFill>
                  <a:srgbClr val="000000"/>
                </a:solidFill>
                <a:latin typeface="Consolas"/>
              </a:rPr>
              <a:t>[node25-corepack]</a:t>
            </a:r>
            <a:r>
              <a:rPr sz="1100">
                <a:solidFill>
                  <a:srgbClr val="000000"/>
                </a:solidFill>
                <a:latin typeface="Consolas"/>
              </a:rPr>
              <a:t> </a:t>
            </a:r>
            <a:r>
              <a:rPr sz="1100">
                <a:solidFill>
                  <a:srgbClr val="000000"/>
                </a:solidFill>
                <a:latin typeface="Consolas"/>
              </a:rPr>
              <a:t>Corepack:</a:t>
            </a:r>
            <a:r>
              <a:rPr sz="1100">
                <a:solidFill>
                  <a:srgbClr val="000000"/>
                </a:solidFill>
                <a:latin typeface="Consolas"/>
              </a:rPr>
              <a:t> </a:t>
            </a:r>
            <a:r>
              <a:rPr sz="1100">
                <a:solidFill>
                  <a:srgbClr val="000000"/>
                </a:solidFill>
                <a:latin typeface="Consolas"/>
              </a:rPr>
              <a:t>no</a:t>
            </a:r>
            <a:r>
              <a:rPr sz="1100">
                <a:solidFill>
                  <a:srgbClr val="000000"/>
                </a:solidFill>
                <a:latin typeface="Consolas"/>
              </a:rPr>
              <a:t> </a:t>
            </a:r>
            <a:r>
              <a:rPr sz="1100">
                <a:solidFill>
                  <a:srgbClr val="000000"/>
                </a:solidFill>
                <a:latin typeface="Consolas"/>
              </a:rPr>
              <a:t>longer</a:t>
            </a:r>
            <a:r>
              <a:rPr sz="1100">
                <a:solidFill>
                  <a:srgbClr val="000000"/>
                </a:solidFill>
                <a:latin typeface="Consolas"/>
              </a:rPr>
              <a:t> </a:t>
            </a:r>
            <a:r>
              <a:rPr sz="1100">
                <a:solidFill>
                  <a:srgbClr val="000000"/>
                </a:solidFill>
                <a:latin typeface="Consolas"/>
              </a:rPr>
              <a:t>distributed</a:t>
            </a:r>
            <a:r>
              <a:rPr sz="1100">
                <a:solidFill>
                  <a:srgbClr val="000000"/>
                </a:solidFill>
                <a:latin typeface="Consolas"/>
              </a:rPr>
              <a:t> </a:t>
            </a:r>
            <a:r>
              <a:rPr sz="1100">
                <a:solidFill>
                  <a:srgbClr val="000000"/>
                </a:solidFill>
                <a:latin typeface="Consolas"/>
              </a:rPr>
              <a:t>starting</a:t>
            </a:r>
            <a:r>
              <a:rPr sz="1100">
                <a:solidFill>
                  <a:srgbClr val="000000"/>
                </a:solidFill>
                <a:latin typeface="Consolas"/>
              </a:rPr>
              <a:t> </a:t>
            </a:r>
            <a:r>
              <a:rPr sz="1100">
                <a:solidFill>
                  <a:srgbClr val="000000"/>
                </a:solidFill>
                <a:latin typeface="Consolas"/>
              </a:rPr>
              <a:t>with</a:t>
            </a:r>
            <a:r>
              <a:rPr sz="1100">
                <a:solidFill>
                  <a:srgbClr val="000000"/>
                </a:solidFill>
                <a:latin typeface="Consolas"/>
              </a:rPr>
              <a:t> </a:t>
            </a:r>
            <a:r>
              <a:rPr sz="1100">
                <a:solidFill>
                  <a:srgbClr val="000000"/>
                </a:solidFill>
                <a:latin typeface="Consolas"/>
              </a:rPr>
              <a:t>Node.js</a:t>
            </a:r>
            <a:r>
              <a:rPr sz="1100">
                <a:solidFill>
                  <a:srgbClr val="000000"/>
                </a:solidFill>
                <a:latin typeface="Consolas"/>
              </a:rPr>
              <a:t> </a:t>
            </a:r>
            <a:r>
              <a:rPr sz="1100">
                <a:solidFill>
                  <a:srgbClr val="000000"/>
                </a:solidFill>
                <a:latin typeface="Consolas"/>
              </a:rPr>
              <a:t>v25</a:t>
            </a:r>
          </a:p>
          <a:p>
            <a:pPr>
              <a:lnSpc>
                <a:spcPct val="100000"/>
              </a:lnSpc>
              <a:spcBef>
                <a:spcPts val="0"/>
              </a:spcBef>
              <a:spcAft>
                <a:spcPts val="0"/>
              </a:spcAft>
            </a:pPr>
            <a:r>
              <a:rPr sz="1100">
                <a:solidFill>
                  <a:srgbClr val="000000"/>
                </a:solidFill>
                <a:latin typeface="Consolas"/>
              </a:rPr>
              <a:t> </a:t>
            </a:r>
            <a:r>
              <a:rPr sz="1100">
                <a:solidFill>
                  <a:srgbClr val="000000"/>
                </a:solidFill>
                <a:latin typeface="Consolas"/>
              </a:rPr>
              <a:t> </a:t>
            </a:r>
            <a:r>
              <a:rPr sz="1100">
                <a:solidFill>
                  <a:srgbClr val="000000"/>
                </a:solidFill>
                <a:latin typeface="Consolas"/>
              </a:rPr>
              <a:t>Node.js</a:t>
            </a:r>
            <a:r>
              <a:rPr sz="1100">
                <a:solidFill>
                  <a:srgbClr val="000000"/>
                </a:solidFill>
                <a:latin typeface="Consolas"/>
              </a:rPr>
              <a:t> </a:t>
            </a:r>
            <a:r>
              <a:rPr sz="1100">
                <a:solidFill>
                  <a:srgbClr val="000000"/>
                </a:solidFill>
                <a:latin typeface="Consolas"/>
              </a:rPr>
              <a:t>v25</a:t>
            </a:r>
            <a:r>
              <a:rPr sz="1100">
                <a:solidFill>
                  <a:srgbClr val="000000"/>
                </a:solidFill>
                <a:latin typeface="Consolas"/>
              </a:rPr>
              <a:t> </a:t>
            </a:r>
            <a:r>
              <a:rPr sz="1100">
                <a:solidFill>
                  <a:srgbClr val="000000"/>
                </a:solidFill>
                <a:latin typeface="Consolas"/>
              </a:rPr>
              <a:t>documentation</a:t>
            </a:r>
            <a:r>
              <a:rPr sz="1100">
                <a:solidFill>
                  <a:srgbClr val="000000"/>
                </a:solidFill>
                <a:latin typeface="Consolas"/>
              </a:rPr>
              <a:t> </a:t>
            </a:r>
            <a:r>
              <a:rPr sz="1100">
                <a:solidFill>
                  <a:srgbClr val="000000"/>
                </a:solidFill>
                <a:latin typeface="Consolas"/>
              </a:rPr>
              <a:t>|</a:t>
            </a:r>
            <a:r>
              <a:rPr sz="1100">
                <a:solidFill>
                  <a:srgbClr val="000000"/>
                </a:solidFill>
                <a:latin typeface="Consolas"/>
              </a:rPr>
              <a:t> </a:t>
            </a:r>
            <a:r>
              <a:rPr sz="1100">
                <a:solidFill>
                  <a:srgbClr val="000000"/>
                </a:solidFill>
                <a:latin typeface="Consolas"/>
              </a:rPr>
              <a:t>nodejs.org/download/release/latest-v25.x/docs/api/corepack.html</a:t>
            </a:r>
          </a:p>
          <a:p>
            <a:pPr>
              <a:lnSpc>
                <a:spcPct val="100000"/>
              </a:lnSpc>
              <a:spcBef>
                <a:spcPts val="0"/>
              </a:spcBef>
              <a:spcAft>
                <a:spcPts val="0"/>
              </a:spcAft>
            </a:pPr>
            <a:r>
              <a:rPr sz="1100">
                <a:solidFill>
                  <a:srgbClr val="0000FF"/>
                </a:solidFill>
                <a:latin typeface="Consolas"/>
              </a:rPr>
              <a:t>-</a:t>
            </a:r>
            <a:r>
              <a:rPr sz="1100">
                <a:solidFill>
                  <a:srgbClr val="000000"/>
                </a:solidFill>
                <a:latin typeface="Consolas"/>
              </a:rPr>
              <a:t> </a:t>
            </a:r>
            <a:r>
              <a:rPr sz="1100">
                <a:solidFill>
                  <a:srgbClr val="000000"/>
                </a:solidFill>
                <a:latin typeface="Consolas"/>
              </a:rPr>
              <a:t>[npm-package-json]</a:t>
            </a:r>
            <a:r>
              <a:rPr sz="1100">
                <a:solidFill>
                  <a:srgbClr val="000000"/>
                </a:solidFill>
                <a:latin typeface="Consolas"/>
              </a:rPr>
              <a:t> </a:t>
            </a:r>
            <a:r>
              <a:rPr sz="1100">
                <a:solidFill>
                  <a:srgbClr val="000000"/>
                </a:solidFill>
                <a:latin typeface="Consolas"/>
              </a:rPr>
              <a:t>package.json:</a:t>
            </a:r>
            <a:r>
              <a:rPr sz="1100">
                <a:solidFill>
                  <a:srgbClr val="000000"/>
                </a:solidFill>
                <a:latin typeface="Consolas"/>
              </a:rPr>
              <a:t> </a:t>
            </a:r>
            <a:r>
              <a:rPr sz="1100">
                <a:solidFill>
                  <a:srgbClr val="000000"/>
                </a:solidFill>
                <a:latin typeface="Consolas"/>
              </a:rPr>
              <a:t>devEngines</a:t>
            </a:r>
          </a:p>
          <a:p>
            <a:pPr>
              <a:lnSpc>
                <a:spcPct val="100000"/>
              </a:lnSpc>
              <a:spcBef>
                <a:spcPts val="0"/>
              </a:spcBef>
              <a:spcAft>
                <a:spcPts val="0"/>
              </a:spcAft>
            </a:pPr>
            <a:r>
              <a:rPr sz="1100">
                <a:solidFill>
                  <a:srgbClr val="000000"/>
                </a:solidFill>
                <a:latin typeface="Consolas"/>
              </a:rPr>
              <a:t> </a:t>
            </a:r>
            <a:r>
              <a:rPr sz="1100">
                <a:solidFill>
                  <a:srgbClr val="000000"/>
                </a:solidFill>
                <a:latin typeface="Consolas"/>
              </a:rPr>
              <a:t> </a:t>
            </a:r>
            <a:r>
              <a:rPr sz="1100">
                <a:solidFill>
                  <a:srgbClr val="000000"/>
                </a:solidFill>
                <a:latin typeface="Consolas"/>
              </a:rPr>
              <a:t>npm</a:t>
            </a:r>
            <a:r>
              <a:rPr sz="1100">
                <a:solidFill>
                  <a:srgbClr val="000000"/>
                </a:solidFill>
                <a:latin typeface="Consolas"/>
              </a:rPr>
              <a:t> </a:t>
            </a:r>
            <a:r>
              <a:rPr sz="1100">
                <a:solidFill>
                  <a:srgbClr val="000000"/>
                </a:solidFill>
                <a:latin typeface="Consolas"/>
              </a:rPr>
              <a:t>documentation</a:t>
            </a:r>
            <a:r>
              <a:rPr sz="1100">
                <a:solidFill>
                  <a:srgbClr val="000000"/>
                </a:solidFill>
                <a:latin typeface="Consolas"/>
              </a:rPr>
              <a:t> </a:t>
            </a:r>
            <a:r>
              <a:rPr sz="1100">
                <a:solidFill>
                  <a:srgbClr val="000000"/>
                </a:solidFill>
                <a:latin typeface="Consolas"/>
              </a:rPr>
              <a:t>|</a:t>
            </a:r>
            <a:r>
              <a:rPr sz="1100">
                <a:solidFill>
                  <a:srgbClr val="000000"/>
                </a:solidFill>
                <a:latin typeface="Consolas"/>
              </a:rPr>
              <a:t> </a:t>
            </a:r>
            <a:r>
              <a:rPr sz="1100">
                <a:solidFill>
                  <a:srgbClr val="000000"/>
                </a:solidFill>
                <a:latin typeface="Consolas"/>
              </a:rPr>
              <a:t>docs.npmjs.com/cli/v11/configuring-npm/package-json/#devengines</a:t>
            </a:r>
          </a:p>
          <a:p>
            <a:pPr>
              <a:lnSpc>
                <a:spcPct val="100000"/>
              </a:lnSpc>
              <a:spcBef>
                <a:spcPts val="0"/>
              </a:spcBef>
              <a:spcAft>
                <a:spcPts val="0"/>
              </a:spcAft>
            </a:pPr>
            <a:r>
              <a:rPr sz="1100">
                <a:solidFill>
                  <a:srgbClr val="0000FF"/>
                </a:solidFill>
                <a:latin typeface="Consolas"/>
              </a:rPr>
              <a:t>-</a:t>
            </a:r>
            <a:r>
              <a:rPr sz="1100">
                <a:solidFill>
                  <a:srgbClr val="000000"/>
                </a:solidFill>
                <a:latin typeface="Consolas"/>
              </a:rPr>
              <a:t> </a:t>
            </a:r>
            <a:r>
              <a:rPr sz="1100">
                <a:solidFill>
                  <a:srgbClr val="000000"/>
                </a:solidFill>
                <a:latin typeface="Consolas"/>
              </a:rPr>
              <a:t>[nygard-adr]</a:t>
            </a:r>
            <a:r>
              <a:rPr sz="1100">
                <a:solidFill>
                  <a:srgbClr val="000000"/>
                </a:solidFill>
                <a:latin typeface="Consolas"/>
              </a:rPr>
              <a:t> </a:t>
            </a:r>
            <a:r>
              <a:rPr sz="1100">
                <a:solidFill>
                  <a:srgbClr val="000000"/>
                </a:solidFill>
                <a:latin typeface="Consolas"/>
              </a:rPr>
              <a:t>Documenting</a:t>
            </a:r>
            <a:r>
              <a:rPr sz="1100">
                <a:solidFill>
                  <a:srgbClr val="000000"/>
                </a:solidFill>
                <a:latin typeface="Consolas"/>
              </a:rPr>
              <a:t> </a:t>
            </a:r>
            <a:r>
              <a:rPr sz="1100">
                <a:solidFill>
                  <a:srgbClr val="000000"/>
                </a:solidFill>
                <a:latin typeface="Consolas"/>
              </a:rPr>
              <a:t>Architecture</a:t>
            </a:r>
            <a:r>
              <a:rPr sz="1100">
                <a:solidFill>
                  <a:srgbClr val="000000"/>
                </a:solidFill>
                <a:latin typeface="Consolas"/>
              </a:rPr>
              <a:t> </a:t>
            </a:r>
            <a:r>
              <a:rPr sz="1100">
                <a:solidFill>
                  <a:srgbClr val="000000"/>
                </a:solidFill>
                <a:latin typeface="Consolas"/>
              </a:rPr>
              <a:t>Decisions</a:t>
            </a:r>
          </a:p>
          <a:p>
            <a:pPr>
              <a:lnSpc>
                <a:spcPct val="100000"/>
              </a:lnSpc>
              <a:spcBef>
                <a:spcPts val="0"/>
              </a:spcBef>
              <a:spcAft>
                <a:spcPts val="0"/>
              </a:spcAft>
            </a:pPr>
            <a:r>
              <a:rPr sz="1100">
                <a:solidFill>
                  <a:srgbClr val="000000"/>
                </a:solidFill>
                <a:latin typeface="Consolas"/>
              </a:rPr>
              <a:t> </a:t>
            </a:r>
            <a:r>
              <a:rPr sz="1100">
                <a:solidFill>
                  <a:srgbClr val="000000"/>
                </a:solidFill>
                <a:latin typeface="Consolas"/>
              </a:rPr>
              <a:t> </a:t>
            </a:r>
            <a:r>
              <a:rPr sz="1100">
                <a:solidFill>
                  <a:srgbClr val="000000"/>
                </a:solidFill>
                <a:latin typeface="Consolas"/>
              </a:rPr>
              <a:t>Michael</a:t>
            </a:r>
            <a:r>
              <a:rPr sz="1100">
                <a:solidFill>
                  <a:srgbClr val="000000"/>
                </a:solidFill>
                <a:latin typeface="Consolas"/>
              </a:rPr>
              <a:t> </a:t>
            </a:r>
            <a:r>
              <a:rPr sz="1100">
                <a:solidFill>
                  <a:srgbClr val="000000"/>
                </a:solidFill>
                <a:latin typeface="Consolas"/>
              </a:rPr>
              <a:t>Nygard,</a:t>
            </a:r>
            <a:r>
              <a:rPr sz="1100">
                <a:solidFill>
                  <a:srgbClr val="000000"/>
                </a:solidFill>
                <a:latin typeface="Consolas"/>
              </a:rPr>
              <a:t> </a:t>
            </a:r>
            <a:r>
              <a:rPr sz="1100">
                <a:solidFill>
                  <a:srgbClr val="000000"/>
                </a:solidFill>
                <a:latin typeface="Consolas"/>
              </a:rPr>
              <a:t>2011</a:t>
            </a:r>
            <a:r>
              <a:rPr sz="1100">
                <a:solidFill>
                  <a:srgbClr val="000000"/>
                </a:solidFill>
                <a:latin typeface="Consolas"/>
              </a:rPr>
              <a:t> </a:t>
            </a:r>
            <a:r>
              <a:rPr sz="1100">
                <a:solidFill>
                  <a:srgbClr val="000000"/>
                </a:solidFill>
                <a:latin typeface="Consolas"/>
              </a:rPr>
              <a:t>(Cognitect)</a:t>
            </a:r>
            <a:r>
              <a:rPr sz="1100">
                <a:solidFill>
                  <a:srgbClr val="000000"/>
                </a:solidFill>
                <a:latin typeface="Consolas"/>
              </a:rPr>
              <a:t> </a:t>
            </a:r>
            <a:r>
              <a:rPr sz="1100">
                <a:solidFill>
                  <a:srgbClr val="000000"/>
                </a:solidFill>
                <a:latin typeface="Consolas"/>
              </a:rPr>
              <a:t>|</a:t>
            </a:r>
            <a:r>
              <a:rPr sz="1100">
                <a:solidFill>
                  <a:srgbClr val="000000"/>
                </a:solidFill>
                <a:latin typeface="Consolas"/>
              </a:rPr>
              <a:t> </a:t>
            </a:r>
            <a:r>
              <a:rPr sz="1100">
                <a:solidFill>
                  <a:srgbClr val="000000"/>
                </a:solidFill>
                <a:latin typeface="Consolas"/>
              </a:rPr>
              <a:t>cognitect.com/blog/2011/11/15/documenting-architecture-decisions</a:t>
            </a:r>
          </a:p>
          <a:p>
            <a:pPr>
              <a:lnSpc>
                <a:spcPct val="100000"/>
              </a:lnSpc>
              <a:spcBef>
                <a:spcPts val="0"/>
              </a:spcBef>
              <a:spcAft>
                <a:spcPts val="0"/>
              </a:spcAft>
            </a:pPr>
            <a:r>
              <a:rPr sz="1100">
                <a:solidFill>
                  <a:srgbClr val="0000FF"/>
                </a:solidFill>
                <a:latin typeface="Consolas"/>
              </a:rPr>
              <a:t>-</a:t>
            </a:r>
            <a:r>
              <a:rPr sz="1100">
                <a:solidFill>
                  <a:srgbClr val="000000"/>
                </a:solidFill>
                <a:latin typeface="Consolas"/>
              </a:rPr>
              <a:t> </a:t>
            </a:r>
            <a:r>
              <a:rPr sz="1100">
                <a:solidFill>
                  <a:srgbClr val="000000"/>
                </a:solidFill>
                <a:latin typeface="Consolas"/>
              </a:rPr>
              <a:t>[opa-terraform]</a:t>
            </a:r>
            <a:r>
              <a:rPr sz="1100">
                <a:solidFill>
                  <a:srgbClr val="000000"/>
                </a:solidFill>
                <a:latin typeface="Consolas"/>
              </a:rPr>
              <a:t> </a:t>
            </a:r>
            <a:r>
              <a:rPr sz="1100">
                <a:solidFill>
                  <a:srgbClr val="000000"/>
                </a:solidFill>
                <a:latin typeface="Consolas"/>
              </a:rPr>
              <a:t>Terraform</a:t>
            </a:r>
            <a:r>
              <a:rPr sz="1100">
                <a:solidFill>
                  <a:srgbClr val="000000"/>
                </a:solidFill>
                <a:latin typeface="Consolas"/>
              </a:rPr>
              <a:t> </a:t>
            </a:r>
            <a:r>
              <a:rPr sz="1100">
                <a:solidFill>
                  <a:srgbClr val="000000"/>
                </a:solidFill>
                <a:latin typeface="Consolas"/>
              </a:rPr>
              <a:t>policy</a:t>
            </a:r>
            <a:r>
              <a:rPr sz="1100">
                <a:solidFill>
                  <a:srgbClr val="000000"/>
                </a:solidFill>
                <a:latin typeface="Consolas"/>
              </a:rPr>
              <a:t> </a:t>
            </a:r>
            <a:r>
              <a:rPr sz="1100">
                <a:solidFill>
                  <a:srgbClr val="000000"/>
                </a:solidFill>
                <a:latin typeface="Consolas"/>
              </a:rPr>
              <a:t>enforcement</a:t>
            </a:r>
            <a:r>
              <a:rPr sz="1100">
                <a:solidFill>
                  <a:srgbClr val="000000"/>
                </a:solidFill>
                <a:latin typeface="Consolas"/>
              </a:rPr>
              <a:t> </a:t>
            </a:r>
            <a:r>
              <a:rPr sz="1100">
                <a:solidFill>
                  <a:srgbClr val="000000"/>
                </a:solidFill>
                <a:latin typeface="Consolas"/>
              </a:rPr>
              <a:t>with</a:t>
            </a:r>
            <a:r>
              <a:rPr sz="1100">
                <a:solidFill>
                  <a:srgbClr val="000000"/>
                </a:solidFill>
                <a:latin typeface="Consolas"/>
              </a:rPr>
              <a:t> </a:t>
            </a:r>
            <a:r>
              <a:rPr sz="1100">
                <a:solidFill>
                  <a:srgbClr val="000000"/>
                </a:solidFill>
                <a:latin typeface="Consolas"/>
              </a:rPr>
              <a:t>OPA</a:t>
            </a:r>
          </a:p>
          <a:p>
            <a:pPr>
              <a:lnSpc>
                <a:spcPct val="100000"/>
              </a:lnSpc>
              <a:spcBef>
                <a:spcPts val="0"/>
              </a:spcBef>
              <a:spcAft>
                <a:spcPts val="0"/>
              </a:spcAft>
            </a:pPr>
            <a:r>
              <a:rPr sz="1100">
                <a:solidFill>
                  <a:srgbClr val="000000"/>
                </a:solidFill>
                <a:latin typeface="Consolas"/>
              </a:rPr>
              <a:t> </a:t>
            </a:r>
            <a:r>
              <a:rPr sz="1100">
                <a:solidFill>
                  <a:srgbClr val="000000"/>
                </a:solidFill>
                <a:latin typeface="Consolas"/>
              </a:rPr>
              <a:t> </a:t>
            </a:r>
            <a:r>
              <a:rPr sz="1100">
                <a:solidFill>
                  <a:srgbClr val="000000"/>
                </a:solidFill>
                <a:latin typeface="Consolas"/>
              </a:rPr>
              <a:t>Open</a:t>
            </a:r>
            <a:r>
              <a:rPr sz="1100">
                <a:solidFill>
                  <a:srgbClr val="000000"/>
                </a:solidFill>
                <a:latin typeface="Consolas"/>
              </a:rPr>
              <a:t> </a:t>
            </a:r>
            <a:r>
              <a:rPr sz="1100">
                <a:solidFill>
                  <a:srgbClr val="000000"/>
                </a:solidFill>
                <a:latin typeface="Consolas"/>
              </a:rPr>
              <a:t>Policy</a:t>
            </a:r>
            <a:r>
              <a:rPr sz="1100">
                <a:solidFill>
                  <a:srgbClr val="000000"/>
                </a:solidFill>
                <a:latin typeface="Consolas"/>
              </a:rPr>
              <a:t> </a:t>
            </a:r>
            <a:r>
              <a:rPr sz="1100">
                <a:solidFill>
                  <a:srgbClr val="000000"/>
                </a:solidFill>
                <a:latin typeface="Consolas"/>
              </a:rPr>
              <a:t>Agent</a:t>
            </a:r>
            <a:r>
              <a:rPr sz="1100">
                <a:solidFill>
                  <a:srgbClr val="000000"/>
                </a:solidFill>
                <a:latin typeface="Consolas"/>
              </a:rPr>
              <a:t> </a:t>
            </a:r>
            <a:r>
              <a:rPr sz="1100">
                <a:solidFill>
                  <a:srgbClr val="000000"/>
                </a:solidFill>
                <a:latin typeface="Consolas"/>
              </a:rPr>
              <a:t>documentation</a:t>
            </a:r>
            <a:r>
              <a:rPr sz="1100">
                <a:solidFill>
                  <a:srgbClr val="000000"/>
                </a:solidFill>
                <a:latin typeface="Consolas"/>
              </a:rPr>
              <a:t> </a:t>
            </a:r>
            <a:r>
              <a:rPr sz="1100">
                <a:solidFill>
                  <a:srgbClr val="000000"/>
                </a:solidFill>
                <a:latin typeface="Consolas"/>
              </a:rPr>
              <a:t>|</a:t>
            </a:r>
            <a:r>
              <a:rPr sz="1100">
                <a:solidFill>
                  <a:srgbClr val="000000"/>
                </a:solidFill>
                <a:latin typeface="Consolas"/>
              </a:rPr>
              <a:t> </a:t>
            </a:r>
            <a:r>
              <a:rPr sz="1100">
                <a:solidFill>
                  <a:srgbClr val="000000"/>
                </a:solidFill>
                <a:latin typeface="Consolas"/>
              </a:rPr>
              <a:t>www.openpolicyagent.org/docs/terraform</a:t>
            </a:r>
          </a:p>
          <a:p>
            <a:pPr>
              <a:lnSpc>
                <a:spcPct val="100000"/>
              </a:lnSpc>
              <a:spcBef>
                <a:spcPts val="0"/>
              </a:spcBef>
              <a:spcAft>
                <a:spcPts val="0"/>
              </a:spcAft>
            </a:pPr>
            <a:r>
              <a:rPr sz="1100">
                <a:solidFill>
                  <a:srgbClr val="0000FF"/>
                </a:solidFill>
                <a:latin typeface="Consolas"/>
              </a:rPr>
              <a:t>-</a:t>
            </a:r>
            <a:r>
              <a:rPr sz="1100">
                <a:solidFill>
                  <a:srgbClr val="000000"/>
                </a:solidFill>
                <a:latin typeface="Consolas"/>
              </a:rPr>
              <a:t> </a:t>
            </a:r>
            <a:r>
              <a:rPr sz="1100">
                <a:solidFill>
                  <a:srgbClr val="000000"/>
                </a:solidFill>
                <a:latin typeface="Consolas"/>
              </a:rPr>
              <a:t>[peng-rct]</a:t>
            </a:r>
            <a:r>
              <a:rPr sz="1100">
                <a:solidFill>
                  <a:srgbClr val="000000"/>
                </a:solidFill>
                <a:latin typeface="Consolas"/>
              </a:rPr>
              <a:t> </a:t>
            </a:r>
            <a:r>
              <a:rPr sz="1100">
                <a:solidFill>
                  <a:srgbClr val="000000"/>
                </a:solidFill>
                <a:latin typeface="Consolas"/>
              </a:rPr>
              <a:t>The</a:t>
            </a:r>
            <a:r>
              <a:rPr sz="1100">
                <a:solidFill>
                  <a:srgbClr val="000000"/>
                </a:solidFill>
                <a:latin typeface="Consolas"/>
              </a:rPr>
              <a:t> </a:t>
            </a:r>
            <a:r>
              <a:rPr sz="1100">
                <a:solidFill>
                  <a:srgbClr val="000000"/>
                </a:solidFill>
                <a:latin typeface="Consolas"/>
              </a:rPr>
              <a:t>Impact</a:t>
            </a:r>
            <a:r>
              <a:rPr sz="1100">
                <a:solidFill>
                  <a:srgbClr val="000000"/>
                </a:solidFill>
                <a:latin typeface="Consolas"/>
              </a:rPr>
              <a:t> </a:t>
            </a:r>
            <a:r>
              <a:rPr sz="1100">
                <a:solidFill>
                  <a:srgbClr val="000000"/>
                </a:solidFill>
                <a:latin typeface="Consolas"/>
              </a:rPr>
              <a:t>of</a:t>
            </a:r>
            <a:r>
              <a:rPr sz="1100">
                <a:solidFill>
                  <a:srgbClr val="000000"/>
                </a:solidFill>
                <a:latin typeface="Consolas"/>
              </a:rPr>
              <a:t> </a:t>
            </a:r>
            <a:r>
              <a:rPr sz="1100">
                <a:solidFill>
                  <a:srgbClr val="000000"/>
                </a:solidFill>
                <a:latin typeface="Consolas"/>
              </a:rPr>
              <a:t>AI</a:t>
            </a:r>
            <a:r>
              <a:rPr sz="1100">
                <a:solidFill>
                  <a:srgbClr val="000000"/>
                </a:solidFill>
                <a:latin typeface="Consolas"/>
              </a:rPr>
              <a:t> </a:t>
            </a:r>
            <a:r>
              <a:rPr sz="1100">
                <a:solidFill>
                  <a:srgbClr val="000000"/>
                </a:solidFill>
                <a:latin typeface="Consolas"/>
              </a:rPr>
              <a:t>on</a:t>
            </a:r>
            <a:r>
              <a:rPr sz="1100">
                <a:solidFill>
                  <a:srgbClr val="000000"/>
                </a:solidFill>
                <a:latin typeface="Consolas"/>
              </a:rPr>
              <a:t> </a:t>
            </a:r>
            <a:r>
              <a:rPr sz="1100">
                <a:solidFill>
                  <a:srgbClr val="000000"/>
                </a:solidFill>
                <a:latin typeface="Consolas"/>
              </a:rPr>
              <a:t>Developer</a:t>
            </a:r>
            <a:r>
              <a:rPr sz="1100">
                <a:solidFill>
                  <a:srgbClr val="000000"/>
                </a:solidFill>
                <a:latin typeface="Consolas"/>
              </a:rPr>
              <a:t> </a:t>
            </a:r>
            <a:r>
              <a:rPr sz="1100">
                <a:solidFill>
                  <a:srgbClr val="000000"/>
                </a:solidFill>
                <a:latin typeface="Consolas"/>
              </a:rPr>
              <a:t>Productivity:</a:t>
            </a:r>
            <a:r>
              <a:rPr sz="1100">
                <a:solidFill>
                  <a:srgbClr val="000000"/>
                </a:solidFill>
                <a:latin typeface="Consolas"/>
              </a:rPr>
              <a:t> </a:t>
            </a:r>
            <a:r>
              <a:rPr sz="1100">
                <a:solidFill>
                  <a:srgbClr val="000000"/>
                </a:solidFill>
                <a:latin typeface="Consolas"/>
              </a:rPr>
              <a:t>Evidence</a:t>
            </a:r>
            <a:r>
              <a:rPr sz="1100">
                <a:solidFill>
                  <a:srgbClr val="000000"/>
                </a:solidFill>
                <a:latin typeface="Consolas"/>
              </a:rPr>
              <a:t> </a:t>
            </a:r>
            <a:r>
              <a:rPr sz="1100">
                <a:solidFill>
                  <a:srgbClr val="000000"/>
                </a:solidFill>
                <a:latin typeface="Consolas"/>
              </a:rPr>
              <a:t>from</a:t>
            </a:r>
            <a:r>
              <a:rPr sz="1100">
                <a:solidFill>
                  <a:srgbClr val="000000"/>
                </a:solidFill>
                <a:latin typeface="Consolas"/>
              </a:rPr>
              <a:t> </a:t>
            </a:r>
            <a:r>
              <a:rPr sz="1100">
                <a:solidFill>
                  <a:srgbClr val="000000"/>
                </a:solidFill>
                <a:latin typeface="Consolas"/>
              </a:rPr>
              <a:t>GitHub</a:t>
            </a:r>
            <a:r>
              <a:rPr sz="1100">
                <a:solidFill>
                  <a:srgbClr val="000000"/>
                </a:solidFill>
                <a:latin typeface="Consolas"/>
              </a:rPr>
              <a:t> </a:t>
            </a:r>
            <a:r>
              <a:rPr sz="1100">
                <a:solidFill>
                  <a:srgbClr val="000000"/>
                </a:solidFill>
                <a:latin typeface="Consolas"/>
              </a:rPr>
              <a:t>Copilot</a:t>
            </a:r>
          </a:p>
          <a:p>
            <a:pPr>
              <a:lnSpc>
                <a:spcPct val="100000"/>
              </a:lnSpc>
              <a:spcBef>
                <a:spcPts val="0"/>
              </a:spcBef>
              <a:spcAft>
                <a:spcPts val="0"/>
              </a:spcAft>
            </a:pPr>
            <a:r>
              <a:rPr sz="1100">
                <a:solidFill>
                  <a:srgbClr val="000000"/>
                </a:solidFill>
                <a:latin typeface="Consolas"/>
              </a:rPr>
              <a:t> </a:t>
            </a:r>
            <a:r>
              <a:rPr sz="1100">
                <a:solidFill>
                  <a:srgbClr val="000000"/>
                </a:solidFill>
                <a:latin typeface="Consolas"/>
              </a:rPr>
              <a:t> </a:t>
            </a:r>
            <a:r>
              <a:rPr sz="1100">
                <a:solidFill>
                  <a:srgbClr val="000000"/>
                </a:solidFill>
                <a:latin typeface="Consolas"/>
              </a:rPr>
              <a:t>Peng,</a:t>
            </a:r>
            <a:r>
              <a:rPr sz="1100">
                <a:solidFill>
                  <a:srgbClr val="000000"/>
                </a:solidFill>
                <a:latin typeface="Consolas"/>
              </a:rPr>
              <a:t> </a:t>
            </a:r>
            <a:r>
              <a:rPr sz="1100">
                <a:solidFill>
                  <a:srgbClr val="000000"/>
                </a:solidFill>
                <a:latin typeface="Consolas"/>
              </a:rPr>
              <a:t>Kalliamvakou,</a:t>
            </a:r>
            <a:r>
              <a:rPr sz="1100">
                <a:solidFill>
                  <a:srgbClr val="000000"/>
                </a:solidFill>
                <a:latin typeface="Consolas"/>
              </a:rPr>
              <a:t> </a:t>
            </a:r>
            <a:r>
              <a:rPr sz="1100">
                <a:solidFill>
                  <a:srgbClr val="000000"/>
                </a:solidFill>
                <a:latin typeface="Consolas"/>
              </a:rPr>
              <a:t>Cihon,</a:t>
            </a:r>
            <a:r>
              <a:rPr sz="1100">
                <a:solidFill>
                  <a:srgbClr val="000000"/>
                </a:solidFill>
                <a:latin typeface="Consolas"/>
              </a:rPr>
              <a:t> </a:t>
            </a:r>
            <a:r>
              <a:rPr sz="1100">
                <a:solidFill>
                  <a:srgbClr val="000000"/>
                </a:solidFill>
                <a:latin typeface="Consolas"/>
              </a:rPr>
              <a:t>Demirer</a:t>
            </a:r>
            <a:r>
              <a:rPr sz="1100">
                <a:solidFill>
                  <a:srgbClr val="000000"/>
                </a:solidFill>
                <a:latin typeface="Consolas"/>
              </a:rPr>
              <a:t> </a:t>
            </a:r>
            <a:r>
              <a:rPr sz="1100">
                <a:solidFill>
                  <a:srgbClr val="000000"/>
                </a:solidFill>
                <a:latin typeface="Consolas"/>
              </a:rPr>
              <a:t>(arXiv:2302.06590)</a:t>
            </a:r>
            <a:r>
              <a:rPr sz="1100">
                <a:solidFill>
                  <a:srgbClr val="000000"/>
                </a:solidFill>
                <a:latin typeface="Consolas"/>
              </a:rPr>
              <a:t> </a:t>
            </a:r>
            <a:r>
              <a:rPr sz="1100">
                <a:solidFill>
                  <a:srgbClr val="000000"/>
                </a:solidFill>
                <a:latin typeface="Consolas"/>
              </a:rPr>
              <a:t>|</a:t>
            </a:r>
            <a:r>
              <a:rPr sz="1100">
                <a:solidFill>
                  <a:srgbClr val="000000"/>
                </a:solidFill>
                <a:latin typeface="Consolas"/>
              </a:rPr>
              <a:t> </a:t>
            </a:r>
            <a:r>
              <a:rPr sz="1100">
                <a:solidFill>
                  <a:srgbClr val="000000"/>
                </a:solidFill>
                <a:latin typeface="Consolas"/>
              </a:rPr>
              <a:t>arxiv.org/abs/2302.06590</a:t>
            </a:r>
          </a:p>
          <a:p>
            <a:pPr>
              <a:lnSpc>
                <a:spcPct val="100000"/>
              </a:lnSpc>
              <a:spcBef>
                <a:spcPts val="0"/>
              </a:spcBef>
              <a:spcAft>
                <a:spcPts val="0"/>
              </a:spcAft>
            </a:pPr>
            <a:r>
              <a:rPr sz="1100">
                <a:solidFill>
                  <a:srgbClr val="0000FF"/>
                </a:solidFill>
                <a:latin typeface="Consolas"/>
              </a:rPr>
              <a:t>-</a:t>
            </a:r>
            <a:r>
              <a:rPr sz="1100">
                <a:solidFill>
                  <a:srgbClr val="000000"/>
                </a:solidFill>
                <a:latin typeface="Consolas"/>
              </a:rPr>
              <a:t> </a:t>
            </a:r>
            <a:r>
              <a:rPr sz="1100">
                <a:solidFill>
                  <a:srgbClr val="000000"/>
                </a:solidFill>
                <a:latin typeface="Consolas"/>
              </a:rPr>
              <a:t>[pnpm-frozen]</a:t>
            </a:r>
            <a:r>
              <a:rPr sz="1100">
                <a:solidFill>
                  <a:srgbClr val="000000"/>
                </a:solidFill>
                <a:latin typeface="Consolas"/>
              </a:rPr>
              <a:t> </a:t>
            </a:r>
            <a:r>
              <a:rPr sz="1100">
                <a:solidFill>
                  <a:srgbClr val="000000"/>
                </a:solidFill>
                <a:latin typeface="Consolas"/>
              </a:rPr>
              <a:t>pnpm</a:t>
            </a:r>
            <a:r>
              <a:rPr sz="1100">
                <a:solidFill>
                  <a:srgbClr val="000000"/>
                </a:solidFill>
                <a:latin typeface="Consolas"/>
              </a:rPr>
              <a:t> </a:t>
            </a:r>
            <a:r>
              <a:rPr sz="1100">
                <a:solidFill>
                  <a:srgbClr val="000000"/>
                </a:solidFill>
                <a:latin typeface="Consolas"/>
              </a:rPr>
              <a:t>install</a:t>
            </a:r>
            <a:r>
              <a:rPr sz="1100">
                <a:solidFill>
                  <a:srgbClr val="000000"/>
                </a:solidFill>
                <a:latin typeface="Consolas"/>
              </a:rPr>
              <a:t> </a:t>
            </a:r>
            <a:r>
              <a:rPr sz="1100">
                <a:solidFill>
                  <a:srgbClr val="000000"/>
                </a:solidFill>
                <a:latin typeface="Consolas"/>
              </a:rPr>
              <a:t>--frozen-lockfile</a:t>
            </a:r>
          </a:p>
          <a:p>
            <a:pPr>
              <a:lnSpc>
                <a:spcPct val="100000"/>
              </a:lnSpc>
              <a:spcBef>
                <a:spcPts val="0"/>
              </a:spcBef>
              <a:spcAft>
                <a:spcPts val="0"/>
              </a:spcAft>
            </a:pPr>
            <a:r>
              <a:rPr sz="1100">
                <a:solidFill>
                  <a:srgbClr val="000000"/>
                </a:solidFill>
                <a:latin typeface="Consolas"/>
              </a:rPr>
              <a:t> </a:t>
            </a:r>
            <a:r>
              <a:rPr sz="1100">
                <a:solidFill>
                  <a:srgbClr val="000000"/>
                </a:solidFill>
                <a:latin typeface="Consolas"/>
              </a:rPr>
              <a:t> </a:t>
            </a:r>
            <a:r>
              <a:rPr sz="1100">
                <a:solidFill>
                  <a:srgbClr val="000000"/>
                </a:solidFill>
                <a:latin typeface="Consolas"/>
              </a:rPr>
              <a:t>pnpm</a:t>
            </a:r>
            <a:r>
              <a:rPr sz="1100">
                <a:solidFill>
                  <a:srgbClr val="000000"/>
                </a:solidFill>
                <a:latin typeface="Consolas"/>
              </a:rPr>
              <a:t> </a:t>
            </a:r>
            <a:r>
              <a:rPr sz="1100">
                <a:solidFill>
                  <a:srgbClr val="000000"/>
                </a:solidFill>
                <a:latin typeface="Consolas"/>
              </a:rPr>
              <a:t>docs</a:t>
            </a:r>
            <a:r>
              <a:rPr sz="1100">
                <a:solidFill>
                  <a:srgbClr val="000000"/>
                </a:solidFill>
                <a:latin typeface="Consolas"/>
              </a:rPr>
              <a:t> </a:t>
            </a:r>
            <a:r>
              <a:rPr sz="1100">
                <a:solidFill>
                  <a:srgbClr val="000000"/>
                </a:solidFill>
                <a:latin typeface="Consolas"/>
              </a:rPr>
              <a:t>|</a:t>
            </a:r>
            <a:r>
              <a:rPr sz="1100">
                <a:solidFill>
                  <a:srgbClr val="000000"/>
                </a:solidFill>
                <a:latin typeface="Consolas"/>
              </a:rPr>
              <a:t> </a:t>
            </a:r>
            <a:r>
              <a:rPr sz="1100">
                <a:solidFill>
                  <a:srgbClr val="000000"/>
                </a:solidFill>
                <a:latin typeface="Consolas"/>
              </a:rPr>
              <a:t>pnpm.io/cli/install</a:t>
            </a:r>
          </a:p>
          <a:p>
            <a:pPr>
              <a:lnSpc>
                <a:spcPct val="100000"/>
              </a:lnSpc>
              <a:spcBef>
                <a:spcPts val="0"/>
              </a:spcBef>
              <a:spcAft>
                <a:spcPts val="0"/>
              </a:spcAft>
            </a:pPr>
            <a:r>
              <a:rPr sz="1100">
                <a:solidFill>
                  <a:srgbClr val="0000FF"/>
                </a:solidFill>
                <a:latin typeface="Consolas"/>
              </a:rPr>
              <a:t>-</a:t>
            </a:r>
            <a:r>
              <a:rPr sz="1100">
                <a:solidFill>
                  <a:srgbClr val="000000"/>
                </a:solidFill>
                <a:latin typeface="Consolas"/>
              </a:rPr>
              <a:t> </a:t>
            </a:r>
            <a:r>
              <a:rPr sz="1100">
                <a:solidFill>
                  <a:srgbClr val="000000"/>
                </a:solidFill>
                <a:latin typeface="Consolas"/>
              </a:rPr>
              <a:t>[pnpm-package-json]</a:t>
            </a:r>
            <a:r>
              <a:rPr sz="1100">
                <a:solidFill>
                  <a:srgbClr val="000000"/>
                </a:solidFill>
                <a:latin typeface="Consolas"/>
              </a:rPr>
              <a:t> </a:t>
            </a:r>
            <a:r>
              <a:rPr sz="1100">
                <a:solidFill>
                  <a:srgbClr val="000000"/>
                </a:solidFill>
                <a:latin typeface="Consolas"/>
              </a:rPr>
              <a:t>package.json:</a:t>
            </a:r>
            <a:r>
              <a:rPr sz="1100">
                <a:solidFill>
                  <a:srgbClr val="000000"/>
                </a:solidFill>
                <a:latin typeface="Consolas"/>
              </a:rPr>
              <a:t> </a:t>
            </a:r>
            <a:r>
              <a:rPr sz="1100">
                <a:solidFill>
                  <a:srgbClr val="000000"/>
                </a:solidFill>
                <a:latin typeface="Consolas"/>
              </a:rPr>
              <a:t>devEngines.packageManager</a:t>
            </a:r>
            <a:r>
              <a:rPr sz="1100">
                <a:solidFill>
                  <a:srgbClr val="000000"/>
                </a:solidFill>
                <a:latin typeface="Consolas"/>
              </a:rPr>
              <a:t> </a:t>
            </a:r>
            <a:r>
              <a:rPr sz="1100">
                <a:solidFill>
                  <a:srgbClr val="000000"/>
                </a:solidFill>
                <a:latin typeface="Consolas"/>
              </a:rPr>
              <a:t>and</a:t>
            </a:r>
            <a:r>
              <a:rPr sz="1100">
                <a:solidFill>
                  <a:srgbClr val="000000"/>
                </a:solidFill>
                <a:latin typeface="Consolas"/>
              </a:rPr>
              <a:t> </a:t>
            </a:r>
            <a:r>
              <a:rPr sz="1100">
                <a:solidFill>
                  <a:srgbClr val="000000"/>
                </a:solidFill>
                <a:latin typeface="Consolas"/>
              </a:rPr>
              <a:t>legacy</a:t>
            </a:r>
            <a:r>
              <a:rPr sz="1100">
                <a:solidFill>
                  <a:srgbClr val="000000"/>
                </a:solidFill>
                <a:latin typeface="Consolas"/>
              </a:rPr>
              <a:t> </a:t>
            </a:r>
            <a:r>
              <a:rPr sz="1100">
                <a:solidFill>
                  <a:srgbClr val="000000"/>
                </a:solidFill>
                <a:latin typeface="Consolas"/>
              </a:rPr>
              <a:t>packageManager</a:t>
            </a:r>
          </a:p>
          <a:p>
            <a:pPr>
              <a:lnSpc>
                <a:spcPct val="100000"/>
              </a:lnSpc>
              <a:spcBef>
                <a:spcPts val="0"/>
              </a:spcBef>
              <a:spcAft>
                <a:spcPts val="0"/>
              </a:spcAft>
            </a:pPr>
            <a:r>
              <a:rPr sz="1100">
                <a:solidFill>
                  <a:srgbClr val="000000"/>
                </a:solidFill>
                <a:latin typeface="Consolas"/>
              </a:rPr>
              <a:t> </a:t>
            </a:r>
            <a:r>
              <a:rPr sz="1100">
                <a:solidFill>
                  <a:srgbClr val="000000"/>
                </a:solidFill>
                <a:latin typeface="Consolas"/>
              </a:rPr>
              <a:t> </a:t>
            </a:r>
            <a:r>
              <a:rPr sz="1100">
                <a:solidFill>
                  <a:srgbClr val="000000"/>
                </a:solidFill>
                <a:latin typeface="Consolas"/>
              </a:rPr>
              <a:t>pnpm</a:t>
            </a:r>
            <a:r>
              <a:rPr sz="1100">
                <a:solidFill>
                  <a:srgbClr val="000000"/>
                </a:solidFill>
                <a:latin typeface="Consolas"/>
              </a:rPr>
              <a:t> </a:t>
            </a:r>
            <a:r>
              <a:rPr sz="1100">
                <a:solidFill>
                  <a:srgbClr val="000000"/>
                </a:solidFill>
                <a:latin typeface="Consolas"/>
              </a:rPr>
              <a:t>documentation</a:t>
            </a:r>
            <a:r>
              <a:rPr sz="1100">
                <a:solidFill>
                  <a:srgbClr val="000000"/>
                </a:solidFill>
                <a:latin typeface="Consolas"/>
              </a:rPr>
              <a:t> </a:t>
            </a:r>
            <a:r>
              <a:rPr sz="1100">
                <a:solidFill>
                  <a:srgbClr val="000000"/>
                </a:solidFill>
                <a:latin typeface="Consolas"/>
              </a:rPr>
              <a:t>|</a:t>
            </a:r>
            <a:r>
              <a:rPr sz="1100">
                <a:solidFill>
                  <a:srgbClr val="000000"/>
                </a:solidFill>
                <a:latin typeface="Consolas"/>
              </a:rPr>
              <a:t> </a:t>
            </a:r>
            <a:r>
              <a:rPr sz="1100">
                <a:solidFill>
                  <a:srgbClr val="000000"/>
                </a:solidFill>
                <a:latin typeface="Consolas"/>
              </a:rPr>
              <a:t>pnpm.io/package_json</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References (5 of 6)</a:t>
            </a:r>
          </a:p>
        </p:txBody>
      </p:sp>
      <p:sp>
        <p:nvSpPr>
          <p:cNvPr id="3" name="Text Placeholder 2"/>
          <p:cNvSpPr>
            <a:spLocks noGrp="1"/>
          </p:cNvSpPr>
          <p:nvPr>
            <p:ph type="body" idx="13" sz="quarter"/>
          </p:nvPr>
        </p:nvSpPr>
        <p:spPr/>
        <p:txBody>
          <a:bodyPr wrap="square"/>
          <a:lstStyle/>
          <a:p>
            <a:pPr>
              <a:buNone/>
            </a:pPr>
            <a:r>
              <a:rPr sz="1300"/>
              <a:t>REFERENCES.md</a:t>
            </a:r>
          </a:p>
        </p:txBody>
      </p:sp>
      <p:sp>
        <p:nvSpPr>
          <p:cNvPr id="4" name="Text Placeholder 3"/>
          <p:cNvSpPr>
            <a:spLocks noGrp="1"/>
          </p:cNvSpPr>
          <p:nvPr>
            <p:ph type="body" idx="10" sz="quarter"/>
          </p:nvPr>
        </p:nvSpPr>
        <p:spPr/>
        <p:txBody>
          <a:bodyPr wrap="none"/>
          <a:lstStyle/>
          <a:p>
            <a:pPr>
              <a:lnSpc>
                <a:spcPct val="100000"/>
              </a:lnSpc>
              <a:spcBef>
                <a:spcPts val="0"/>
              </a:spcBef>
              <a:spcAft>
                <a:spcPts val="0"/>
              </a:spcAft>
            </a:pPr>
            <a:r>
              <a:rPr sz="1100">
                <a:solidFill>
                  <a:srgbClr val="0000FF"/>
                </a:solidFill>
                <a:latin typeface="Consolas"/>
              </a:rPr>
              <a:t>-</a:t>
            </a:r>
            <a:r>
              <a:rPr sz="1100">
                <a:solidFill>
                  <a:srgbClr val="000000"/>
                </a:solidFill>
                <a:latin typeface="Consolas"/>
              </a:rPr>
              <a:t> </a:t>
            </a:r>
            <a:r>
              <a:rPr sz="1100">
                <a:solidFill>
                  <a:srgbClr val="000000"/>
                </a:solidFill>
                <a:latin typeface="Consolas"/>
              </a:rPr>
              <a:t>[pytest-output]</a:t>
            </a:r>
            <a:r>
              <a:rPr sz="1100">
                <a:solidFill>
                  <a:srgbClr val="000000"/>
                </a:solidFill>
                <a:latin typeface="Consolas"/>
              </a:rPr>
              <a:t> </a:t>
            </a:r>
            <a:r>
              <a:rPr sz="1100">
                <a:solidFill>
                  <a:srgbClr val="000000"/>
                </a:solidFill>
                <a:latin typeface="Consolas"/>
              </a:rPr>
              <a:t>Managing</a:t>
            </a:r>
            <a:r>
              <a:rPr sz="1100">
                <a:solidFill>
                  <a:srgbClr val="000000"/>
                </a:solidFill>
                <a:latin typeface="Consolas"/>
              </a:rPr>
              <a:t> </a:t>
            </a:r>
            <a:r>
              <a:rPr sz="1100">
                <a:solidFill>
                  <a:srgbClr val="000000"/>
                </a:solidFill>
                <a:latin typeface="Consolas"/>
              </a:rPr>
              <a:t>pytest</a:t>
            </a:r>
            <a:r>
              <a:rPr sz="1100">
                <a:solidFill>
                  <a:srgbClr val="000000"/>
                </a:solidFill>
                <a:latin typeface="Consolas"/>
              </a:rPr>
              <a:t> </a:t>
            </a:r>
            <a:r>
              <a:rPr sz="1100">
                <a:solidFill>
                  <a:srgbClr val="000000"/>
                </a:solidFill>
                <a:latin typeface="Consolas"/>
              </a:rPr>
              <a:t>output</a:t>
            </a:r>
          </a:p>
          <a:p>
            <a:pPr>
              <a:lnSpc>
                <a:spcPct val="100000"/>
              </a:lnSpc>
              <a:spcBef>
                <a:spcPts val="0"/>
              </a:spcBef>
              <a:spcAft>
                <a:spcPts val="0"/>
              </a:spcAft>
            </a:pPr>
            <a:r>
              <a:rPr sz="1100">
                <a:solidFill>
                  <a:srgbClr val="000000"/>
                </a:solidFill>
                <a:latin typeface="Consolas"/>
              </a:rPr>
              <a:t> </a:t>
            </a:r>
            <a:r>
              <a:rPr sz="1100">
                <a:solidFill>
                  <a:srgbClr val="000000"/>
                </a:solidFill>
                <a:latin typeface="Consolas"/>
              </a:rPr>
              <a:t> </a:t>
            </a:r>
            <a:r>
              <a:rPr sz="1100">
                <a:solidFill>
                  <a:srgbClr val="000000"/>
                </a:solidFill>
                <a:latin typeface="Consolas"/>
              </a:rPr>
              <a:t>pytest</a:t>
            </a:r>
            <a:r>
              <a:rPr sz="1100">
                <a:solidFill>
                  <a:srgbClr val="000000"/>
                </a:solidFill>
                <a:latin typeface="Consolas"/>
              </a:rPr>
              <a:t> </a:t>
            </a:r>
            <a:r>
              <a:rPr sz="1100">
                <a:solidFill>
                  <a:srgbClr val="000000"/>
                </a:solidFill>
                <a:latin typeface="Consolas"/>
              </a:rPr>
              <a:t>documentation</a:t>
            </a:r>
            <a:r>
              <a:rPr sz="1100">
                <a:solidFill>
                  <a:srgbClr val="000000"/>
                </a:solidFill>
                <a:latin typeface="Consolas"/>
              </a:rPr>
              <a:t> </a:t>
            </a:r>
            <a:r>
              <a:rPr sz="1100">
                <a:solidFill>
                  <a:srgbClr val="000000"/>
                </a:solidFill>
                <a:latin typeface="Consolas"/>
              </a:rPr>
              <a:t>|</a:t>
            </a:r>
            <a:r>
              <a:rPr sz="1100">
                <a:solidFill>
                  <a:srgbClr val="000000"/>
                </a:solidFill>
                <a:latin typeface="Consolas"/>
              </a:rPr>
              <a:t> </a:t>
            </a:r>
            <a:r>
              <a:rPr sz="1100">
                <a:solidFill>
                  <a:srgbClr val="000000"/>
                </a:solidFill>
                <a:latin typeface="Consolas"/>
              </a:rPr>
              <a:t>docs.pytest.org/en/stable/how-to/output.html</a:t>
            </a:r>
          </a:p>
          <a:p>
            <a:pPr>
              <a:lnSpc>
                <a:spcPct val="100000"/>
              </a:lnSpc>
              <a:spcBef>
                <a:spcPts val="0"/>
              </a:spcBef>
              <a:spcAft>
                <a:spcPts val="0"/>
              </a:spcAft>
            </a:pPr>
            <a:r>
              <a:rPr sz="1100">
                <a:solidFill>
                  <a:srgbClr val="0000FF"/>
                </a:solidFill>
                <a:latin typeface="Consolas"/>
              </a:rPr>
              <a:t>-</a:t>
            </a:r>
            <a:r>
              <a:rPr sz="1100">
                <a:solidFill>
                  <a:srgbClr val="000000"/>
                </a:solidFill>
                <a:latin typeface="Consolas"/>
              </a:rPr>
              <a:t> </a:t>
            </a:r>
            <a:r>
              <a:rPr sz="1100">
                <a:solidFill>
                  <a:srgbClr val="000000"/>
                </a:solidFill>
                <a:latin typeface="Consolas"/>
              </a:rPr>
              <a:t>[rtl]</a:t>
            </a:r>
            <a:r>
              <a:rPr sz="1100">
                <a:solidFill>
                  <a:srgbClr val="000000"/>
                </a:solidFill>
                <a:latin typeface="Consolas"/>
              </a:rPr>
              <a:t> </a:t>
            </a:r>
            <a:r>
              <a:rPr sz="1100">
                <a:solidFill>
                  <a:srgbClr val="000000"/>
                </a:solidFill>
                <a:latin typeface="Consolas"/>
              </a:rPr>
              <a:t>React</a:t>
            </a:r>
            <a:r>
              <a:rPr sz="1100">
                <a:solidFill>
                  <a:srgbClr val="000000"/>
                </a:solidFill>
                <a:latin typeface="Consolas"/>
              </a:rPr>
              <a:t> </a:t>
            </a:r>
            <a:r>
              <a:rPr sz="1100">
                <a:solidFill>
                  <a:srgbClr val="000000"/>
                </a:solidFill>
                <a:latin typeface="Consolas"/>
              </a:rPr>
              <a:t>Testing</a:t>
            </a:r>
            <a:r>
              <a:rPr sz="1100">
                <a:solidFill>
                  <a:srgbClr val="000000"/>
                </a:solidFill>
                <a:latin typeface="Consolas"/>
              </a:rPr>
              <a:t> </a:t>
            </a:r>
            <a:r>
              <a:rPr sz="1100">
                <a:solidFill>
                  <a:srgbClr val="000000"/>
                </a:solidFill>
                <a:latin typeface="Consolas"/>
              </a:rPr>
              <a:t>Library</a:t>
            </a:r>
          </a:p>
          <a:p>
            <a:pPr>
              <a:lnSpc>
                <a:spcPct val="100000"/>
              </a:lnSpc>
              <a:spcBef>
                <a:spcPts val="0"/>
              </a:spcBef>
              <a:spcAft>
                <a:spcPts val="0"/>
              </a:spcAft>
            </a:pPr>
            <a:r>
              <a:rPr sz="1100">
                <a:solidFill>
                  <a:srgbClr val="000000"/>
                </a:solidFill>
                <a:latin typeface="Consolas"/>
              </a:rPr>
              <a:t> </a:t>
            </a:r>
            <a:r>
              <a:rPr sz="1100">
                <a:solidFill>
                  <a:srgbClr val="000000"/>
                </a:solidFill>
                <a:latin typeface="Consolas"/>
              </a:rPr>
              <a:t> </a:t>
            </a:r>
            <a:r>
              <a:rPr sz="1100">
                <a:solidFill>
                  <a:srgbClr val="000000"/>
                </a:solidFill>
                <a:latin typeface="Consolas"/>
              </a:rPr>
              <a:t>Testing</a:t>
            </a:r>
            <a:r>
              <a:rPr sz="1100">
                <a:solidFill>
                  <a:srgbClr val="000000"/>
                </a:solidFill>
                <a:latin typeface="Consolas"/>
              </a:rPr>
              <a:t> </a:t>
            </a:r>
            <a:r>
              <a:rPr sz="1100">
                <a:solidFill>
                  <a:srgbClr val="000000"/>
                </a:solidFill>
                <a:latin typeface="Consolas"/>
              </a:rPr>
              <a:t>Library</a:t>
            </a:r>
            <a:r>
              <a:rPr sz="1100">
                <a:solidFill>
                  <a:srgbClr val="000000"/>
                </a:solidFill>
                <a:latin typeface="Consolas"/>
              </a:rPr>
              <a:t> </a:t>
            </a:r>
            <a:r>
              <a:rPr sz="1100">
                <a:solidFill>
                  <a:srgbClr val="000000"/>
                </a:solidFill>
                <a:latin typeface="Consolas"/>
              </a:rPr>
              <a:t>|</a:t>
            </a:r>
            <a:r>
              <a:rPr sz="1100">
                <a:solidFill>
                  <a:srgbClr val="000000"/>
                </a:solidFill>
                <a:latin typeface="Consolas"/>
              </a:rPr>
              <a:t> </a:t>
            </a:r>
            <a:r>
              <a:rPr sz="1100">
                <a:solidFill>
                  <a:srgbClr val="000000"/>
                </a:solidFill>
                <a:latin typeface="Consolas"/>
              </a:rPr>
              <a:t>testing-library.com/docs/react-testing-library/intro/</a:t>
            </a:r>
          </a:p>
          <a:p>
            <a:pPr>
              <a:lnSpc>
                <a:spcPct val="100000"/>
              </a:lnSpc>
              <a:spcBef>
                <a:spcPts val="0"/>
              </a:spcBef>
              <a:spcAft>
                <a:spcPts val="0"/>
              </a:spcAft>
            </a:pPr>
            <a:r>
              <a:rPr sz="1100">
                <a:solidFill>
                  <a:srgbClr val="0000FF"/>
                </a:solidFill>
                <a:latin typeface="Consolas"/>
              </a:rPr>
              <a:t>-</a:t>
            </a:r>
            <a:r>
              <a:rPr sz="1100">
                <a:solidFill>
                  <a:srgbClr val="000000"/>
                </a:solidFill>
                <a:latin typeface="Consolas"/>
              </a:rPr>
              <a:t> </a:t>
            </a:r>
            <a:r>
              <a:rPr sz="1100">
                <a:solidFill>
                  <a:srgbClr val="000000"/>
                </a:solidFill>
                <a:latin typeface="Consolas"/>
              </a:rPr>
              <a:t>[sdkman]</a:t>
            </a:r>
            <a:r>
              <a:rPr sz="1100">
                <a:solidFill>
                  <a:srgbClr val="000000"/>
                </a:solidFill>
                <a:latin typeface="Consolas"/>
              </a:rPr>
              <a:t> </a:t>
            </a:r>
            <a:r>
              <a:rPr sz="1100">
                <a:solidFill>
                  <a:srgbClr val="000000"/>
                </a:solidFill>
                <a:latin typeface="Consolas"/>
              </a:rPr>
              <a:t>SDKMAN!</a:t>
            </a:r>
            <a:r>
              <a:rPr sz="1100">
                <a:solidFill>
                  <a:srgbClr val="000000"/>
                </a:solidFill>
                <a:latin typeface="Consolas"/>
              </a:rPr>
              <a:t> </a:t>
            </a:r>
            <a:r>
              <a:rPr sz="1100">
                <a:solidFill>
                  <a:srgbClr val="000000"/>
                </a:solidFill>
                <a:latin typeface="Consolas"/>
              </a:rPr>
              <a:t>Usage:</a:t>
            </a:r>
            <a:r>
              <a:rPr sz="1100">
                <a:solidFill>
                  <a:srgbClr val="000000"/>
                </a:solidFill>
                <a:latin typeface="Consolas"/>
              </a:rPr>
              <a:t> </a:t>
            </a:r>
            <a:r>
              <a:rPr sz="1100">
                <a:solidFill>
                  <a:srgbClr val="000000"/>
                </a:solidFill>
                <a:latin typeface="Consolas"/>
              </a:rPr>
              <a:t>the</a:t>
            </a:r>
            <a:r>
              <a:rPr sz="1100">
                <a:solidFill>
                  <a:srgbClr val="000000"/>
                </a:solidFill>
                <a:latin typeface="Consolas"/>
              </a:rPr>
              <a:t> </a:t>
            </a:r>
            <a:r>
              <a:rPr sz="1100">
                <a:solidFill>
                  <a:srgbClr val="000000"/>
                </a:solidFill>
                <a:latin typeface="Consolas"/>
              </a:rPr>
              <a:t>.sdkmanrc</a:t>
            </a:r>
            <a:r>
              <a:rPr sz="1100">
                <a:solidFill>
                  <a:srgbClr val="000000"/>
                </a:solidFill>
                <a:latin typeface="Consolas"/>
              </a:rPr>
              <a:t> </a:t>
            </a:r>
            <a:r>
              <a:rPr sz="1100">
                <a:solidFill>
                  <a:srgbClr val="000000"/>
                </a:solidFill>
                <a:latin typeface="Consolas"/>
              </a:rPr>
              <a:t>env</a:t>
            </a:r>
            <a:r>
              <a:rPr sz="1100">
                <a:solidFill>
                  <a:srgbClr val="000000"/>
                </a:solidFill>
                <a:latin typeface="Consolas"/>
              </a:rPr>
              <a:t> </a:t>
            </a:r>
            <a:r>
              <a:rPr sz="1100">
                <a:solidFill>
                  <a:srgbClr val="000000"/>
                </a:solidFill>
                <a:latin typeface="Consolas"/>
              </a:rPr>
              <a:t>file</a:t>
            </a:r>
          </a:p>
          <a:p>
            <a:pPr>
              <a:lnSpc>
                <a:spcPct val="100000"/>
              </a:lnSpc>
              <a:spcBef>
                <a:spcPts val="0"/>
              </a:spcBef>
              <a:spcAft>
                <a:spcPts val="0"/>
              </a:spcAft>
            </a:pPr>
            <a:r>
              <a:rPr sz="1100">
                <a:solidFill>
                  <a:srgbClr val="000000"/>
                </a:solidFill>
                <a:latin typeface="Consolas"/>
              </a:rPr>
              <a:t> </a:t>
            </a:r>
            <a:r>
              <a:rPr sz="1100">
                <a:solidFill>
                  <a:srgbClr val="000000"/>
                </a:solidFill>
                <a:latin typeface="Consolas"/>
              </a:rPr>
              <a:t> </a:t>
            </a:r>
            <a:r>
              <a:rPr sz="1100">
                <a:solidFill>
                  <a:srgbClr val="000000"/>
                </a:solidFill>
                <a:latin typeface="Consolas"/>
              </a:rPr>
              <a:t>sdkman.io</a:t>
            </a:r>
            <a:r>
              <a:rPr sz="1100">
                <a:solidFill>
                  <a:srgbClr val="000000"/>
                </a:solidFill>
                <a:latin typeface="Consolas"/>
              </a:rPr>
              <a:t> </a:t>
            </a:r>
            <a:r>
              <a:rPr sz="1100">
                <a:solidFill>
                  <a:srgbClr val="000000"/>
                </a:solidFill>
                <a:latin typeface="Consolas"/>
              </a:rPr>
              <a:t>|</a:t>
            </a:r>
            <a:r>
              <a:rPr sz="1100">
                <a:solidFill>
                  <a:srgbClr val="000000"/>
                </a:solidFill>
                <a:latin typeface="Consolas"/>
              </a:rPr>
              <a:t> </a:t>
            </a:r>
            <a:r>
              <a:rPr sz="1100">
                <a:solidFill>
                  <a:srgbClr val="000000"/>
                </a:solidFill>
                <a:latin typeface="Consolas"/>
              </a:rPr>
              <a:t>sdkman.io/usage/</a:t>
            </a:r>
          </a:p>
          <a:p>
            <a:pPr>
              <a:lnSpc>
                <a:spcPct val="100000"/>
              </a:lnSpc>
              <a:spcBef>
                <a:spcPts val="0"/>
              </a:spcBef>
              <a:spcAft>
                <a:spcPts val="0"/>
              </a:spcAft>
            </a:pPr>
            <a:r>
              <a:rPr sz="1100">
                <a:solidFill>
                  <a:srgbClr val="0000FF"/>
                </a:solidFill>
                <a:latin typeface="Consolas"/>
              </a:rPr>
              <a:t>-</a:t>
            </a:r>
            <a:r>
              <a:rPr sz="1100">
                <a:solidFill>
                  <a:srgbClr val="000000"/>
                </a:solidFill>
                <a:latin typeface="Consolas"/>
              </a:rPr>
              <a:t> </a:t>
            </a:r>
            <a:r>
              <a:rPr sz="1100">
                <a:solidFill>
                  <a:srgbClr val="000000"/>
                </a:solidFill>
                <a:latin typeface="Consolas"/>
              </a:rPr>
              <a:t>[spring-slices]</a:t>
            </a:r>
            <a:r>
              <a:rPr sz="1100">
                <a:solidFill>
                  <a:srgbClr val="000000"/>
                </a:solidFill>
                <a:latin typeface="Consolas"/>
              </a:rPr>
              <a:t> </a:t>
            </a:r>
            <a:r>
              <a:rPr sz="1100">
                <a:solidFill>
                  <a:srgbClr val="000000"/>
                </a:solidFill>
                <a:latin typeface="Consolas"/>
              </a:rPr>
              <a:t>Testing</a:t>
            </a:r>
            <a:r>
              <a:rPr sz="1100">
                <a:solidFill>
                  <a:srgbClr val="000000"/>
                </a:solidFill>
                <a:latin typeface="Consolas"/>
              </a:rPr>
              <a:t> </a:t>
            </a:r>
            <a:r>
              <a:rPr sz="1100">
                <a:solidFill>
                  <a:srgbClr val="000000"/>
                </a:solidFill>
                <a:latin typeface="Consolas"/>
              </a:rPr>
              <a:t>Spring</a:t>
            </a:r>
            <a:r>
              <a:rPr sz="1100">
                <a:solidFill>
                  <a:srgbClr val="000000"/>
                </a:solidFill>
                <a:latin typeface="Consolas"/>
              </a:rPr>
              <a:t> </a:t>
            </a:r>
            <a:r>
              <a:rPr sz="1100">
                <a:solidFill>
                  <a:srgbClr val="000000"/>
                </a:solidFill>
                <a:latin typeface="Consolas"/>
              </a:rPr>
              <a:t>Boot</a:t>
            </a:r>
            <a:r>
              <a:rPr sz="1100">
                <a:solidFill>
                  <a:srgbClr val="000000"/>
                </a:solidFill>
                <a:latin typeface="Consolas"/>
              </a:rPr>
              <a:t> </a:t>
            </a:r>
            <a:r>
              <a:rPr sz="1100">
                <a:solidFill>
                  <a:srgbClr val="000000"/>
                </a:solidFill>
                <a:latin typeface="Consolas"/>
              </a:rPr>
              <a:t>Applications</a:t>
            </a:r>
            <a:r>
              <a:rPr sz="1100">
                <a:solidFill>
                  <a:srgbClr val="000000"/>
                </a:solidFill>
                <a:latin typeface="Consolas"/>
              </a:rPr>
              <a:t> </a:t>
            </a:r>
            <a:r>
              <a:rPr sz="1100">
                <a:solidFill>
                  <a:srgbClr val="000000"/>
                </a:solidFill>
                <a:latin typeface="Consolas"/>
              </a:rPr>
              <a:t>(test</a:t>
            </a:r>
            <a:r>
              <a:rPr sz="1100">
                <a:solidFill>
                  <a:srgbClr val="000000"/>
                </a:solidFill>
                <a:latin typeface="Consolas"/>
              </a:rPr>
              <a:t> </a:t>
            </a:r>
            <a:r>
              <a:rPr sz="1100">
                <a:solidFill>
                  <a:srgbClr val="000000"/>
                </a:solidFill>
                <a:latin typeface="Consolas"/>
              </a:rPr>
              <a:t>slices)</a:t>
            </a:r>
          </a:p>
          <a:p>
            <a:pPr>
              <a:lnSpc>
                <a:spcPct val="100000"/>
              </a:lnSpc>
              <a:spcBef>
                <a:spcPts val="0"/>
              </a:spcBef>
              <a:spcAft>
                <a:spcPts val="0"/>
              </a:spcAft>
            </a:pPr>
            <a:r>
              <a:rPr sz="1100">
                <a:solidFill>
                  <a:srgbClr val="000000"/>
                </a:solidFill>
                <a:latin typeface="Consolas"/>
              </a:rPr>
              <a:t> </a:t>
            </a:r>
            <a:r>
              <a:rPr sz="1100">
                <a:solidFill>
                  <a:srgbClr val="000000"/>
                </a:solidFill>
                <a:latin typeface="Consolas"/>
              </a:rPr>
              <a:t> </a:t>
            </a:r>
            <a:r>
              <a:rPr sz="1100">
                <a:solidFill>
                  <a:srgbClr val="000000"/>
                </a:solidFill>
                <a:latin typeface="Consolas"/>
              </a:rPr>
              <a:t>Spring</a:t>
            </a:r>
            <a:r>
              <a:rPr sz="1100">
                <a:solidFill>
                  <a:srgbClr val="000000"/>
                </a:solidFill>
                <a:latin typeface="Consolas"/>
              </a:rPr>
              <a:t> </a:t>
            </a:r>
            <a:r>
              <a:rPr sz="1100">
                <a:solidFill>
                  <a:srgbClr val="000000"/>
                </a:solidFill>
                <a:latin typeface="Consolas"/>
              </a:rPr>
              <a:t>Boot</a:t>
            </a:r>
            <a:r>
              <a:rPr sz="1100">
                <a:solidFill>
                  <a:srgbClr val="000000"/>
                </a:solidFill>
                <a:latin typeface="Consolas"/>
              </a:rPr>
              <a:t> </a:t>
            </a:r>
            <a:r>
              <a:rPr sz="1100">
                <a:solidFill>
                  <a:srgbClr val="000000"/>
                </a:solidFill>
                <a:latin typeface="Consolas"/>
              </a:rPr>
              <a:t>Reference</a:t>
            </a:r>
            <a:r>
              <a:rPr sz="1100">
                <a:solidFill>
                  <a:srgbClr val="000000"/>
                </a:solidFill>
                <a:latin typeface="Consolas"/>
              </a:rPr>
              <a:t> </a:t>
            </a:r>
            <a:r>
              <a:rPr sz="1100">
                <a:solidFill>
                  <a:srgbClr val="000000"/>
                </a:solidFill>
                <a:latin typeface="Consolas"/>
              </a:rPr>
              <a:t>Documentation</a:t>
            </a:r>
            <a:r>
              <a:rPr sz="1100">
                <a:solidFill>
                  <a:srgbClr val="000000"/>
                </a:solidFill>
                <a:latin typeface="Consolas"/>
              </a:rPr>
              <a:t> </a:t>
            </a:r>
            <a:r>
              <a:rPr sz="1100">
                <a:solidFill>
                  <a:srgbClr val="000000"/>
                </a:solidFill>
                <a:latin typeface="Consolas"/>
              </a:rPr>
              <a:t>|</a:t>
            </a:r>
            <a:r>
              <a:rPr sz="1100">
                <a:solidFill>
                  <a:srgbClr val="000000"/>
                </a:solidFill>
                <a:latin typeface="Consolas"/>
              </a:rPr>
              <a:t> </a:t>
            </a:r>
            <a:r>
              <a:rPr sz="1100">
                <a:solidFill>
                  <a:srgbClr val="000000"/>
                </a:solidFill>
                <a:latin typeface="Consolas"/>
              </a:rPr>
              <a:t>docs.spring.io/spring-boot/reference/testing/spring-boot-applications.html</a:t>
            </a:r>
          </a:p>
          <a:p>
            <a:pPr>
              <a:lnSpc>
                <a:spcPct val="100000"/>
              </a:lnSpc>
              <a:spcBef>
                <a:spcPts val="0"/>
              </a:spcBef>
              <a:spcAft>
                <a:spcPts val="0"/>
              </a:spcAft>
            </a:pPr>
            <a:r>
              <a:rPr sz="1100">
                <a:solidFill>
                  <a:srgbClr val="0000FF"/>
                </a:solidFill>
                <a:latin typeface="Consolas"/>
              </a:rPr>
              <a:t>-</a:t>
            </a:r>
            <a:r>
              <a:rPr sz="1100">
                <a:solidFill>
                  <a:srgbClr val="000000"/>
                </a:solidFill>
                <a:latin typeface="Consolas"/>
              </a:rPr>
              <a:t> </a:t>
            </a:r>
            <a:r>
              <a:rPr sz="1100">
                <a:solidFill>
                  <a:srgbClr val="000000"/>
                </a:solidFill>
                <a:latin typeface="Consolas"/>
              </a:rPr>
              <a:t>[spring-testcontainers]</a:t>
            </a:r>
            <a:r>
              <a:rPr sz="1100">
                <a:solidFill>
                  <a:srgbClr val="000000"/>
                </a:solidFill>
                <a:latin typeface="Consolas"/>
              </a:rPr>
              <a:t> </a:t>
            </a:r>
            <a:r>
              <a:rPr sz="1100">
                <a:solidFill>
                  <a:srgbClr val="000000"/>
                </a:solidFill>
                <a:latin typeface="Consolas"/>
              </a:rPr>
              <a:t>Testing</a:t>
            </a:r>
            <a:r>
              <a:rPr sz="1100">
                <a:solidFill>
                  <a:srgbClr val="000000"/>
                </a:solidFill>
                <a:latin typeface="Consolas"/>
              </a:rPr>
              <a:t> </a:t>
            </a:r>
            <a:r>
              <a:rPr sz="1100">
                <a:solidFill>
                  <a:srgbClr val="000000"/>
                </a:solidFill>
                <a:latin typeface="Consolas"/>
              </a:rPr>
              <a:t>with</a:t>
            </a:r>
            <a:r>
              <a:rPr sz="1100">
                <a:solidFill>
                  <a:srgbClr val="000000"/>
                </a:solidFill>
                <a:latin typeface="Consolas"/>
              </a:rPr>
              <a:t> </a:t>
            </a:r>
            <a:r>
              <a:rPr sz="1100">
                <a:solidFill>
                  <a:srgbClr val="000000"/>
                </a:solidFill>
                <a:latin typeface="Consolas"/>
              </a:rPr>
              <a:t>Testcontainers</a:t>
            </a:r>
            <a:r>
              <a:rPr sz="1100">
                <a:solidFill>
                  <a:srgbClr val="000000"/>
                </a:solidFill>
                <a:latin typeface="Consolas"/>
              </a:rPr>
              <a:t> </a:t>
            </a:r>
            <a:r>
              <a:rPr sz="1100">
                <a:solidFill>
                  <a:srgbClr val="000000"/>
                </a:solidFill>
                <a:latin typeface="Consolas"/>
              </a:rPr>
              <a:t>(@ServiceConnection)</a:t>
            </a:r>
          </a:p>
          <a:p>
            <a:pPr>
              <a:lnSpc>
                <a:spcPct val="100000"/>
              </a:lnSpc>
              <a:spcBef>
                <a:spcPts val="0"/>
              </a:spcBef>
              <a:spcAft>
                <a:spcPts val="0"/>
              </a:spcAft>
            </a:pPr>
            <a:r>
              <a:rPr sz="1100">
                <a:solidFill>
                  <a:srgbClr val="000000"/>
                </a:solidFill>
                <a:latin typeface="Consolas"/>
              </a:rPr>
              <a:t> </a:t>
            </a:r>
            <a:r>
              <a:rPr sz="1100">
                <a:solidFill>
                  <a:srgbClr val="000000"/>
                </a:solidFill>
                <a:latin typeface="Consolas"/>
              </a:rPr>
              <a:t> </a:t>
            </a:r>
            <a:r>
              <a:rPr sz="1100">
                <a:solidFill>
                  <a:srgbClr val="000000"/>
                </a:solidFill>
                <a:latin typeface="Consolas"/>
              </a:rPr>
              <a:t>Spring</a:t>
            </a:r>
            <a:r>
              <a:rPr sz="1100">
                <a:solidFill>
                  <a:srgbClr val="000000"/>
                </a:solidFill>
                <a:latin typeface="Consolas"/>
              </a:rPr>
              <a:t> </a:t>
            </a:r>
            <a:r>
              <a:rPr sz="1100">
                <a:solidFill>
                  <a:srgbClr val="000000"/>
                </a:solidFill>
                <a:latin typeface="Consolas"/>
              </a:rPr>
              <a:t>Boot</a:t>
            </a:r>
            <a:r>
              <a:rPr sz="1100">
                <a:solidFill>
                  <a:srgbClr val="000000"/>
                </a:solidFill>
                <a:latin typeface="Consolas"/>
              </a:rPr>
              <a:t> </a:t>
            </a:r>
            <a:r>
              <a:rPr sz="1100">
                <a:solidFill>
                  <a:srgbClr val="000000"/>
                </a:solidFill>
                <a:latin typeface="Consolas"/>
              </a:rPr>
              <a:t>Reference</a:t>
            </a:r>
            <a:r>
              <a:rPr sz="1100">
                <a:solidFill>
                  <a:srgbClr val="000000"/>
                </a:solidFill>
                <a:latin typeface="Consolas"/>
              </a:rPr>
              <a:t> </a:t>
            </a:r>
            <a:r>
              <a:rPr sz="1100">
                <a:solidFill>
                  <a:srgbClr val="000000"/>
                </a:solidFill>
                <a:latin typeface="Consolas"/>
              </a:rPr>
              <a:t>Documentation</a:t>
            </a:r>
            <a:r>
              <a:rPr sz="1100">
                <a:solidFill>
                  <a:srgbClr val="000000"/>
                </a:solidFill>
                <a:latin typeface="Consolas"/>
              </a:rPr>
              <a:t> </a:t>
            </a:r>
            <a:r>
              <a:rPr sz="1100">
                <a:solidFill>
                  <a:srgbClr val="000000"/>
                </a:solidFill>
                <a:latin typeface="Consolas"/>
              </a:rPr>
              <a:t>|</a:t>
            </a:r>
            <a:r>
              <a:rPr sz="1100">
                <a:solidFill>
                  <a:srgbClr val="000000"/>
                </a:solidFill>
                <a:latin typeface="Consolas"/>
              </a:rPr>
              <a:t> </a:t>
            </a:r>
            <a:r>
              <a:rPr sz="1100">
                <a:solidFill>
                  <a:srgbClr val="000000"/>
                </a:solidFill>
                <a:latin typeface="Consolas"/>
              </a:rPr>
              <a:t>docs.spring.io/spring-boot/reference/testing/testcontainers.html</a:t>
            </a:r>
          </a:p>
          <a:p>
            <a:pPr>
              <a:lnSpc>
                <a:spcPct val="100000"/>
              </a:lnSpc>
              <a:spcBef>
                <a:spcPts val="0"/>
              </a:spcBef>
              <a:spcAft>
                <a:spcPts val="0"/>
              </a:spcAft>
            </a:pPr>
            <a:r>
              <a:rPr sz="1100">
                <a:solidFill>
                  <a:srgbClr val="0000FF"/>
                </a:solidFill>
                <a:latin typeface="Consolas"/>
              </a:rPr>
              <a:t>-</a:t>
            </a:r>
            <a:r>
              <a:rPr sz="1100">
                <a:solidFill>
                  <a:srgbClr val="000000"/>
                </a:solidFill>
                <a:latin typeface="Consolas"/>
              </a:rPr>
              <a:t> </a:t>
            </a:r>
            <a:r>
              <a:rPr sz="1100">
                <a:solidFill>
                  <a:srgbClr val="000000"/>
                </a:solidFill>
                <a:latin typeface="Consolas"/>
              </a:rPr>
              <a:t>[swe-bench-paper]</a:t>
            </a:r>
            <a:r>
              <a:rPr sz="1100">
                <a:solidFill>
                  <a:srgbClr val="000000"/>
                </a:solidFill>
                <a:latin typeface="Consolas"/>
              </a:rPr>
              <a:t> </a:t>
            </a:r>
            <a:r>
              <a:rPr sz="1100">
                <a:solidFill>
                  <a:srgbClr val="000000"/>
                </a:solidFill>
                <a:latin typeface="Consolas"/>
              </a:rPr>
              <a:t>SWE-bench:</a:t>
            </a:r>
            <a:r>
              <a:rPr sz="1100">
                <a:solidFill>
                  <a:srgbClr val="000000"/>
                </a:solidFill>
                <a:latin typeface="Consolas"/>
              </a:rPr>
              <a:t> </a:t>
            </a:r>
            <a:r>
              <a:rPr sz="1100">
                <a:solidFill>
                  <a:srgbClr val="000000"/>
                </a:solidFill>
                <a:latin typeface="Consolas"/>
              </a:rPr>
              <a:t>Can</a:t>
            </a:r>
            <a:r>
              <a:rPr sz="1100">
                <a:solidFill>
                  <a:srgbClr val="000000"/>
                </a:solidFill>
                <a:latin typeface="Consolas"/>
              </a:rPr>
              <a:t> </a:t>
            </a:r>
            <a:r>
              <a:rPr sz="1100">
                <a:solidFill>
                  <a:srgbClr val="000000"/>
                </a:solidFill>
                <a:latin typeface="Consolas"/>
              </a:rPr>
              <a:t>Language</a:t>
            </a:r>
            <a:r>
              <a:rPr sz="1100">
                <a:solidFill>
                  <a:srgbClr val="000000"/>
                </a:solidFill>
                <a:latin typeface="Consolas"/>
              </a:rPr>
              <a:t> </a:t>
            </a:r>
            <a:r>
              <a:rPr sz="1100">
                <a:solidFill>
                  <a:srgbClr val="000000"/>
                </a:solidFill>
                <a:latin typeface="Consolas"/>
              </a:rPr>
              <a:t>Models</a:t>
            </a:r>
            <a:r>
              <a:rPr sz="1100">
                <a:solidFill>
                  <a:srgbClr val="000000"/>
                </a:solidFill>
                <a:latin typeface="Consolas"/>
              </a:rPr>
              <a:t> </a:t>
            </a:r>
            <a:r>
              <a:rPr sz="1100">
                <a:solidFill>
                  <a:srgbClr val="000000"/>
                </a:solidFill>
                <a:latin typeface="Consolas"/>
              </a:rPr>
              <a:t>Resolve</a:t>
            </a:r>
            <a:r>
              <a:rPr sz="1100">
                <a:solidFill>
                  <a:srgbClr val="000000"/>
                </a:solidFill>
                <a:latin typeface="Consolas"/>
              </a:rPr>
              <a:t> </a:t>
            </a:r>
            <a:r>
              <a:rPr sz="1100">
                <a:solidFill>
                  <a:srgbClr val="000000"/>
                </a:solidFill>
                <a:latin typeface="Consolas"/>
              </a:rPr>
              <a:t>Real-World</a:t>
            </a:r>
            <a:r>
              <a:rPr sz="1100">
                <a:solidFill>
                  <a:srgbClr val="000000"/>
                </a:solidFill>
                <a:latin typeface="Consolas"/>
              </a:rPr>
              <a:t> </a:t>
            </a:r>
            <a:r>
              <a:rPr sz="1100">
                <a:solidFill>
                  <a:srgbClr val="000000"/>
                </a:solidFill>
                <a:latin typeface="Consolas"/>
              </a:rPr>
              <a:t>GitHub</a:t>
            </a:r>
            <a:r>
              <a:rPr sz="1100">
                <a:solidFill>
                  <a:srgbClr val="000000"/>
                </a:solidFill>
                <a:latin typeface="Consolas"/>
              </a:rPr>
              <a:t> </a:t>
            </a:r>
            <a:r>
              <a:rPr sz="1100">
                <a:solidFill>
                  <a:srgbClr val="000000"/>
                </a:solidFill>
                <a:latin typeface="Consolas"/>
              </a:rPr>
              <a:t>Issues?</a:t>
            </a:r>
          </a:p>
          <a:p>
            <a:pPr>
              <a:lnSpc>
                <a:spcPct val="100000"/>
              </a:lnSpc>
              <a:spcBef>
                <a:spcPts val="0"/>
              </a:spcBef>
              <a:spcAft>
                <a:spcPts val="0"/>
              </a:spcAft>
            </a:pPr>
            <a:r>
              <a:rPr sz="1100">
                <a:solidFill>
                  <a:srgbClr val="000000"/>
                </a:solidFill>
                <a:latin typeface="Consolas"/>
              </a:rPr>
              <a:t> </a:t>
            </a:r>
            <a:r>
              <a:rPr sz="1100">
                <a:solidFill>
                  <a:srgbClr val="000000"/>
                </a:solidFill>
                <a:latin typeface="Consolas"/>
              </a:rPr>
              <a:t> </a:t>
            </a:r>
            <a:r>
              <a:rPr sz="1100">
                <a:solidFill>
                  <a:srgbClr val="000000"/>
                </a:solidFill>
                <a:latin typeface="Consolas"/>
              </a:rPr>
              <a:t>ICLR</a:t>
            </a:r>
            <a:r>
              <a:rPr sz="1100">
                <a:solidFill>
                  <a:srgbClr val="000000"/>
                </a:solidFill>
                <a:latin typeface="Consolas"/>
              </a:rPr>
              <a:t> </a:t>
            </a:r>
            <a:r>
              <a:rPr sz="1100">
                <a:solidFill>
                  <a:srgbClr val="000000"/>
                </a:solidFill>
                <a:latin typeface="Consolas"/>
              </a:rPr>
              <a:t>2024</a:t>
            </a:r>
            <a:r>
              <a:rPr sz="1100">
                <a:solidFill>
                  <a:srgbClr val="000000"/>
                </a:solidFill>
                <a:latin typeface="Consolas"/>
              </a:rPr>
              <a:t> </a:t>
            </a:r>
            <a:r>
              <a:rPr sz="1100">
                <a:solidFill>
                  <a:srgbClr val="000000"/>
                </a:solidFill>
                <a:latin typeface="Consolas"/>
              </a:rPr>
              <a:t>via</a:t>
            </a:r>
            <a:r>
              <a:rPr sz="1100">
                <a:solidFill>
                  <a:srgbClr val="000000"/>
                </a:solidFill>
                <a:latin typeface="Consolas"/>
              </a:rPr>
              <a:t> </a:t>
            </a:r>
            <a:r>
              <a:rPr sz="1100">
                <a:solidFill>
                  <a:srgbClr val="000000"/>
                </a:solidFill>
                <a:latin typeface="Consolas"/>
              </a:rPr>
              <a:t>arXiv</a:t>
            </a:r>
            <a:r>
              <a:rPr sz="1100">
                <a:solidFill>
                  <a:srgbClr val="000000"/>
                </a:solidFill>
                <a:latin typeface="Consolas"/>
              </a:rPr>
              <a:t> </a:t>
            </a:r>
            <a:r>
              <a:rPr sz="1100">
                <a:solidFill>
                  <a:srgbClr val="000000"/>
                </a:solidFill>
                <a:latin typeface="Consolas"/>
              </a:rPr>
              <a:t>|</a:t>
            </a:r>
            <a:r>
              <a:rPr sz="1100">
                <a:solidFill>
                  <a:srgbClr val="000000"/>
                </a:solidFill>
                <a:latin typeface="Consolas"/>
              </a:rPr>
              <a:t> </a:t>
            </a:r>
            <a:r>
              <a:rPr sz="1100">
                <a:solidFill>
                  <a:srgbClr val="000000"/>
                </a:solidFill>
                <a:latin typeface="Consolas"/>
              </a:rPr>
              <a:t>arxiv.org/abs/2310.06770</a:t>
            </a:r>
          </a:p>
          <a:p>
            <a:pPr>
              <a:lnSpc>
                <a:spcPct val="100000"/>
              </a:lnSpc>
              <a:spcBef>
                <a:spcPts val="0"/>
              </a:spcBef>
              <a:spcAft>
                <a:spcPts val="0"/>
              </a:spcAft>
            </a:pPr>
            <a:r>
              <a:rPr sz="1100">
                <a:solidFill>
                  <a:srgbClr val="0000FF"/>
                </a:solidFill>
                <a:latin typeface="Consolas"/>
              </a:rPr>
              <a:t>-</a:t>
            </a:r>
            <a:r>
              <a:rPr sz="1100">
                <a:solidFill>
                  <a:srgbClr val="000000"/>
                </a:solidFill>
                <a:latin typeface="Consolas"/>
              </a:rPr>
              <a:t> </a:t>
            </a:r>
            <a:r>
              <a:rPr sz="1100">
                <a:solidFill>
                  <a:srgbClr val="000000"/>
                </a:solidFill>
                <a:latin typeface="Consolas"/>
              </a:rPr>
              <a:t>[swe-bench-plus]</a:t>
            </a:r>
            <a:r>
              <a:rPr sz="1100">
                <a:solidFill>
                  <a:srgbClr val="000000"/>
                </a:solidFill>
                <a:latin typeface="Consolas"/>
              </a:rPr>
              <a:t> </a:t>
            </a:r>
            <a:r>
              <a:rPr sz="1100">
                <a:solidFill>
                  <a:srgbClr val="000000"/>
                </a:solidFill>
                <a:latin typeface="Consolas"/>
              </a:rPr>
              <a:t>SWE-Bench+:</a:t>
            </a:r>
            <a:r>
              <a:rPr sz="1100">
                <a:solidFill>
                  <a:srgbClr val="000000"/>
                </a:solidFill>
                <a:latin typeface="Consolas"/>
              </a:rPr>
              <a:t> </a:t>
            </a:r>
            <a:r>
              <a:rPr sz="1100">
                <a:solidFill>
                  <a:srgbClr val="000000"/>
                </a:solidFill>
                <a:latin typeface="Consolas"/>
              </a:rPr>
              <a:t>Enhanced</a:t>
            </a:r>
            <a:r>
              <a:rPr sz="1100">
                <a:solidFill>
                  <a:srgbClr val="000000"/>
                </a:solidFill>
                <a:latin typeface="Consolas"/>
              </a:rPr>
              <a:t> </a:t>
            </a:r>
            <a:r>
              <a:rPr sz="1100">
                <a:solidFill>
                  <a:srgbClr val="000000"/>
                </a:solidFill>
                <a:latin typeface="Consolas"/>
              </a:rPr>
              <a:t>Coding</a:t>
            </a:r>
            <a:r>
              <a:rPr sz="1100">
                <a:solidFill>
                  <a:srgbClr val="000000"/>
                </a:solidFill>
                <a:latin typeface="Consolas"/>
              </a:rPr>
              <a:t> </a:t>
            </a:r>
            <a:r>
              <a:rPr sz="1100">
                <a:solidFill>
                  <a:srgbClr val="000000"/>
                </a:solidFill>
                <a:latin typeface="Consolas"/>
              </a:rPr>
              <a:t>Benchmark</a:t>
            </a:r>
            <a:r>
              <a:rPr sz="1100">
                <a:solidFill>
                  <a:srgbClr val="000000"/>
                </a:solidFill>
                <a:latin typeface="Consolas"/>
              </a:rPr>
              <a:t> </a:t>
            </a:r>
            <a:r>
              <a:rPr sz="1100">
                <a:solidFill>
                  <a:srgbClr val="000000"/>
                </a:solidFill>
                <a:latin typeface="Consolas"/>
              </a:rPr>
              <a:t>for</a:t>
            </a:r>
            <a:r>
              <a:rPr sz="1100">
                <a:solidFill>
                  <a:srgbClr val="000000"/>
                </a:solidFill>
                <a:latin typeface="Consolas"/>
              </a:rPr>
              <a:t> </a:t>
            </a:r>
            <a:r>
              <a:rPr sz="1100">
                <a:solidFill>
                  <a:srgbClr val="000000"/>
                </a:solidFill>
                <a:latin typeface="Consolas"/>
              </a:rPr>
              <a:t>LLMs</a:t>
            </a:r>
          </a:p>
          <a:p>
            <a:pPr>
              <a:lnSpc>
                <a:spcPct val="100000"/>
              </a:lnSpc>
              <a:spcBef>
                <a:spcPts val="0"/>
              </a:spcBef>
              <a:spcAft>
                <a:spcPts val="0"/>
              </a:spcAft>
            </a:pPr>
            <a:r>
              <a:rPr sz="1100">
                <a:solidFill>
                  <a:srgbClr val="000000"/>
                </a:solidFill>
                <a:latin typeface="Consolas"/>
              </a:rPr>
              <a:t> </a:t>
            </a:r>
            <a:r>
              <a:rPr sz="1100">
                <a:solidFill>
                  <a:srgbClr val="000000"/>
                </a:solidFill>
                <a:latin typeface="Consolas"/>
              </a:rPr>
              <a:t> </a:t>
            </a:r>
            <a:r>
              <a:rPr sz="1100">
                <a:solidFill>
                  <a:srgbClr val="000000"/>
                </a:solidFill>
                <a:latin typeface="Consolas"/>
              </a:rPr>
              <a:t>arXiv</a:t>
            </a:r>
            <a:r>
              <a:rPr sz="1100">
                <a:solidFill>
                  <a:srgbClr val="000000"/>
                </a:solidFill>
                <a:latin typeface="Consolas"/>
              </a:rPr>
              <a:t> </a:t>
            </a:r>
            <a:r>
              <a:rPr sz="1100">
                <a:solidFill>
                  <a:srgbClr val="000000"/>
                </a:solidFill>
                <a:latin typeface="Consolas"/>
              </a:rPr>
              <a:t>|</a:t>
            </a:r>
            <a:r>
              <a:rPr sz="1100">
                <a:solidFill>
                  <a:srgbClr val="000000"/>
                </a:solidFill>
                <a:latin typeface="Consolas"/>
              </a:rPr>
              <a:t> </a:t>
            </a:r>
            <a:r>
              <a:rPr sz="1100">
                <a:solidFill>
                  <a:srgbClr val="000000"/>
                </a:solidFill>
                <a:latin typeface="Consolas"/>
              </a:rPr>
              <a:t>arxiv.org/html/2410.06992v2</a:t>
            </a:r>
          </a:p>
          <a:p>
            <a:pPr>
              <a:lnSpc>
                <a:spcPct val="100000"/>
              </a:lnSpc>
              <a:spcBef>
                <a:spcPts val="0"/>
              </a:spcBef>
              <a:spcAft>
                <a:spcPts val="0"/>
              </a:spcAft>
            </a:pPr>
            <a:r>
              <a:rPr sz="1100">
                <a:solidFill>
                  <a:srgbClr val="0000FF"/>
                </a:solidFill>
                <a:latin typeface="Consolas"/>
              </a:rPr>
              <a:t>-</a:t>
            </a:r>
            <a:r>
              <a:rPr sz="1100">
                <a:solidFill>
                  <a:srgbClr val="000000"/>
                </a:solidFill>
                <a:latin typeface="Consolas"/>
              </a:rPr>
              <a:t> </a:t>
            </a:r>
            <a:r>
              <a:rPr sz="1100">
                <a:solidFill>
                  <a:srgbClr val="000000"/>
                </a:solidFill>
                <a:latin typeface="Consolas"/>
              </a:rPr>
              <a:t>[swe-bench-verified]</a:t>
            </a:r>
            <a:r>
              <a:rPr sz="1100">
                <a:solidFill>
                  <a:srgbClr val="000000"/>
                </a:solidFill>
                <a:latin typeface="Consolas"/>
              </a:rPr>
              <a:t> </a:t>
            </a:r>
            <a:r>
              <a:rPr sz="1100">
                <a:solidFill>
                  <a:srgbClr val="000000"/>
                </a:solidFill>
                <a:latin typeface="Consolas"/>
              </a:rPr>
              <a:t>SWE-bench</a:t>
            </a:r>
            <a:r>
              <a:rPr sz="1100">
                <a:solidFill>
                  <a:srgbClr val="000000"/>
                </a:solidFill>
                <a:latin typeface="Consolas"/>
              </a:rPr>
              <a:t> </a:t>
            </a:r>
            <a:r>
              <a:rPr sz="1100">
                <a:solidFill>
                  <a:srgbClr val="000000"/>
                </a:solidFill>
                <a:latin typeface="Consolas"/>
              </a:rPr>
              <a:t>Verified</a:t>
            </a:r>
            <a:r>
              <a:rPr sz="1100">
                <a:solidFill>
                  <a:srgbClr val="000000"/>
                </a:solidFill>
                <a:latin typeface="Consolas"/>
              </a:rPr>
              <a:t> </a:t>
            </a:r>
            <a:r>
              <a:rPr sz="1100">
                <a:solidFill>
                  <a:srgbClr val="000000"/>
                </a:solidFill>
                <a:latin typeface="Consolas"/>
              </a:rPr>
              <a:t>overview</a:t>
            </a:r>
          </a:p>
          <a:p>
            <a:pPr>
              <a:lnSpc>
                <a:spcPct val="100000"/>
              </a:lnSpc>
              <a:spcBef>
                <a:spcPts val="0"/>
              </a:spcBef>
              <a:spcAft>
                <a:spcPts val="0"/>
              </a:spcAft>
            </a:pPr>
            <a:r>
              <a:rPr sz="1100">
                <a:solidFill>
                  <a:srgbClr val="000000"/>
                </a:solidFill>
                <a:latin typeface="Consolas"/>
              </a:rPr>
              <a:t> </a:t>
            </a:r>
            <a:r>
              <a:rPr sz="1100">
                <a:solidFill>
                  <a:srgbClr val="000000"/>
                </a:solidFill>
                <a:latin typeface="Consolas"/>
              </a:rPr>
              <a:t> </a:t>
            </a:r>
            <a:r>
              <a:rPr sz="1100">
                <a:solidFill>
                  <a:srgbClr val="000000"/>
                </a:solidFill>
                <a:latin typeface="Consolas"/>
              </a:rPr>
              <a:t>SWE-bench</a:t>
            </a:r>
            <a:r>
              <a:rPr sz="1100">
                <a:solidFill>
                  <a:srgbClr val="000000"/>
                </a:solidFill>
                <a:latin typeface="Consolas"/>
              </a:rPr>
              <a:t> </a:t>
            </a:r>
            <a:r>
              <a:rPr sz="1100">
                <a:solidFill>
                  <a:srgbClr val="000000"/>
                </a:solidFill>
                <a:latin typeface="Consolas"/>
              </a:rPr>
              <a:t>|</a:t>
            </a:r>
            <a:r>
              <a:rPr sz="1100">
                <a:solidFill>
                  <a:srgbClr val="000000"/>
                </a:solidFill>
                <a:latin typeface="Consolas"/>
              </a:rPr>
              <a:t> </a:t>
            </a:r>
            <a:r>
              <a:rPr sz="1100">
                <a:solidFill>
                  <a:srgbClr val="000000"/>
                </a:solidFill>
                <a:latin typeface="Consolas"/>
              </a:rPr>
              <a:t>www.swebench.com/verified.html</a:t>
            </a:r>
          </a:p>
          <a:p>
            <a:pPr>
              <a:lnSpc>
                <a:spcPct val="100000"/>
              </a:lnSpc>
              <a:spcBef>
                <a:spcPts val="0"/>
              </a:spcBef>
              <a:spcAft>
                <a:spcPts val="0"/>
              </a:spcAft>
            </a:pPr>
            <a:r>
              <a:rPr sz="1100">
                <a:solidFill>
                  <a:srgbClr val="0000FF"/>
                </a:solidFill>
                <a:latin typeface="Consolas"/>
              </a:rPr>
              <a:t>-</a:t>
            </a:r>
            <a:r>
              <a:rPr sz="1100">
                <a:solidFill>
                  <a:srgbClr val="000000"/>
                </a:solidFill>
                <a:latin typeface="Consolas"/>
              </a:rPr>
              <a:t> </a:t>
            </a:r>
            <a:r>
              <a:rPr sz="1100">
                <a:solidFill>
                  <a:srgbClr val="000000"/>
                </a:solidFill>
                <a:latin typeface="Consolas"/>
              </a:rPr>
              <a:t>[testcontainers-junit5]</a:t>
            </a:r>
            <a:r>
              <a:rPr sz="1100">
                <a:solidFill>
                  <a:srgbClr val="000000"/>
                </a:solidFill>
                <a:latin typeface="Consolas"/>
              </a:rPr>
              <a:t> </a:t>
            </a:r>
            <a:r>
              <a:rPr sz="1100">
                <a:solidFill>
                  <a:srgbClr val="000000"/>
                </a:solidFill>
                <a:latin typeface="Consolas"/>
              </a:rPr>
              <a:t>Testcontainers</a:t>
            </a:r>
            <a:r>
              <a:rPr sz="1100">
                <a:solidFill>
                  <a:srgbClr val="000000"/>
                </a:solidFill>
                <a:latin typeface="Consolas"/>
              </a:rPr>
              <a:t> </a:t>
            </a:r>
            <a:r>
              <a:rPr sz="1100">
                <a:solidFill>
                  <a:srgbClr val="000000"/>
                </a:solidFill>
                <a:latin typeface="Consolas"/>
              </a:rPr>
              <a:t>JUnit</a:t>
            </a:r>
            <a:r>
              <a:rPr sz="1100">
                <a:solidFill>
                  <a:srgbClr val="000000"/>
                </a:solidFill>
                <a:latin typeface="Consolas"/>
              </a:rPr>
              <a:t> </a:t>
            </a:r>
            <a:r>
              <a:rPr sz="1100">
                <a:solidFill>
                  <a:srgbClr val="000000"/>
                </a:solidFill>
                <a:latin typeface="Consolas"/>
              </a:rPr>
              <a:t>5</a:t>
            </a:r>
            <a:r>
              <a:rPr sz="1100">
                <a:solidFill>
                  <a:srgbClr val="000000"/>
                </a:solidFill>
                <a:latin typeface="Consolas"/>
              </a:rPr>
              <a:t> </a:t>
            </a:r>
            <a:r>
              <a:rPr sz="1100">
                <a:solidFill>
                  <a:srgbClr val="000000"/>
                </a:solidFill>
                <a:latin typeface="Consolas"/>
              </a:rPr>
              <a:t>integration</a:t>
            </a:r>
          </a:p>
          <a:p>
            <a:pPr>
              <a:lnSpc>
                <a:spcPct val="100000"/>
              </a:lnSpc>
              <a:spcBef>
                <a:spcPts val="0"/>
              </a:spcBef>
              <a:spcAft>
                <a:spcPts val="0"/>
              </a:spcAft>
            </a:pPr>
            <a:r>
              <a:rPr sz="1100">
                <a:solidFill>
                  <a:srgbClr val="000000"/>
                </a:solidFill>
                <a:latin typeface="Consolas"/>
              </a:rPr>
              <a:t> </a:t>
            </a:r>
            <a:r>
              <a:rPr sz="1100">
                <a:solidFill>
                  <a:srgbClr val="000000"/>
                </a:solidFill>
                <a:latin typeface="Consolas"/>
              </a:rPr>
              <a:t> </a:t>
            </a:r>
            <a:r>
              <a:rPr sz="1100">
                <a:solidFill>
                  <a:srgbClr val="000000"/>
                </a:solidFill>
                <a:latin typeface="Consolas"/>
              </a:rPr>
              <a:t>Testcontainers</a:t>
            </a:r>
            <a:r>
              <a:rPr sz="1100">
                <a:solidFill>
                  <a:srgbClr val="000000"/>
                </a:solidFill>
                <a:latin typeface="Consolas"/>
              </a:rPr>
              <a:t> </a:t>
            </a:r>
            <a:r>
              <a:rPr sz="1100">
                <a:solidFill>
                  <a:srgbClr val="000000"/>
                </a:solidFill>
                <a:latin typeface="Consolas"/>
              </a:rPr>
              <a:t>for</a:t>
            </a:r>
            <a:r>
              <a:rPr sz="1100">
                <a:solidFill>
                  <a:srgbClr val="000000"/>
                </a:solidFill>
                <a:latin typeface="Consolas"/>
              </a:rPr>
              <a:t> </a:t>
            </a:r>
            <a:r>
              <a:rPr sz="1100">
                <a:solidFill>
                  <a:srgbClr val="000000"/>
                </a:solidFill>
                <a:latin typeface="Consolas"/>
              </a:rPr>
              <a:t>Java</a:t>
            </a:r>
            <a:r>
              <a:rPr sz="1100">
                <a:solidFill>
                  <a:srgbClr val="000000"/>
                </a:solidFill>
                <a:latin typeface="Consolas"/>
              </a:rPr>
              <a:t> </a:t>
            </a:r>
            <a:r>
              <a:rPr sz="1100">
                <a:solidFill>
                  <a:srgbClr val="000000"/>
                </a:solidFill>
                <a:latin typeface="Consolas"/>
              </a:rPr>
              <a:t>|</a:t>
            </a:r>
            <a:r>
              <a:rPr sz="1100">
                <a:solidFill>
                  <a:srgbClr val="000000"/>
                </a:solidFill>
                <a:latin typeface="Consolas"/>
              </a:rPr>
              <a:t> </a:t>
            </a:r>
            <a:r>
              <a:rPr sz="1100">
                <a:solidFill>
                  <a:srgbClr val="000000"/>
                </a:solidFill>
                <a:latin typeface="Consolas"/>
              </a:rPr>
              <a:t>java.testcontainers.org/test_framework_integration/junit_5/</a:t>
            </a:r>
          </a:p>
          <a:p>
            <a:pPr>
              <a:lnSpc>
                <a:spcPct val="100000"/>
              </a:lnSpc>
              <a:spcBef>
                <a:spcPts val="0"/>
              </a:spcBef>
              <a:spcAft>
                <a:spcPts val="0"/>
              </a:spcAft>
            </a:pPr>
            <a:r>
              <a:rPr sz="1100">
                <a:solidFill>
                  <a:srgbClr val="0000FF"/>
                </a:solidFill>
                <a:latin typeface="Consolas"/>
              </a:rPr>
              <a:t>-</a:t>
            </a:r>
            <a:r>
              <a:rPr sz="1100">
                <a:solidFill>
                  <a:srgbClr val="000000"/>
                </a:solidFill>
                <a:latin typeface="Consolas"/>
              </a:rPr>
              <a:t> </a:t>
            </a:r>
            <a:r>
              <a:rPr sz="1100">
                <a:solidFill>
                  <a:srgbClr val="000000"/>
                </a:solidFill>
                <a:latin typeface="Consolas"/>
              </a:rPr>
              <a:t>[tf-init-lockfile]</a:t>
            </a:r>
            <a:r>
              <a:rPr sz="1100">
                <a:solidFill>
                  <a:srgbClr val="000000"/>
                </a:solidFill>
                <a:latin typeface="Consolas"/>
              </a:rPr>
              <a:t> </a:t>
            </a:r>
            <a:r>
              <a:rPr sz="1100">
                <a:solidFill>
                  <a:srgbClr val="000000"/>
                </a:solidFill>
                <a:latin typeface="Consolas"/>
              </a:rPr>
              <a:t>terraform</a:t>
            </a:r>
            <a:r>
              <a:rPr sz="1100">
                <a:solidFill>
                  <a:srgbClr val="000000"/>
                </a:solidFill>
                <a:latin typeface="Consolas"/>
              </a:rPr>
              <a:t> </a:t>
            </a:r>
            <a:r>
              <a:rPr sz="1100">
                <a:solidFill>
                  <a:srgbClr val="000000"/>
                </a:solidFill>
                <a:latin typeface="Consolas"/>
              </a:rPr>
              <a:t>init:</a:t>
            </a:r>
            <a:r>
              <a:rPr sz="1100">
                <a:solidFill>
                  <a:srgbClr val="000000"/>
                </a:solidFill>
                <a:latin typeface="Consolas"/>
              </a:rPr>
              <a:t> </a:t>
            </a:r>
            <a:r>
              <a:rPr sz="1100">
                <a:solidFill>
                  <a:srgbClr val="000000"/>
                </a:solidFill>
                <a:latin typeface="Consolas"/>
              </a:rPr>
              <a:t>-lockfile=MODE</a:t>
            </a:r>
          </a:p>
          <a:p>
            <a:pPr>
              <a:lnSpc>
                <a:spcPct val="100000"/>
              </a:lnSpc>
              <a:spcBef>
                <a:spcPts val="0"/>
              </a:spcBef>
              <a:spcAft>
                <a:spcPts val="0"/>
              </a:spcAft>
            </a:pPr>
            <a:r>
              <a:rPr sz="1100">
                <a:solidFill>
                  <a:srgbClr val="000000"/>
                </a:solidFill>
                <a:latin typeface="Consolas"/>
              </a:rPr>
              <a:t> </a:t>
            </a:r>
            <a:r>
              <a:rPr sz="1100">
                <a:solidFill>
                  <a:srgbClr val="000000"/>
                </a:solidFill>
                <a:latin typeface="Consolas"/>
              </a:rPr>
              <a:t> </a:t>
            </a:r>
            <a:r>
              <a:rPr sz="1100">
                <a:solidFill>
                  <a:srgbClr val="000000"/>
                </a:solidFill>
                <a:latin typeface="Consolas"/>
              </a:rPr>
              <a:t>HashiCorp</a:t>
            </a:r>
            <a:r>
              <a:rPr sz="1100">
                <a:solidFill>
                  <a:srgbClr val="000000"/>
                </a:solidFill>
                <a:latin typeface="Consolas"/>
              </a:rPr>
              <a:t> </a:t>
            </a:r>
            <a:r>
              <a:rPr sz="1100">
                <a:solidFill>
                  <a:srgbClr val="000000"/>
                </a:solidFill>
                <a:latin typeface="Consolas"/>
              </a:rPr>
              <a:t>Developer</a:t>
            </a:r>
            <a:r>
              <a:rPr sz="1100">
                <a:solidFill>
                  <a:srgbClr val="000000"/>
                </a:solidFill>
                <a:latin typeface="Consolas"/>
              </a:rPr>
              <a:t> </a:t>
            </a:r>
            <a:r>
              <a:rPr sz="1100">
                <a:solidFill>
                  <a:srgbClr val="000000"/>
                </a:solidFill>
                <a:latin typeface="Consolas"/>
              </a:rPr>
              <a:t>|</a:t>
            </a:r>
            <a:r>
              <a:rPr sz="1100">
                <a:solidFill>
                  <a:srgbClr val="000000"/>
                </a:solidFill>
                <a:latin typeface="Consolas"/>
              </a:rPr>
              <a:t> </a:t>
            </a:r>
            <a:r>
              <a:rPr sz="1100">
                <a:solidFill>
                  <a:srgbClr val="000000"/>
                </a:solidFill>
                <a:latin typeface="Consolas"/>
              </a:rPr>
              <a:t>developer.hashicorp.com/terraform/cli/commands/init</a:t>
            </a:r>
          </a:p>
          <a:p>
            <a:pPr>
              <a:lnSpc>
                <a:spcPct val="100000"/>
              </a:lnSpc>
              <a:spcBef>
                <a:spcPts val="0"/>
              </a:spcBef>
              <a:spcAft>
                <a:spcPts val="0"/>
              </a:spcAft>
            </a:pPr>
            <a:r>
              <a:rPr sz="1100">
                <a:solidFill>
                  <a:srgbClr val="0000FF"/>
                </a:solidFill>
                <a:latin typeface="Consolas"/>
              </a:rPr>
              <a:t>-</a:t>
            </a:r>
            <a:r>
              <a:rPr sz="1100">
                <a:solidFill>
                  <a:srgbClr val="000000"/>
                </a:solidFill>
                <a:latin typeface="Consolas"/>
              </a:rPr>
              <a:t> </a:t>
            </a:r>
            <a:r>
              <a:rPr sz="1100">
                <a:solidFill>
                  <a:srgbClr val="000000"/>
                </a:solidFill>
                <a:latin typeface="Consolas"/>
              </a:rPr>
              <a:t>[tf-tests]</a:t>
            </a:r>
            <a:r>
              <a:rPr sz="1100">
                <a:solidFill>
                  <a:srgbClr val="000000"/>
                </a:solidFill>
                <a:latin typeface="Consolas"/>
              </a:rPr>
              <a:t> </a:t>
            </a:r>
            <a:r>
              <a:rPr sz="1100">
                <a:solidFill>
                  <a:srgbClr val="000000"/>
                </a:solidFill>
                <a:latin typeface="Consolas"/>
              </a:rPr>
              <a:t>Terraform</a:t>
            </a:r>
            <a:r>
              <a:rPr sz="1100">
                <a:solidFill>
                  <a:srgbClr val="000000"/>
                </a:solidFill>
                <a:latin typeface="Consolas"/>
              </a:rPr>
              <a:t> </a:t>
            </a:r>
            <a:r>
              <a:rPr sz="1100">
                <a:solidFill>
                  <a:srgbClr val="000000"/>
                </a:solidFill>
                <a:latin typeface="Consolas"/>
              </a:rPr>
              <a:t>tests</a:t>
            </a:r>
            <a:r>
              <a:rPr sz="1100">
                <a:solidFill>
                  <a:srgbClr val="000000"/>
                </a:solidFill>
                <a:latin typeface="Consolas"/>
              </a:rPr>
              <a:t> </a:t>
            </a:r>
            <a:r>
              <a:rPr sz="1100">
                <a:solidFill>
                  <a:srgbClr val="000000"/>
                </a:solidFill>
                <a:latin typeface="Consolas"/>
              </a:rPr>
              <a:t>(.tftest.hcl)</a:t>
            </a:r>
          </a:p>
          <a:p>
            <a:pPr>
              <a:lnSpc>
                <a:spcPct val="100000"/>
              </a:lnSpc>
              <a:spcBef>
                <a:spcPts val="0"/>
              </a:spcBef>
              <a:spcAft>
                <a:spcPts val="0"/>
              </a:spcAft>
            </a:pPr>
            <a:r>
              <a:rPr sz="1100">
                <a:solidFill>
                  <a:srgbClr val="000000"/>
                </a:solidFill>
                <a:latin typeface="Consolas"/>
              </a:rPr>
              <a:t> </a:t>
            </a:r>
            <a:r>
              <a:rPr sz="1100">
                <a:solidFill>
                  <a:srgbClr val="000000"/>
                </a:solidFill>
                <a:latin typeface="Consolas"/>
              </a:rPr>
              <a:t> </a:t>
            </a:r>
            <a:r>
              <a:rPr sz="1100">
                <a:solidFill>
                  <a:srgbClr val="000000"/>
                </a:solidFill>
                <a:latin typeface="Consolas"/>
              </a:rPr>
              <a:t>HashiCorp</a:t>
            </a:r>
            <a:r>
              <a:rPr sz="1100">
                <a:solidFill>
                  <a:srgbClr val="000000"/>
                </a:solidFill>
                <a:latin typeface="Consolas"/>
              </a:rPr>
              <a:t> </a:t>
            </a:r>
            <a:r>
              <a:rPr sz="1100">
                <a:solidFill>
                  <a:srgbClr val="000000"/>
                </a:solidFill>
                <a:latin typeface="Consolas"/>
              </a:rPr>
              <a:t>Developer</a:t>
            </a:r>
            <a:r>
              <a:rPr sz="1100">
                <a:solidFill>
                  <a:srgbClr val="000000"/>
                </a:solidFill>
                <a:latin typeface="Consolas"/>
              </a:rPr>
              <a:t> </a:t>
            </a:r>
            <a:r>
              <a:rPr sz="1100">
                <a:solidFill>
                  <a:srgbClr val="000000"/>
                </a:solidFill>
                <a:latin typeface="Consolas"/>
              </a:rPr>
              <a:t>|</a:t>
            </a:r>
            <a:r>
              <a:rPr sz="1100">
                <a:solidFill>
                  <a:srgbClr val="000000"/>
                </a:solidFill>
                <a:latin typeface="Consolas"/>
              </a:rPr>
              <a:t> </a:t>
            </a:r>
            <a:r>
              <a:rPr sz="1100">
                <a:solidFill>
                  <a:srgbClr val="000000"/>
                </a:solidFill>
                <a:latin typeface="Consolas"/>
              </a:rPr>
              <a:t>developer.hashicorp.com/terraform/language/tests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References (6 of 6)</a:t>
            </a:r>
          </a:p>
        </p:txBody>
      </p:sp>
      <p:sp>
        <p:nvSpPr>
          <p:cNvPr id="3" name="Text Placeholder 2"/>
          <p:cNvSpPr>
            <a:spLocks noGrp="1"/>
          </p:cNvSpPr>
          <p:nvPr>
            <p:ph type="body" idx="13" sz="quarter"/>
          </p:nvPr>
        </p:nvSpPr>
        <p:spPr/>
        <p:txBody>
          <a:bodyPr wrap="square"/>
          <a:lstStyle/>
          <a:p>
            <a:pPr>
              <a:buNone/>
            </a:pPr>
            <a:r>
              <a:rPr sz="1300"/>
              <a:t>REFERENCES.md</a:t>
            </a:r>
          </a:p>
        </p:txBody>
      </p:sp>
      <p:sp>
        <p:nvSpPr>
          <p:cNvPr id="4" name="Text Placeholder 3"/>
          <p:cNvSpPr>
            <a:spLocks noGrp="1"/>
          </p:cNvSpPr>
          <p:nvPr>
            <p:ph type="body" idx="10" sz="quarter"/>
          </p:nvPr>
        </p:nvSpPr>
        <p:spPr/>
        <p:txBody>
          <a:bodyPr wrap="none"/>
          <a:lstStyle/>
          <a:p>
            <a:pPr>
              <a:lnSpc>
                <a:spcPct val="100000"/>
              </a:lnSpc>
              <a:spcBef>
                <a:spcPts val="0"/>
              </a:spcBef>
              <a:spcAft>
                <a:spcPts val="0"/>
              </a:spcAft>
            </a:pPr>
            <a:r>
              <a:rPr sz="1100">
                <a:solidFill>
                  <a:srgbClr val="0000FF"/>
                </a:solidFill>
                <a:latin typeface="Consolas"/>
              </a:rPr>
              <a:t>-</a:t>
            </a:r>
            <a:r>
              <a:rPr sz="1100">
                <a:solidFill>
                  <a:srgbClr val="000000"/>
                </a:solidFill>
                <a:latin typeface="Consolas"/>
              </a:rPr>
              <a:t> </a:t>
            </a:r>
            <a:r>
              <a:rPr sz="1100">
                <a:solidFill>
                  <a:srgbClr val="000000"/>
                </a:solidFill>
                <a:latin typeface="Consolas"/>
              </a:rPr>
              <a:t>[tf-validate]</a:t>
            </a:r>
            <a:r>
              <a:rPr sz="1100">
                <a:solidFill>
                  <a:srgbClr val="000000"/>
                </a:solidFill>
                <a:latin typeface="Consolas"/>
              </a:rPr>
              <a:t> </a:t>
            </a:r>
            <a:r>
              <a:rPr sz="1100">
                <a:solidFill>
                  <a:srgbClr val="000000"/>
                </a:solidFill>
                <a:latin typeface="Consolas"/>
              </a:rPr>
              <a:t>terraform</a:t>
            </a:r>
            <a:r>
              <a:rPr sz="1100">
                <a:solidFill>
                  <a:srgbClr val="000000"/>
                </a:solidFill>
                <a:latin typeface="Consolas"/>
              </a:rPr>
              <a:t> </a:t>
            </a:r>
            <a:r>
              <a:rPr sz="1100">
                <a:solidFill>
                  <a:srgbClr val="000000"/>
                </a:solidFill>
                <a:latin typeface="Consolas"/>
              </a:rPr>
              <a:t>validate</a:t>
            </a:r>
            <a:r>
              <a:rPr sz="1100">
                <a:solidFill>
                  <a:srgbClr val="000000"/>
                </a:solidFill>
                <a:latin typeface="Consolas"/>
              </a:rPr>
              <a:t> </a:t>
            </a:r>
            <a:r>
              <a:rPr sz="1100">
                <a:solidFill>
                  <a:srgbClr val="000000"/>
                </a:solidFill>
                <a:latin typeface="Consolas"/>
              </a:rPr>
              <a:t>command</a:t>
            </a:r>
            <a:r>
              <a:rPr sz="1100">
                <a:solidFill>
                  <a:srgbClr val="000000"/>
                </a:solidFill>
                <a:latin typeface="Consolas"/>
              </a:rPr>
              <a:t> </a:t>
            </a:r>
            <a:r>
              <a:rPr sz="1100">
                <a:solidFill>
                  <a:srgbClr val="000000"/>
                </a:solidFill>
                <a:latin typeface="Consolas"/>
              </a:rPr>
              <a:t>reference</a:t>
            </a:r>
          </a:p>
          <a:p>
            <a:pPr>
              <a:lnSpc>
                <a:spcPct val="100000"/>
              </a:lnSpc>
              <a:spcBef>
                <a:spcPts val="0"/>
              </a:spcBef>
              <a:spcAft>
                <a:spcPts val="0"/>
              </a:spcAft>
            </a:pPr>
            <a:r>
              <a:rPr sz="1100">
                <a:solidFill>
                  <a:srgbClr val="000000"/>
                </a:solidFill>
                <a:latin typeface="Consolas"/>
              </a:rPr>
              <a:t> </a:t>
            </a:r>
            <a:r>
              <a:rPr sz="1100">
                <a:solidFill>
                  <a:srgbClr val="000000"/>
                </a:solidFill>
                <a:latin typeface="Consolas"/>
              </a:rPr>
              <a:t> </a:t>
            </a:r>
            <a:r>
              <a:rPr sz="1100">
                <a:solidFill>
                  <a:srgbClr val="000000"/>
                </a:solidFill>
                <a:latin typeface="Consolas"/>
              </a:rPr>
              <a:t>HashiCorp</a:t>
            </a:r>
            <a:r>
              <a:rPr sz="1100">
                <a:solidFill>
                  <a:srgbClr val="000000"/>
                </a:solidFill>
                <a:latin typeface="Consolas"/>
              </a:rPr>
              <a:t> </a:t>
            </a:r>
            <a:r>
              <a:rPr sz="1100">
                <a:solidFill>
                  <a:srgbClr val="000000"/>
                </a:solidFill>
                <a:latin typeface="Consolas"/>
              </a:rPr>
              <a:t>Developer</a:t>
            </a:r>
            <a:r>
              <a:rPr sz="1100">
                <a:solidFill>
                  <a:srgbClr val="000000"/>
                </a:solidFill>
                <a:latin typeface="Consolas"/>
              </a:rPr>
              <a:t> </a:t>
            </a:r>
            <a:r>
              <a:rPr sz="1100">
                <a:solidFill>
                  <a:srgbClr val="000000"/>
                </a:solidFill>
                <a:latin typeface="Consolas"/>
              </a:rPr>
              <a:t>|</a:t>
            </a:r>
            <a:r>
              <a:rPr sz="1100">
                <a:solidFill>
                  <a:srgbClr val="000000"/>
                </a:solidFill>
                <a:latin typeface="Consolas"/>
              </a:rPr>
              <a:t> </a:t>
            </a:r>
            <a:r>
              <a:rPr sz="1100">
                <a:solidFill>
                  <a:srgbClr val="000000"/>
                </a:solidFill>
                <a:latin typeface="Consolas"/>
              </a:rPr>
              <a:t>developer.hashicorp.com/terraform/cli/commands/validate</a:t>
            </a:r>
          </a:p>
          <a:p>
            <a:pPr>
              <a:lnSpc>
                <a:spcPct val="100000"/>
              </a:lnSpc>
              <a:spcBef>
                <a:spcPts val="0"/>
              </a:spcBef>
              <a:spcAft>
                <a:spcPts val="0"/>
              </a:spcAft>
            </a:pPr>
            <a:r>
              <a:rPr sz="1100">
                <a:solidFill>
                  <a:srgbClr val="0000FF"/>
                </a:solidFill>
                <a:latin typeface="Consolas"/>
              </a:rPr>
              <a:t>-</a:t>
            </a:r>
            <a:r>
              <a:rPr sz="1100">
                <a:solidFill>
                  <a:srgbClr val="000000"/>
                </a:solidFill>
                <a:latin typeface="Consolas"/>
              </a:rPr>
              <a:t> </a:t>
            </a:r>
            <a:r>
              <a:rPr sz="1100">
                <a:solidFill>
                  <a:srgbClr val="000000"/>
                </a:solidFill>
                <a:latin typeface="Consolas"/>
              </a:rPr>
              <a:t>[typescript-noemit]</a:t>
            </a:r>
            <a:r>
              <a:rPr sz="1100">
                <a:solidFill>
                  <a:srgbClr val="000000"/>
                </a:solidFill>
                <a:latin typeface="Consolas"/>
              </a:rPr>
              <a:t> </a:t>
            </a:r>
            <a:r>
              <a:rPr sz="1100">
                <a:solidFill>
                  <a:srgbClr val="000000"/>
                </a:solidFill>
                <a:latin typeface="Consolas"/>
              </a:rPr>
              <a:t>TSConfig</a:t>
            </a:r>
            <a:r>
              <a:rPr sz="1100">
                <a:solidFill>
                  <a:srgbClr val="000000"/>
                </a:solidFill>
                <a:latin typeface="Consolas"/>
              </a:rPr>
              <a:t> </a:t>
            </a:r>
            <a:r>
              <a:rPr sz="1100">
                <a:solidFill>
                  <a:srgbClr val="000000"/>
                </a:solidFill>
                <a:latin typeface="Consolas"/>
              </a:rPr>
              <a:t>noEmit</a:t>
            </a:r>
          </a:p>
          <a:p>
            <a:pPr>
              <a:lnSpc>
                <a:spcPct val="100000"/>
              </a:lnSpc>
              <a:spcBef>
                <a:spcPts val="0"/>
              </a:spcBef>
              <a:spcAft>
                <a:spcPts val="0"/>
              </a:spcAft>
            </a:pPr>
            <a:r>
              <a:rPr sz="1100">
                <a:solidFill>
                  <a:srgbClr val="000000"/>
                </a:solidFill>
                <a:latin typeface="Consolas"/>
              </a:rPr>
              <a:t> </a:t>
            </a:r>
            <a:r>
              <a:rPr sz="1100">
                <a:solidFill>
                  <a:srgbClr val="000000"/>
                </a:solidFill>
                <a:latin typeface="Consolas"/>
              </a:rPr>
              <a:t> </a:t>
            </a:r>
            <a:r>
              <a:rPr sz="1100">
                <a:solidFill>
                  <a:srgbClr val="000000"/>
                </a:solidFill>
                <a:latin typeface="Consolas"/>
              </a:rPr>
              <a:t>TypeScript</a:t>
            </a:r>
            <a:r>
              <a:rPr sz="1100">
                <a:solidFill>
                  <a:srgbClr val="000000"/>
                </a:solidFill>
                <a:latin typeface="Consolas"/>
              </a:rPr>
              <a:t> </a:t>
            </a:r>
            <a:r>
              <a:rPr sz="1100">
                <a:solidFill>
                  <a:srgbClr val="000000"/>
                </a:solidFill>
                <a:latin typeface="Consolas"/>
              </a:rPr>
              <a:t>documentation</a:t>
            </a:r>
            <a:r>
              <a:rPr sz="1100">
                <a:solidFill>
                  <a:srgbClr val="000000"/>
                </a:solidFill>
                <a:latin typeface="Consolas"/>
              </a:rPr>
              <a:t> </a:t>
            </a:r>
            <a:r>
              <a:rPr sz="1100">
                <a:solidFill>
                  <a:srgbClr val="000000"/>
                </a:solidFill>
                <a:latin typeface="Consolas"/>
              </a:rPr>
              <a:t>|</a:t>
            </a:r>
            <a:r>
              <a:rPr sz="1100">
                <a:solidFill>
                  <a:srgbClr val="000000"/>
                </a:solidFill>
                <a:latin typeface="Consolas"/>
              </a:rPr>
              <a:t> </a:t>
            </a:r>
            <a:r>
              <a:rPr sz="1100">
                <a:solidFill>
                  <a:srgbClr val="000000"/>
                </a:solidFill>
                <a:latin typeface="Consolas"/>
              </a:rPr>
              <a:t>www.typescriptlang.org/tsconfig/noEmit.html</a:t>
            </a:r>
          </a:p>
          <a:p>
            <a:pPr>
              <a:lnSpc>
                <a:spcPct val="100000"/>
              </a:lnSpc>
              <a:spcBef>
                <a:spcPts val="0"/>
              </a:spcBef>
              <a:spcAft>
                <a:spcPts val="0"/>
              </a:spcAft>
            </a:pPr>
            <a:r>
              <a:rPr sz="1100">
                <a:solidFill>
                  <a:srgbClr val="0000FF"/>
                </a:solidFill>
                <a:latin typeface="Consolas"/>
              </a:rPr>
              <a:t>-</a:t>
            </a:r>
            <a:r>
              <a:rPr sz="1100">
                <a:solidFill>
                  <a:srgbClr val="000000"/>
                </a:solidFill>
                <a:latin typeface="Consolas"/>
              </a:rPr>
              <a:t> </a:t>
            </a:r>
            <a:r>
              <a:rPr sz="1100">
                <a:solidFill>
                  <a:srgbClr val="000000"/>
                </a:solidFill>
                <a:latin typeface="Consolas"/>
              </a:rPr>
              <a:t>[uv-lockfile]</a:t>
            </a:r>
            <a:r>
              <a:rPr sz="1100">
                <a:solidFill>
                  <a:srgbClr val="000000"/>
                </a:solidFill>
                <a:latin typeface="Consolas"/>
              </a:rPr>
              <a:t> </a:t>
            </a:r>
            <a:r>
              <a:rPr sz="1100">
                <a:solidFill>
                  <a:srgbClr val="000000"/>
                </a:solidFill>
                <a:latin typeface="Consolas"/>
              </a:rPr>
              <a:t>Project</a:t>
            </a:r>
            <a:r>
              <a:rPr sz="1100">
                <a:solidFill>
                  <a:srgbClr val="000000"/>
                </a:solidFill>
                <a:latin typeface="Consolas"/>
              </a:rPr>
              <a:t> </a:t>
            </a:r>
            <a:r>
              <a:rPr sz="1100">
                <a:solidFill>
                  <a:srgbClr val="000000"/>
                </a:solidFill>
                <a:latin typeface="Consolas"/>
              </a:rPr>
              <a:t>structure</a:t>
            </a:r>
            <a:r>
              <a:rPr sz="1100">
                <a:solidFill>
                  <a:srgbClr val="000000"/>
                </a:solidFill>
                <a:latin typeface="Consolas"/>
              </a:rPr>
              <a:t> </a:t>
            </a:r>
            <a:r>
              <a:rPr sz="1100">
                <a:solidFill>
                  <a:srgbClr val="000000"/>
                </a:solidFill>
                <a:latin typeface="Consolas"/>
              </a:rPr>
              <a:t>and</a:t>
            </a:r>
            <a:r>
              <a:rPr sz="1100">
                <a:solidFill>
                  <a:srgbClr val="000000"/>
                </a:solidFill>
                <a:latin typeface="Consolas"/>
              </a:rPr>
              <a:t> </a:t>
            </a:r>
            <a:r>
              <a:rPr sz="1100">
                <a:solidFill>
                  <a:srgbClr val="000000"/>
                </a:solidFill>
                <a:latin typeface="Consolas"/>
              </a:rPr>
              <a:t>files</a:t>
            </a:r>
            <a:r>
              <a:rPr sz="1100">
                <a:solidFill>
                  <a:srgbClr val="000000"/>
                </a:solidFill>
                <a:latin typeface="Consolas"/>
              </a:rPr>
              <a:t> </a:t>
            </a:r>
            <a:r>
              <a:rPr sz="1100">
                <a:solidFill>
                  <a:srgbClr val="000000"/>
                </a:solidFill>
                <a:latin typeface="Consolas"/>
              </a:rPr>
              <a:t>(uv.lock)</a:t>
            </a:r>
          </a:p>
          <a:p>
            <a:pPr>
              <a:lnSpc>
                <a:spcPct val="100000"/>
              </a:lnSpc>
              <a:spcBef>
                <a:spcPts val="0"/>
              </a:spcBef>
              <a:spcAft>
                <a:spcPts val="0"/>
              </a:spcAft>
            </a:pPr>
            <a:r>
              <a:rPr sz="1100">
                <a:solidFill>
                  <a:srgbClr val="000000"/>
                </a:solidFill>
                <a:latin typeface="Consolas"/>
              </a:rPr>
              <a:t> </a:t>
            </a:r>
            <a:r>
              <a:rPr sz="1100">
                <a:solidFill>
                  <a:srgbClr val="000000"/>
                </a:solidFill>
                <a:latin typeface="Consolas"/>
              </a:rPr>
              <a:t> </a:t>
            </a:r>
            <a:r>
              <a:rPr sz="1100">
                <a:solidFill>
                  <a:srgbClr val="000000"/>
                </a:solidFill>
                <a:latin typeface="Consolas"/>
              </a:rPr>
              <a:t>Astral</a:t>
            </a:r>
            <a:r>
              <a:rPr sz="1100">
                <a:solidFill>
                  <a:srgbClr val="000000"/>
                </a:solidFill>
                <a:latin typeface="Consolas"/>
              </a:rPr>
              <a:t> </a:t>
            </a:r>
            <a:r>
              <a:rPr sz="1100">
                <a:solidFill>
                  <a:srgbClr val="000000"/>
                </a:solidFill>
                <a:latin typeface="Consolas"/>
              </a:rPr>
              <a:t>uv</a:t>
            </a:r>
            <a:r>
              <a:rPr sz="1100">
                <a:solidFill>
                  <a:srgbClr val="000000"/>
                </a:solidFill>
                <a:latin typeface="Consolas"/>
              </a:rPr>
              <a:t> </a:t>
            </a:r>
            <a:r>
              <a:rPr sz="1100">
                <a:solidFill>
                  <a:srgbClr val="000000"/>
                </a:solidFill>
                <a:latin typeface="Consolas"/>
              </a:rPr>
              <a:t>docs</a:t>
            </a:r>
            <a:r>
              <a:rPr sz="1100">
                <a:solidFill>
                  <a:srgbClr val="000000"/>
                </a:solidFill>
                <a:latin typeface="Consolas"/>
              </a:rPr>
              <a:t> </a:t>
            </a:r>
            <a:r>
              <a:rPr sz="1100">
                <a:solidFill>
                  <a:srgbClr val="000000"/>
                </a:solidFill>
                <a:latin typeface="Consolas"/>
              </a:rPr>
              <a:t>|</a:t>
            </a:r>
            <a:r>
              <a:rPr sz="1100">
                <a:solidFill>
                  <a:srgbClr val="000000"/>
                </a:solidFill>
                <a:latin typeface="Consolas"/>
              </a:rPr>
              <a:t> </a:t>
            </a:r>
            <a:r>
              <a:rPr sz="1100">
                <a:solidFill>
                  <a:srgbClr val="000000"/>
                </a:solidFill>
                <a:latin typeface="Consolas"/>
              </a:rPr>
              <a:t>docs.astral.sh/uv/concepts/projects/layout/</a:t>
            </a:r>
          </a:p>
          <a:p>
            <a:pPr>
              <a:lnSpc>
                <a:spcPct val="100000"/>
              </a:lnSpc>
              <a:spcBef>
                <a:spcPts val="0"/>
              </a:spcBef>
              <a:spcAft>
                <a:spcPts val="0"/>
              </a:spcAft>
            </a:pPr>
            <a:r>
              <a:rPr sz="1100">
                <a:solidFill>
                  <a:srgbClr val="0000FF"/>
                </a:solidFill>
                <a:latin typeface="Consolas"/>
              </a:rPr>
              <a:t>-</a:t>
            </a:r>
            <a:r>
              <a:rPr sz="1100">
                <a:solidFill>
                  <a:srgbClr val="000000"/>
                </a:solidFill>
                <a:latin typeface="Consolas"/>
              </a:rPr>
              <a:t> </a:t>
            </a:r>
            <a:r>
              <a:rPr sz="1100">
                <a:solidFill>
                  <a:srgbClr val="000000"/>
                </a:solidFill>
                <a:latin typeface="Consolas"/>
              </a:rPr>
              <a:t>[uv-python-versions]</a:t>
            </a:r>
            <a:r>
              <a:rPr sz="1100">
                <a:solidFill>
                  <a:srgbClr val="000000"/>
                </a:solidFill>
                <a:latin typeface="Consolas"/>
              </a:rPr>
              <a:t> </a:t>
            </a:r>
            <a:r>
              <a:rPr sz="1100">
                <a:solidFill>
                  <a:srgbClr val="000000"/>
                </a:solidFill>
                <a:latin typeface="Consolas"/>
              </a:rPr>
              <a:t>Python</a:t>
            </a:r>
            <a:r>
              <a:rPr sz="1100">
                <a:solidFill>
                  <a:srgbClr val="000000"/>
                </a:solidFill>
                <a:latin typeface="Consolas"/>
              </a:rPr>
              <a:t> </a:t>
            </a:r>
            <a:r>
              <a:rPr sz="1100">
                <a:solidFill>
                  <a:srgbClr val="000000"/>
                </a:solidFill>
                <a:latin typeface="Consolas"/>
              </a:rPr>
              <a:t>versions</a:t>
            </a:r>
            <a:r>
              <a:rPr sz="1100">
                <a:solidFill>
                  <a:srgbClr val="000000"/>
                </a:solidFill>
                <a:latin typeface="Consolas"/>
              </a:rPr>
              <a:t> </a:t>
            </a:r>
            <a:r>
              <a:rPr sz="1100">
                <a:solidFill>
                  <a:srgbClr val="000000"/>
                </a:solidFill>
                <a:latin typeface="Consolas"/>
              </a:rPr>
              <a:t>(.python-version)</a:t>
            </a:r>
          </a:p>
          <a:p>
            <a:pPr>
              <a:lnSpc>
                <a:spcPct val="100000"/>
              </a:lnSpc>
              <a:spcBef>
                <a:spcPts val="0"/>
              </a:spcBef>
              <a:spcAft>
                <a:spcPts val="0"/>
              </a:spcAft>
            </a:pPr>
            <a:r>
              <a:rPr sz="1100">
                <a:solidFill>
                  <a:srgbClr val="000000"/>
                </a:solidFill>
                <a:latin typeface="Consolas"/>
              </a:rPr>
              <a:t> </a:t>
            </a:r>
            <a:r>
              <a:rPr sz="1100">
                <a:solidFill>
                  <a:srgbClr val="000000"/>
                </a:solidFill>
                <a:latin typeface="Consolas"/>
              </a:rPr>
              <a:t> </a:t>
            </a:r>
            <a:r>
              <a:rPr sz="1100">
                <a:solidFill>
                  <a:srgbClr val="000000"/>
                </a:solidFill>
                <a:latin typeface="Consolas"/>
              </a:rPr>
              <a:t>Astral</a:t>
            </a:r>
            <a:r>
              <a:rPr sz="1100">
                <a:solidFill>
                  <a:srgbClr val="000000"/>
                </a:solidFill>
                <a:latin typeface="Consolas"/>
              </a:rPr>
              <a:t> </a:t>
            </a:r>
            <a:r>
              <a:rPr sz="1100">
                <a:solidFill>
                  <a:srgbClr val="000000"/>
                </a:solidFill>
                <a:latin typeface="Consolas"/>
              </a:rPr>
              <a:t>uv</a:t>
            </a:r>
            <a:r>
              <a:rPr sz="1100">
                <a:solidFill>
                  <a:srgbClr val="000000"/>
                </a:solidFill>
                <a:latin typeface="Consolas"/>
              </a:rPr>
              <a:t> </a:t>
            </a:r>
            <a:r>
              <a:rPr sz="1100">
                <a:solidFill>
                  <a:srgbClr val="000000"/>
                </a:solidFill>
                <a:latin typeface="Consolas"/>
              </a:rPr>
              <a:t>docs</a:t>
            </a:r>
            <a:r>
              <a:rPr sz="1100">
                <a:solidFill>
                  <a:srgbClr val="000000"/>
                </a:solidFill>
                <a:latin typeface="Consolas"/>
              </a:rPr>
              <a:t> </a:t>
            </a:r>
            <a:r>
              <a:rPr sz="1100">
                <a:solidFill>
                  <a:srgbClr val="000000"/>
                </a:solidFill>
                <a:latin typeface="Consolas"/>
              </a:rPr>
              <a:t>|</a:t>
            </a:r>
            <a:r>
              <a:rPr sz="1100">
                <a:solidFill>
                  <a:srgbClr val="000000"/>
                </a:solidFill>
                <a:latin typeface="Consolas"/>
              </a:rPr>
              <a:t> </a:t>
            </a:r>
            <a:r>
              <a:rPr sz="1100">
                <a:solidFill>
                  <a:srgbClr val="000000"/>
                </a:solidFill>
                <a:latin typeface="Consolas"/>
              </a:rPr>
              <a:t>docs.astral.sh/uv/concepts/python-versions/</a:t>
            </a:r>
          </a:p>
          <a:p>
            <a:pPr>
              <a:lnSpc>
                <a:spcPct val="100000"/>
              </a:lnSpc>
              <a:spcBef>
                <a:spcPts val="0"/>
              </a:spcBef>
              <a:spcAft>
                <a:spcPts val="0"/>
              </a:spcAft>
            </a:pPr>
            <a:r>
              <a:rPr sz="1100">
                <a:solidFill>
                  <a:srgbClr val="0000FF"/>
                </a:solidFill>
                <a:latin typeface="Consolas"/>
              </a:rPr>
              <a:t>-</a:t>
            </a:r>
            <a:r>
              <a:rPr sz="1100">
                <a:solidFill>
                  <a:srgbClr val="000000"/>
                </a:solidFill>
                <a:latin typeface="Consolas"/>
              </a:rPr>
              <a:t> </a:t>
            </a:r>
            <a:r>
              <a:rPr sz="1100">
                <a:solidFill>
                  <a:srgbClr val="000000"/>
                </a:solidFill>
                <a:latin typeface="Consolas"/>
              </a:rPr>
              <a:t>[vitest]</a:t>
            </a:r>
            <a:r>
              <a:rPr sz="1100">
                <a:solidFill>
                  <a:srgbClr val="000000"/>
                </a:solidFill>
                <a:latin typeface="Consolas"/>
              </a:rPr>
              <a:t> </a:t>
            </a:r>
            <a:r>
              <a:rPr sz="1100">
                <a:solidFill>
                  <a:srgbClr val="000000"/>
                </a:solidFill>
                <a:latin typeface="Consolas"/>
              </a:rPr>
              <a:t>Vitest</a:t>
            </a:r>
            <a:r>
              <a:rPr sz="1100">
                <a:solidFill>
                  <a:srgbClr val="000000"/>
                </a:solidFill>
                <a:latin typeface="Consolas"/>
              </a:rPr>
              <a:t> </a:t>
            </a:r>
            <a:r>
              <a:rPr sz="1100">
                <a:solidFill>
                  <a:srgbClr val="000000"/>
                </a:solidFill>
                <a:latin typeface="Consolas"/>
              </a:rPr>
              <a:t>Guide</a:t>
            </a:r>
          </a:p>
          <a:p>
            <a:pPr>
              <a:lnSpc>
                <a:spcPct val="100000"/>
              </a:lnSpc>
              <a:spcBef>
                <a:spcPts val="0"/>
              </a:spcBef>
              <a:spcAft>
                <a:spcPts val="0"/>
              </a:spcAft>
            </a:pPr>
            <a:r>
              <a:rPr sz="1100">
                <a:solidFill>
                  <a:srgbClr val="000000"/>
                </a:solidFill>
                <a:latin typeface="Consolas"/>
              </a:rPr>
              <a:t> </a:t>
            </a:r>
            <a:r>
              <a:rPr sz="1100">
                <a:solidFill>
                  <a:srgbClr val="000000"/>
                </a:solidFill>
                <a:latin typeface="Consolas"/>
              </a:rPr>
              <a:t> </a:t>
            </a:r>
            <a:r>
              <a:rPr sz="1100">
                <a:solidFill>
                  <a:srgbClr val="000000"/>
                </a:solidFill>
                <a:latin typeface="Consolas"/>
              </a:rPr>
              <a:t>Vitest</a:t>
            </a:r>
            <a:r>
              <a:rPr sz="1100">
                <a:solidFill>
                  <a:srgbClr val="000000"/>
                </a:solidFill>
                <a:latin typeface="Consolas"/>
              </a:rPr>
              <a:t> </a:t>
            </a:r>
            <a:r>
              <a:rPr sz="1100">
                <a:solidFill>
                  <a:srgbClr val="000000"/>
                </a:solidFill>
                <a:latin typeface="Consolas"/>
              </a:rPr>
              <a:t>|</a:t>
            </a:r>
            <a:r>
              <a:rPr sz="1100">
                <a:solidFill>
                  <a:srgbClr val="000000"/>
                </a:solidFill>
                <a:latin typeface="Consolas"/>
              </a:rPr>
              <a:t> </a:t>
            </a:r>
            <a:r>
              <a:rPr sz="1100">
                <a:solidFill>
                  <a:srgbClr val="000000"/>
                </a:solidFill>
                <a:latin typeface="Consolas"/>
              </a:rPr>
              <a:t>vitest.dev/guide/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Thank you</a:t>
            </a:r>
          </a:p>
        </p:txBody>
      </p:sp>
      <p:sp>
        <p:nvSpPr>
          <p:cNvPr id="3" name="Text Placeholder 2"/>
          <p:cNvSpPr>
            <a:spLocks noGrp="1"/>
          </p:cNvSpPr>
          <p:nvPr>
            <p:ph type="body" idx="12" sz="quarter"/>
          </p:nvPr>
        </p:nvSpPr>
        <p:spPr/>
        <p:txBody>
          <a:bodyPr wrap="square"/>
          <a:lstStyle/>
          <a:p>
            <a:pPr>
              <a:buNone/>
            </a:pPr>
            <a:r>
              <a:rPr sz="1800"/>
              <a:t>Saba Jamalian</a:t>
            </a:r>
          </a:p>
        </p:txBody>
      </p:sp>
      <p:sp>
        <p:nvSpPr>
          <p:cNvPr id="4" name="Text Placeholder 3"/>
          <p:cNvSpPr>
            <a:spLocks noGrp="1"/>
          </p:cNvSpPr>
          <p:nvPr>
            <p:ph type="body" idx="13" sz="quarter"/>
          </p:nvPr>
        </p:nvSpPr>
        <p:spPr/>
        <p:txBody>
          <a:bodyPr wrap="square"/>
          <a:lstStyle/>
          <a:p>
            <a:pPr>
              <a:buNone/>
            </a:pPr>
            <a:r>
              <a:rPr sz="1800"/>
              <a:t>Questions welcome</a:t>
            </a:r>
          </a:p>
        </p:txBody>
      </p:sp>
    </p:spTree>
  </p:cSld>
  <p:clrMapOvr>
    <a:masterClrMapping/>
  </p:clrMapOvr>
</p:sld>
</file>

<file path=ppt/theme/theme1.xml><?xml version="1.0" encoding="utf-8"?>
<a:theme xmlns:a="http://schemas.openxmlformats.org/drawingml/2006/main" name="Azure 2023 Template">
  <a:themeElements>
    <a:clrScheme name="Azure brand 2603">
      <a:dk1>
        <a:srgbClr val="000000"/>
      </a:dk1>
      <a:lt1>
        <a:srgbClr val="FFFFFF"/>
      </a:lt1>
      <a:dk2>
        <a:srgbClr val="0000B3"/>
      </a:dk2>
      <a:lt2>
        <a:srgbClr val="D9D9D6"/>
      </a:lt2>
      <a:accent1>
        <a:srgbClr val="1A00E2"/>
      </a:accent1>
      <a:accent2>
        <a:srgbClr val="00BBC3"/>
      </a:accent2>
      <a:accent3>
        <a:srgbClr val="D12ACA"/>
      </a:accent3>
      <a:accent4>
        <a:srgbClr val="0078D4"/>
      </a:accent4>
      <a:accent5>
        <a:srgbClr val="0D0061"/>
      </a:accent5>
      <a:accent6>
        <a:srgbClr val="5D52EC"/>
      </a:accent6>
      <a:hlink>
        <a:srgbClr val="0000B3"/>
      </a:hlink>
      <a:folHlink>
        <a:srgbClr val="0D0061"/>
      </a:folHlink>
    </a:clrScheme>
    <a:fontScheme name="Custom 3">
      <a:majorFont>
        <a:latin typeface="Segoe UI"/>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Presentation1" id="{0EE44026-8EF2-4481-9EC2-E0EE7F30F74B}" vid="{282A243A-EF18-4FA1-886E-92BF26AB74A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695d5325-33a2-4b42-b3d3-b02ffbc12b05" xsi:nil="true"/>
    <_ip_UnifiedCompliancePolicyUIAction xmlns="http://schemas.microsoft.com/sharepoint/v3" xsi:nil="true"/>
    <_ip_UnifiedCompliancePolicyProperties xmlns="http://schemas.microsoft.com/sharepoint/v3" xsi:nil="true"/>
    <lcf76f155ced4ddcb4097134ff3c332f xmlns="10ab91bb-15c1-4bb1-a414-5f8d49e2474c">
      <Terms xmlns="http://schemas.microsoft.com/office/infopath/2007/PartnerControls"/>
    </lcf76f155ced4ddcb4097134ff3c332f>
    <MediaLengthInSeconds xmlns="10ab91bb-15c1-4bb1-a414-5f8d49e2474c" xsi:nil="true"/>
    <Date_x002d_Time xmlns="10ab91bb-15c1-4bb1-a414-5f8d49e2474c" xsi:nil="true"/>
    <ContentCategory xmlns="10ab91bb-15c1-4bb1-a414-5f8d49e2474c"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2854CC1CC9E0444ABD39AD9C3E43AF18" ma:contentTypeVersion="19" ma:contentTypeDescription="Create a new document." ma:contentTypeScope="" ma:versionID="2028ab83711eadc36b1d59730f08b634">
  <xsd:schema xmlns:xsd="http://www.w3.org/2001/XMLSchema" xmlns:xs="http://www.w3.org/2001/XMLSchema" xmlns:p="http://schemas.microsoft.com/office/2006/metadata/properties" xmlns:ns1="http://schemas.microsoft.com/sharepoint/v3" xmlns:ns2="10ab91bb-15c1-4bb1-a414-5f8d49e2474c" xmlns:ns3="695d5325-33a2-4b42-b3d3-b02ffbc12b05" targetNamespace="http://schemas.microsoft.com/office/2006/metadata/properties" ma:root="true" ma:fieldsID="74a5e8e00ddb37a023b2d406fcf5da33" ns1:_="" ns2:_="" ns3:_="">
    <xsd:import namespace="http://schemas.microsoft.com/sharepoint/v3"/>
    <xsd:import namespace="10ab91bb-15c1-4bb1-a414-5f8d49e2474c"/>
    <xsd:import namespace="695d5325-33a2-4b42-b3d3-b02ffbc12b0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MediaServiceOCR" minOccurs="0"/>
                <xsd:element ref="ns2:lcf76f155ced4ddcb4097134ff3c332f" minOccurs="0"/>
                <xsd:element ref="ns3:TaxCatchAll" minOccurs="0"/>
                <xsd:element ref="ns2:MediaServiceDocTags" minOccurs="0"/>
                <xsd:element ref="ns2:MediaServiceLocation" minOccurs="0"/>
                <xsd:element ref="ns1:_ip_UnifiedCompliancePolicyProperties" minOccurs="0"/>
                <xsd:element ref="ns1:_ip_UnifiedCompliancePolicyUIAction" minOccurs="0"/>
                <xsd:element ref="ns2:ContentCategory" minOccurs="0"/>
                <xsd:element ref="ns2:MediaServiceBillingMetadata" minOccurs="0"/>
                <xsd:element ref="ns2:Date_x002d_Tim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2" nillable="true" ma:displayName="Unified Compliance Policy Properties" ma:hidden="true" ma:internalName="_ip_UnifiedCompliancePolicyProperties">
      <xsd:simpleType>
        <xsd:restriction base="dms:Note"/>
      </xsd:simpleType>
    </xsd:element>
    <xsd:element name="_ip_UnifiedCompliancePolicyUIAction" ma:index="23"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0ab91bb-15c1-4bb1-a414-5f8d49e2474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OCR" ma:index="16" nillable="true" ma:displayName="Extracted Text" ma:internalName="MediaServiceOCR" ma:readOnly="true">
      <xsd:simpleType>
        <xsd:restriction base="dms:Note">
          <xsd:maxLength value="255"/>
        </xsd:restriction>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DocTags" ma:index="20" nillable="true" ma:displayName="MediaServiceDocTags" ma:hidden="true" ma:internalName="MediaServiceDocTags" ma:readOnly="true">
      <xsd:simpleType>
        <xsd:restriction base="dms:Note"/>
      </xsd:simpleType>
    </xsd:element>
    <xsd:element name="MediaServiceLocation" ma:index="21" nillable="true" ma:displayName="Location" ma:description="" ma:indexed="true" ma:internalName="MediaServiceLocation" ma:readOnly="true">
      <xsd:simpleType>
        <xsd:restriction base="dms:Text"/>
      </xsd:simpleType>
    </xsd:element>
    <xsd:element name="ContentCategory" ma:index="24" nillable="true" ma:displayName="Content Category" ma:format="Dropdown" ma:internalName="ContentCategory">
      <xsd:complexType>
        <xsd:complexContent>
          <xsd:extension base="dms:MultiChoiceFillIn">
            <xsd:sequence>
              <xsd:element name="Value" maxOccurs="unbounded" minOccurs="0" nillable="true">
                <xsd:simpleType>
                  <xsd:union memberTypes="dms:Text">
                    <xsd:simpleType>
                      <xsd:restriction base="dms:Choice">
                        <xsd:enumeration value="3D asset"/>
                        <xsd:enumeration value="B-roll"/>
                        <xsd:enumeration value="Banner Ads"/>
                        <xsd:enumeration value="Banners"/>
                        <xsd:enumeration value="Brand Development"/>
                        <xsd:enumeration value="Creative Direction"/>
                        <xsd:enumeration value="E-book"/>
                        <xsd:enumeration value="E-book Template"/>
                        <xsd:enumeration value="Email"/>
                        <xsd:enumeration value="Flagship"/>
                        <xsd:enumeration value="Guidelines"/>
                        <xsd:enumeration value="Illustration Elements"/>
                        <xsd:enumeration value="Images"/>
                        <xsd:enumeration value="Infographic"/>
                        <xsd:enumeration value="Key Art"/>
                        <xsd:enumeration value="Miscellaneous"/>
                        <xsd:enumeration value="Motion Toolkit"/>
                        <xsd:enumeration value="Photography – Lifestyle"/>
                        <xsd:enumeration value="Photography – Portrait"/>
                        <xsd:enumeration value="PPT"/>
                        <xsd:enumeration value="PPT Template"/>
                        <xsd:enumeration value="Social"/>
                        <xsd:enumeration value="Teams Background"/>
                        <xsd:enumeration value="Training Video"/>
                        <xsd:enumeration value="Update"/>
                        <xsd:enumeration value="Visual Expression"/>
                      </xsd:restriction>
                    </xsd:simpleType>
                  </xsd:union>
                </xsd:simpleType>
              </xsd:element>
            </xsd:sequence>
          </xsd:extension>
        </xsd:complexContent>
      </xsd:complexType>
    </xsd:element>
    <xsd:element name="MediaServiceBillingMetadata" ma:index="25" nillable="true" ma:displayName="MediaServiceBillingMetadata" ma:hidden="true" ma:internalName="MediaServiceBillingMetadata" ma:readOnly="true">
      <xsd:simpleType>
        <xsd:restriction base="dms:Note"/>
      </xsd:simpleType>
    </xsd:element>
    <xsd:element name="Date_x002d_Time" ma:index="26" nillable="true" ma:displayName="Date-Time" ma:format="DateOnly" ma:internalName="Date_x002d_Time">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695d5325-33a2-4b42-b3d3-b02ffbc12b05" elementFormDefault="qualified">
    <xsd:import namespace="http://schemas.microsoft.com/office/2006/documentManagement/types"/>
    <xsd:import namespace="http://schemas.microsoft.com/office/infopath/2007/PartnerControls"/>
    <xsd:element name="TaxCatchAll" ma:index="19" nillable="true" ma:displayName="Taxonomy Catch All Column" ma:hidden="true" ma:list="{c042251d-66b4-4312-a1a7-45d0bef28e68}" ma:internalName="TaxCatchAll" ma:showField="CatchAllData" ma:web="695d5325-33a2-4b42-b3d3-b02ffbc12b0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990F116-B58F-4255-B05B-DA3808E0E5C6}">
  <ds:schemaRefs>
    <ds:schemaRef ds:uri="http://schemas.openxmlformats.org/package/2006/metadata/core-properties"/>
    <ds:schemaRef ds:uri="695d5325-33a2-4b42-b3d3-b02ffbc12b05"/>
    <ds:schemaRef ds:uri="http://schemas.microsoft.com/office/2006/metadata/properties"/>
    <ds:schemaRef ds:uri="http://schemas.microsoft.com/office/2006/documentManagement/types"/>
    <ds:schemaRef ds:uri="http://purl.org/dc/elements/1.1/"/>
    <ds:schemaRef ds:uri="http://schemas.microsoft.com/office/infopath/2007/PartnerControls"/>
    <ds:schemaRef ds:uri="http://www.w3.org/XML/1998/namespace"/>
    <ds:schemaRef ds:uri="http://purl.org/dc/dcmitype/"/>
    <ds:schemaRef ds:uri="147e27bc-69d3-4096-898c-30a71da32ef9"/>
    <ds:schemaRef ds:uri="http://schemas.microsoft.com/sharepoint/v3"/>
    <ds:schemaRef ds:uri="http://purl.org/dc/terms/"/>
    <ds:schemaRef ds:uri="10ab91bb-15c1-4bb1-a414-5f8d49e2474c"/>
  </ds:schemaRefs>
</ds:datastoreItem>
</file>

<file path=customXml/itemProps2.xml><?xml version="1.0" encoding="utf-8"?>
<ds:datastoreItem xmlns:ds="http://schemas.openxmlformats.org/officeDocument/2006/customXml" ds:itemID="{758FDAC0-319D-4A54-8D8E-1D42CB1F8004}">
  <ds:schemaRefs>
    <ds:schemaRef ds:uri="http://schemas.microsoft.com/sharepoint/v3/contenttype/forms"/>
  </ds:schemaRefs>
</ds:datastoreItem>
</file>

<file path=customXml/itemProps3.xml><?xml version="1.0" encoding="utf-8"?>
<ds:datastoreItem xmlns:ds="http://schemas.openxmlformats.org/officeDocument/2006/customXml" ds:itemID="{D94A319C-F276-4159-A54D-333A8737104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10ab91bb-15c1-4bb1-a414-5f8d49e2474c"/>
    <ds:schemaRef ds:uri="695d5325-33a2-4b42-b3d3-b02ffbc12b0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
  <TotalTime>12</TotalTime>
  <Words>3168</Words>
  <Application>Microsoft Office PowerPoint</Application>
  <PresentationFormat>Widescreen</PresentationFormat>
  <Paragraphs>497</Paragraphs>
  <Slides>56</Slides>
  <Notes>28</Notes>
  <HiddenSlides>1</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56</vt:i4>
      </vt:variant>
    </vt:vector>
  </HeadingPairs>
  <TitlesOfParts>
    <vt:vector size="65" baseType="lpstr">
      <vt:lpstr>Segoe UI Light</vt:lpstr>
      <vt:lpstr>Segoe Sans Text</vt:lpstr>
      <vt:lpstr>Wingdings</vt:lpstr>
      <vt:lpstr>Segoe Sans Display Semilight</vt:lpstr>
      <vt:lpstr>Segoe UI</vt:lpstr>
      <vt:lpstr>Arial</vt:lpstr>
      <vt:lpstr>Segoe Sans Display Semibold</vt:lpstr>
      <vt:lpstr>Consolas</vt:lpstr>
      <vt:lpstr>Azure 2023 Template</vt:lpstr>
      <vt:lpstr>Title Slide</vt:lpstr>
      <vt:lpstr>Title Slide</vt:lpstr>
      <vt:lpstr>Event name or  presentation title</vt:lpstr>
      <vt:lpstr>Event name or  presentation title</vt:lpstr>
      <vt:lpstr>Event name or  presentation title</vt:lpstr>
      <vt:lpstr>Event name or  presentation title</vt:lpstr>
      <vt:lpstr>Event name or presentation title</vt:lpstr>
      <vt:lpstr>Event name or presentation title</vt:lpstr>
      <vt:lpstr>Event name or presentation title</vt:lpstr>
      <vt:lpstr>Event name or presentation title</vt:lpstr>
      <vt:lpstr>Event name or presentation title</vt:lpstr>
      <vt:lpstr>Agenda</vt:lpstr>
      <vt:lpstr>Agenda</vt:lpstr>
      <vt:lpstr>Section title</vt:lpstr>
      <vt:lpstr>Section title</vt:lpstr>
      <vt:lpstr>Section title</vt:lpstr>
      <vt:lpstr>Section title</vt:lpstr>
      <vt:lpstr>Section title</vt:lpstr>
      <vt:lpstr>Section title</vt:lpstr>
      <vt:lpstr>Section title</vt:lpstr>
      <vt:lpstr>Section title</vt:lpstr>
      <vt:lpstr>Section title</vt:lpstr>
      <vt:lpstr>Section title</vt:lpstr>
      <vt:lpstr>Demo title</vt:lpstr>
      <vt:lpstr>Chart design style examples</vt:lpstr>
      <vt:lpstr>Quote slide</vt:lpstr>
      <vt:lpstr>Screenshot slide</vt:lpstr>
      <vt:lpstr>Screenshot slide</vt:lpstr>
      <vt:lpstr>Photo slide</vt:lpstr>
      <vt:lpstr>Photo slide</vt:lpstr>
      <vt:lpstr>Thank you</vt:lpstr>
      <vt:lpstr>Thank you</vt:lpstr>
      <vt:lpstr>Text layout without bullet points</vt:lpstr>
      <vt:lpstr>Text layout with bulleted text</vt:lpstr>
      <vt:lpstr>Two text columns with subheads</vt:lpstr>
      <vt:lpstr>Three text columns with subheads</vt:lpstr>
      <vt:lpstr>Four text columns with subheads</vt:lpstr>
      <vt:lpstr>Title square photo layout</vt:lpstr>
      <vt:lpstr>Square photo layout </vt:lpstr>
      <vt:lpstr>Two photos side-by-side layout</vt:lpstr>
      <vt:lpstr>Three photos layout</vt:lpstr>
      <vt:lpstr>Four photos layout</vt:lpstr>
      <vt:lpstr>Full bleed photo lower title</vt:lpstr>
      <vt:lpstr>Slide palette info</vt:lpstr>
      <vt:lpstr>Close captions clear space</vt:lpstr>
      <vt:lpstr>Ensure slide content is accessible</vt:lpstr>
      <vt:lpstr>Microsoft brand colors</vt:lpstr>
      <vt:lpstr>PowerPoint Design Ideas</vt:lpstr>
      <vt:lpstr>Ensure slide content is accessible</vt:lpstr>
      <vt:lpstr>Software code layout</vt:lpstr>
      <vt:lpstr>Bottom code layout</vt:lpstr>
      <vt:lpstr>Top code layout</vt:lpstr>
      <vt:lpstr>Right code layout</vt:lpstr>
      <vt:lpstr>Left code layout</vt:lpstr>
      <vt:lpstr>Notes (hidden)</vt:lpstr>
      <vt:lpstr>End Slide</vt:lpstr>
    </vt:vector>
  </TitlesOfParts>
  <Manager>&lt;Comms manager name here&gt;</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&lt;Event name&gt;</dc:subject>
  <dc:creator>Chris Munson (RedCloud Consulting Inc)</dc:creator>
  <cp:keywords/>
  <dc:description/>
  <cp:lastModifiedBy>Chris Munson (RedCloud Consulting Inc)</cp:lastModifiedBy>
  <cp:revision>1</cp:revision>
  <cp:lastPrinted>2023-02-15T20:48:24Z</cp:lastPrinted>
  <dcterms:created xsi:type="dcterms:W3CDTF">2026-04-03T18:53:02Z</dcterms:created>
  <dcterms:modified xsi:type="dcterms:W3CDTF">2026-04-03T19:05:37Z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0x0101002854CC1CC9E0444ABD39AD9C3E43AF18</vt:lpwstr>
  </property>
  <property fmtid="{D5CDD505-2E9C-101B-9397-08002B2CF9AE}" pid="3" name="Product">
    <vt:lpwstr/>
  </property>
  <property fmtid="{D5CDD505-2E9C-101B-9397-08002B2CF9AE}" pid="4" name="Event1">
    <vt:lpwstr>622;#Unassigned|2c8af875-f38a-40b8-a0a9-056aed3fc8c0</vt:lpwstr>
  </property>
  <property fmtid="{D5CDD505-2E9C-101B-9397-08002B2CF9AE}" pid="5" name="Audience">
    <vt:lpwstr/>
  </property>
  <property fmtid="{D5CDD505-2E9C-101B-9397-08002B2CF9AE}" pid="6" name="Event Venue">
    <vt:lpwstr/>
  </property>
  <property fmtid="{D5CDD505-2E9C-101B-9397-08002B2CF9AE}" pid="7" name="Track">
    <vt:lpwstr/>
  </property>
  <property fmtid="{D5CDD505-2E9C-101B-9397-08002B2CF9AE}" pid="8" name="Event Location">
    <vt:lpwstr/>
  </property>
  <property fmtid="{D5CDD505-2E9C-101B-9397-08002B2CF9AE}" pid="9" name="Campaign">
    <vt:lpwstr/>
  </property>
  <property fmtid="{D5CDD505-2E9C-101B-9397-08002B2CF9AE}" pid="10" name="IsMyDocuments">
    <vt:bool>true</vt:bool>
  </property>
  <property fmtid="{D5CDD505-2E9C-101B-9397-08002B2CF9AE}" pid="11" name="MSIP_Label_f42aa342-8706-4288-bd11-ebb85995028c_Enabled">
    <vt:lpwstr>True</vt:lpwstr>
  </property>
  <property fmtid="{D5CDD505-2E9C-101B-9397-08002B2CF9AE}" pid="12" name="MSIP_Label_f42aa342-8706-4288-bd11-ebb85995028c_SiteId">
    <vt:lpwstr>72f988bf-86f1-41af-91ab-2d7cd011db47</vt:lpwstr>
  </property>
  <property fmtid="{D5CDD505-2E9C-101B-9397-08002B2CF9AE}" pid="13" name="MSIP_Label_f42aa342-8706-4288-bd11-ebb85995028c_Ref">
    <vt:lpwstr>https://api.informationprotection.azure.com/api/72f988bf-86f1-41af-91ab-2d7cd011db47</vt:lpwstr>
  </property>
  <property fmtid="{D5CDD505-2E9C-101B-9397-08002B2CF9AE}" pid="14" name="MSIP_Label_f42aa342-8706-4288-bd11-ebb85995028c_SetDate">
    <vt:lpwstr>2017-08-29T14:27:20.8568347-07:00</vt:lpwstr>
  </property>
  <property fmtid="{D5CDD505-2E9C-101B-9397-08002B2CF9AE}" pid="15" name="MSIP_Label_f42aa342-8706-4288-bd11-ebb85995028c_Name">
    <vt:lpwstr>General</vt:lpwstr>
  </property>
  <property fmtid="{D5CDD505-2E9C-101B-9397-08002B2CF9AE}" pid="16" name="MSIP_Label_f42aa342-8706-4288-bd11-ebb85995028c_Extended_MSFT_Method">
    <vt:lpwstr>Automatic</vt:lpwstr>
  </property>
  <property fmtid="{D5CDD505-2E9C-101B-9397-08002B2CF9AE}" pid="17" name="Sensitivity">
    <vt:lpwstr>General</vt:lpwstr>
  </property>
  <property fmtid="{D5CDD505-2E9C-101B-9397-08002B2CF9AE}" pid="18" name="MediaServiceImageTags">
    <vt:lpwstr/>
  </property>
  <property fmtid="{D5CDD505-2E9C-101B-9397-08002B2CF9AE}" pid="19" name="Order">
    <vt:lpwstr>105612200.000000</vt:lpwstr>
  </property>
  <property fmtid="{D5CDD505-2E9C-101B-9397-08002B2CF9AE}" pid="20" name="xd_ProgID">
    <vt:lpwstr/>
  </property>
  <property fmtid="{D5CDD505-2E9C-101B-9397-08002B2CF9AE}" pid="21" name="ComplianceAssetId">
    <vt:lpwstr/>
  </property>
  <property fmtid="{D5CDD505-2E9C-101B-9397-08002B2CF9AE}" pid="22" name="TemplateUrl">
    <vt:lpwstr/>
  </property>
  <property fmtid="{D5CDD505-2E9C-101B-9397-08002B2CF9AE}" pid="23" name="_ExtendedDescription">
    <vt:lpwstr/>
  </property>
  <property fmtid="{D5CDD505-2E9C-101B-9397-08002B2CF9AE}" pid="24" name="TriggerFlowInfo">
    <vt:lpwstr/>
  </property>
  <property fmtid="{D5CDD505-2E9C-101B-9397-08002B2CF9AE}" pid="25" name="xd_Signature">
    <vt:lpwstr/>
  </property>
  <property fmtid="{D5CDD505-2E9C-101B-9397-08002B2CF9AE}" pid="26" name="Content Category">
    <vt:lpwstr>;#Audit;#</vt:lpwstr>
  </property>
</Properties>
</file>